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Default Extension="jpe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theme/theme1.xml" ContentType="application/vnd.openxmlformats-officedocument.theme+xml"/>
  <Override PartName="/ppt/slideMasters/slideMaster2.xml" ContentType="application/vnd.openxmlformats-officedocument.presentationml.slideMaster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theme/theme2.xml" ContentType="application/vnd.openxmlformats-officedocument.theme+xml"/>
  <Override PartName="/ppt/slideMasters/slideMaster3.xml" ContentType="application/vnd.openxmlformats-officedocument.presentationml.slideMaster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theme/theme3.xml" ContentType="application/vnd.openxmlformats-officedocument.theme+xml"/>
  <Override PartName="/ppt/notesMasters/notesMaster1.xml" ContentType="application/vnd.openxmlformats-officedocument.presentationml.notesMaster+xml"/>
  <Override PartName="/ppt/theme/theme4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</file>

<file path=ppt/presentation.xml><?xml version="1.0" encoding="utf-8"?>
<p:presentation xmlns:p="http://schemas.openxmlformats.org/presentationml/2006/main" xmlns:r="http://schemas.openxmlformats.org/officeDocument/2006/relationships" xmlns:a="http://schemas.openxmlformats.org/drawingml/2006/main">
  <p:sldMasterIdLst>
    <p:sldMasterId id="2147483648" r:id="rId1"/>
    <p:sldMasterId id="2147483649" r:id="rId2"/>
    <p:sldMasterId id="2147483650" r:id="rId3"/>
  </p:sldMasterIdLst>
  <p:notesMasterIdLst>
    <p:notesMasterId r:id="rId4"/>
  </p:notesMasterIdLst>
  <p:sldIdLst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</p:sldIdLst>
  <p:sldSz cy="5143500" cx="9144000"/>
  <p:notesSz cx="6858000" cy="9144000"/>
</p:presentation>
</file>

<file path=ppt/presProps.xml><?xml version="1.0" encoding="utf-8"?>
<p:presentationPr xmlns:p="http://schemas.openxmlformats.org/presentationml/2006/main" xmlns:r="http://schemas.openxmlformats.org/officeDocument/2006/relationships" xmlns:a="http://schemas.openxmlformats.org/drawing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 xmlns:r="http://schemas.openxmlformats.org/officeDocument/2006/relationships" xmlns:a="http://schemas.openxmlformats.org/drawingml/2006/main" lastView="sldThumbnailView">
  <p:normalViewPr horzBarState="maximized">
    <p:restoredLeft sz="15987" autoAdjust="0"/>
    <p:restoredTop sz="94660"/>
  </p:normalViewPr>
  <p:slideViewPr>
    <p:cSldViewPr>
      <p:cViewPr varScale="1">
        <p:scale>
          <a:sx n="116" d="100"/>
          <a:sy n="116" d="100"/>
        </p:scale>
        <p:origin x="1446" y="108"/>
      </p:cViewPr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3" Type="http://schemas.openxmlformats.org/officeDocument/2006/relationships/slideMaster" Target="slideMasters/slideMaster3.xml"/><Relationship Id="rId4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slide" Target="slides/slide8.xml"/><Relationship Id="rId13" Type="http://schemas.openxmlformats.org/officeDocument/2006/relationships/slide" Target="slides/slide9.xml"/><Relationship Id="rId14" Type="http://schemas.openxmlformats.org/officeDocument/2006/relationships/slide" Target="slides/slide10.xml"/><Relationship Id="rId15" Type="http://schemas.openxmlformats.org/officeDocument/2006/relationships/slide" Target="slides/slide11.xml"/><Relationship Id="rId16" Type="http://schemas.openxmlformats.org/officeDocument/2006/relationships/slide" Target="slides/slide12.xml"/><Relationship Id="rId17" Type="http://schemas.openxmlformats.org/officeDocument/2006/relationships/slide" Target="slides/slide13.xml"/><Relationship Id="rId18" Type="http://schemas.openxmlformats.org/officeDocument/2006/relationships/slide" Target="slides/slide14.xml"/><Relationship Id="rId19" Type="http://schemas.openxmlformats.org/officeDocument/2006/relationships/slide" Target="slides/slide15.xml"/><Relationship Id="rId20" Type="http://schemas.openxmlformats.org/officeDocument/2006/relationships/tableStyles" Target="tableStyles.xml"/><Relationship Id="rId21" Type="http://schemas.openxmlformats.org/officeDocument/2006/relationships/presProps" Target="presProps.xml"/><Relationship Id="rId22" Type="http://schemas.openxmlformats.org/officeDocument/2006/relationships/viewProps" Target="viewProps.xml"/></Relationships>
</file>

<file path=ppt/notesMasters/_rels/notesMaster1.xml.rels><?xml version="1.0" encoding="UTF-8" standalone="yes"?>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</p:bgPr>
    </p:bg>
    <p:spTree>
      <p:nvGrpSpPr>
        <p:cNvPr id="51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174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2" y="1"/>
            <a:ext cx="3076575" cy="512763"/>
          </a:xfrm>
          <a:prstGeom prst="rect"/>
          <a:noFill/>
          <a:ln w="9525">
            <a:noFill/>
            <a:miter lim="800000"/>
            <a:headEnd/>
            <a:tailEnd/>
          </a:ln>
          <a:effectLst/>
        </p:spPr>
        <p:txBody>
          <a:bodyPr anchor="t" anchorCtr="0" bIns="45745" compatLnSpc="1" lIns="91492" numCol="1" rIns="91492" tIns="45745" vert="horz" wrap="square">
            <a:prstTxWarp prst="textNoShape"/>
          </a:bodyPr>
          <a:lstStyle>
            <a:lvl1pPr algn="l">
              <a:defRPr sz="1100"/>
            </a:lvl1pPr>
          </a:lstStyle>
          <a:p>
            <a:endParaRPr lang="en-US"/>
          </a:p>
        </p:txBody>
      </p:sp>
      <p:sp>
        <p:nvSpPr>
          <p:cNvPr id="105174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021139" y="1"/>
            <a:ext cx="3076575" cy="512763"/>
          </a:xfrm>
          <a:prstGeom prst="rect"/>
          <a:noFill/>
          <a:ln w="9525">
            <a:noFill/>
            <a:miter lim="800000"/>
            <a:headEnd/>
            <a:tailEnd/>
          </a:ln>
          <a:effectLst/>
        </p:spPr>
        <p:txBody>
          <a:bodyPr anchor="t" anchorCtr="0" bIns="45745" compatLnSpc="1" lIns="91492" numCol="1" rIns="91492" tIns="45745" vert="horz" wrap="square">
            <a:prstTxWarp prst="textNoShape"/>
          </a:bodyPr>
          <a:lstStyle>
            <a:lvl1pPr algn="r">
              <a:defRPr sz="1100"/>
            </a:lvl1pPr>
          </a:lstStyle>
          <a:p>
            <a:endParaRPr lang="en-US"/>
          </a:p>
        </p:txBody>
      </p:sp>
      <p:sp>
        <p:nvSpPr>
          <p:cNvPr id="1051744" name="Rectangle 4"/>
          <p:cNvSpPr>
            <a:spLocks noChangeAspect="1" noRot="1" noGrp="1" noChangeArrowheads="1" noTextEdit="1"/>
          </p:cNvSpPr>
          <p:nvPr>
            <p:ph type="sldImg" idx="2"/>
          </p:nvPr>
        </p:nvSpPr>
        <p:spPr bwMode="auto">
          <a:xfrm>
            <a:off x="990600" y="766763"/>
            <a:ext cx="5118100" cy="3838575"/>
          </a:xfrm>
          <a:prstGeom prst="rect"/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</p:spPr>
      </p:sp>
      <p:sp>
        <p:nvSpPr>
          <p:cNvPr id="105174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09614" y="4862514"/>
            <a:ext cx="5680075" cy="4605337"/>
          </a:xfrm>
          <a:prstGeom prst="rect"/>
          <a:noFill/>
          <a:ln w="9525">
            <a:noFill/>
            <a:miter lim="800000"/>
            <a:headEnd/>
            <a:tailEnd/>
          </a:ln>
          <a:effectLst/>
        </p:spPr>
        <p:txBody>
          <a:bodyPr anchor="t" anchorCtr="0" bIns="45745" compatLnSpc="1" lIns="91492" numCol="1" rIns="91492" tIns="45745" vert="horz" wrap="square">
            <a:prstTxWarp prst="textNoShape"/>
          </a:bodyPr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105174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2" y="9720264"/>
            <a:ext cx="3076575" cy="512762"/>
          </a:xfrm>
          <a:prstGeom prst="rect"/>
          <a:noFill/>
          <a:ln w="9525">
            <a:noFill/>
            <a:miter lim="800000"/>
            <a:headEnd/>
            <a:tailEnd/>
          </a:ln>
          <a:effectLst/>
        </p:spPr>
        <p:txBody>
          <a:bodyPr anchor="b" anchorCtr="0" bIns="45745" compatLnSpc="1" lIns="91492" numCol="1" rIns="91492" tIns="45745" vert="horz" wrap="square">
            <a:prstTxWarp prst="textNoShape"/>
          </a:bodyPr>
          <a:lstStyle>
            <a:lvl1pPr algn="l">
              <a:defRPr sz="1100"/>
            </a:lvl1pPr>
          </a:lstStyle>
          <a:p>
            <a:endParaRPr lang="en-US"/>
          </a:p>
        </p:txBody>
      </p:sp>
      <p:sp>
        <p:nvSpPr>
          <p:cNvPr id="105174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021139" y="9720264"/>
            <a:ext cx="3076575" cy="512762"/>
          </a:xfrm>
          <a:prstGeom prst="rect"/>
          <a:noFill/>
          <a:ln w="9525">
            <a:noFill/>
            <a:miter lim="800000"/>
            <a:headEnd/>
            <a:tailEnd/>
          </a:ln>
          <a:effectLst/>
        </p:spPr>
        <p:txBody>
          <a:bodyPr anchor="b" anchorCtr="0" bIns="45745" compatLnSpc="1" lIns="91492" numCol="1" rIns="91492" tIns="45745" vert="horz" wrap="square">
            <a:prstTxWarp prst="textNoShape"/>
          </a:bodyPr>
          <a:lstStyle>
            <a:lvl1pPr algn="r">
              <a:defRPr sz="1100"/>
            </a:lvl1pPr>
          </a:lstStyle>
          <a:p>
            <a:fld id="{A9A0EA98-5831-4853-B862-C702E6EB345C}" type="slidenum">
              <a:rPr lang="en-US"/>
            </a:fld>
            <a:endParaRPr lang="en-US"/>
          </a:p>
        </p:txBody>
      </p:sp>
    </p:spTree>
  </p:cSld>
  <p:clrMap accent1="accent1" accent2="accent2" accent3="accent3" accent4="accent4" accent5="accent5" accent6="accent6" bg1="lt1" bg2="lt2" tx1="dk1" tx2="dk2" hlink="hlink" folHlink="folHlink"/>
  <p:notesStyle>
    <a:lvl1pPr algn="l" fontAlgn="base" rtl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algn="l" fontAlgn="base" marL="457200" rtl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algn="l" fontAlgn="base" marL="914400" rtl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algn="l" fontAlgn="base" marL="1371600" rtl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algn="l" fontAlgn="base" marL="1828800" rtl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algn="l" defTabSz="914400" eaLnBrk="1" hangingPunct="1" latinLnBrk="0" marL="2286000" rtl="0">
      <a:defRPr sz="1200" kern="12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sz="1200" kern="12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sz="1200" kern="12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
<Relationships xmlns="http://schemas.openxmlformats.org/package/2006/relationships"><Relationship Id="rId1" Type="http://schemas.openxmlformats.org/officeDocument/2006/relationships/hyperlink" Target="https://bit.ly/3A1uf1Q" TargetMode="External"/><Relationship Id="rId2" Type="http://schemas.openxmlformats.org/officeDocument/2006/relationships/hyperlink" Target="http://bit.ly/2TyoMsr" TargetMode="External"/><Relationship Id="rId3" Type="http://schemas.openxmlformats.org/officeDocument/2006/relationships/hyperlink" Target="http://bit.ly/2TtBDfr" TargetMode="External"/><Relationship Id="rId4" Type="http://schemas.openxmlformats.org/officeDocument/2006/relationships/slideMaster" Target="../slideMasters/slideMaster1.xml"/></Relationships>
</file>

<file path=ppt/slideLayouts/_rels/slideLayout20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itle">
  <p:cSld name="TITLE">
    <p:bg>
      <p:bgPr>
        <a:solidFill>
          <a:schemeClr val="lt1"/>
        </a:solidFill>
      </p:bgPr>
    </p:bg>
    <p:spTree>
      <p:nvGrpSpPr>
        <p:cNvPr id="4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76" name="PlaceHolder 1"/>
          <p:cNvSpPr>
            <a:spLocks noGrp="1"/>
          </p:cNvSpPr>
          <p:nvPr>
            <p:ph type="title"/>
          </p:nvPr>
        </p:nvSpPr>
        <p:spPr>
          <a:xfrm>
            <a:off x="1612080" y="1074240"/>
            <a:ext cx="5919120" cy="2124000"/>
          </a:xfrm>
          <a:prstGeom prst="rect"/>
          <a:noFill/>
          <a:ln w="0">
            <a:noFill/>
          </a:ln>
        </p:spPr>
        <p:txBody>
          <a:bodyPr anchor="b" bIns="91440" lIns="91440" rIns="91440" tIns="91440">
            <a:noAutofit/>
          </a:bodyPr>
          <a:p>
            <a:pPr indent="0">
              <a:buNone/>
            </a:pPr>
            <a:r>
              <a:rPr b="0" sz="7000" lang="fr-FR" strike="noStrike" u="none">
                <a:solidFill>
                  <a:schemeClr val="dk1"/>
                </a:solidFill>
                <a:effectLst/>
                <a:latin typeface="Arial"/>
              </a:rPr>
              <a:t>Click to edit the title text format</a:t>
            </a:r>
            <a:endParaRPr b="0" sz="7000" lang="fr-FR" strike="noStrike" u="none">
              <a:solidFill>
                <a:schemeClr val="dk1"/>
              </a:solidFill>
              <a:effectLst/>
              <a:latin typeface="Arial"/>
            </a:endParaRPr>
          </a:p>
        </p:txBody>
      </p:sp>
      <p:grpSp>
        <p:nvGrpSpPr>
          <p:cNvPr id="43" name="Google Shape;11;p2"/>
          <p:cNvGrpSpPr/>
          <p:nvPr/>
        </p:nvGrpSpPr>
        <p:grpSpPr>
          <a:xfrm>
            <a:off x="278640" y="-1422000"/>
            <a:ext cx="8607600" cy="6742800"/>
            <a:chOff x="278640" y="-1422000"/>
            <a:chExt cx="8607600" cy="6742800"/>
          </a:xfrm>
        </p:grpSpPr>
        <p:grpSp>
          <p:nvGrpSpPr>
            <p:cNvPr id="44" name="Google Shape;12;p2"/>
            <p:cNvGrpSpPr/>
            <p:nvPr/>
          </p:nvGrpSpPr>
          <p:grpSpPr>
            <a:xfrm>
              <a:off x="278640" y="-780840"/>
              <a:ext cx="142920" cy="2453760"/>
              <a:chOff x="278640" y="-780840"/>
              <a:chExt cx="142920" cy="2453760"/>
            </a:xfrm>
          </p:grpSpPr>
          <p:grpSp>
            <p:nvGrpSpPr>
              <p:cNvPr id="45" name="Google Shape;13;p2"/>
              <p:cNvGrpSpPr/>
              <p:nvPr/>
            </p:nvGrpSpPr>
            <p:grpSpPr>
              <a:xfrm>
                <a:off x="278640" y="-780840"/>
                <a:ext cx="142920" cy="2453760"/>
                <a:chOff x="278640" y="-780840"/>
                <a:chExt cx="142920" cy="2453760"/>
              </a:xfrm>
            </p:grpSpPr>
            <p:sp>
              <p:nvSpPr>
                <p:cNvPr id="1048577" name="Google Shape;14;p2"/>
                <p:cNvSpPr/>
                <p:nvPr/>
              </p:nvSpPr>
              <p:spPr>
                <a:xfrm>
                  <a:off x="278640" y="1530000"/>
                  <a:ext cx="142920" cy="142920"/>
                </a:xfrm>
                <a:prstGeom prst="rect"/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71640" tIns="7164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48578" name="Google Shape;15;p2"/>
                <p:cNvSpPr/>
                <p:nvPr/>
              </p:nvSpPr>
              <p:spPr>
                <a:xfrm>
                  <a:off x="287280" y="1319400"/>
                  <a:ext cx="126000" cy="126360"/>
                </a:xfrm>
                <a:prstGeom prst="rect"/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63360" tIns="6336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48579" name="Google Shape;16;p2"/>
                <p:cNvSpPr/>
                <p:nvPr/>
              </p:nvSpPr>
              <p:spPr>
                <a:xfrm>
                  <a:off x="287280" y="1108800"/>
                  <a:ext cx="126000" cy="126360"/>
                </a:xfrm>
                <a:prstGeom prst="rect"/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63360" tIns="6336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48580" name="Google Shape;17;p2"/>
                <p:cNvSpPr/>
                <p:nvPr/>
              </p:nvSpPr>
              <p:spPr>
                <a:xfrm>
                  <a:off x="287280" y="897840"/>
                  <a:ext cx="126000" cy="126360"/>
                </a:xfrm>
                <a:prstGeom prst="rect"/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63360" tIns="6336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48581" name="Google Shape;18;p2"/>
                <p:cNvSpPr/>
                <p:nvPr/>
              </p:nvSpPr>
              <p:spPr>
                <a:xfrm>
                  <a:off x="291600" y="687240"/>
                  <a:ext cx="117360" cy="117720"/>
                </a:xfrm>
                <a:prstGeom prst="rect"/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59040" tIns="5904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48582" name="Google Shape;19;p2"/>
                <p:cNvSpPr/>
                <p:nvPr/>
              </p:nvSpPr>
              <p:spPr>
                <a:xfrm>
                  <a:off x="291600" y="476640"/>
                  <a:ext cx="117360" cy="117720"/>
                </a:xfrm>
                <a:prstGeom prst="rect"/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59040" tIns="5904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48583" name="Google Shape;20;p2"/>
                <p:cNvSpPr/>
                <p:nvPr/>
              </p:nvSpPr>
              <p:spPr>
                <a:xfrm>
                  <a:off x="293400" y="265680"/>
                  <a:ext cx="113040" cy="113040"/>
                </a:xfrm>
                <a:prstGeom prst="rect"/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56520" tIns="5652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48584" name="Google Shape;21;p2"/>
                <p:cNvSpPr/>
                <p:nvPr/>
              </p:nvSpPr>
              <p:spPr>
                <a:xfrm>
                  <a:off x="295920" y="55080"/>
                  <a:ext cx="108720" cy="108720"/>
                </a:xfrm>
                <a:prstGeom prst="rect"/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54360" tIns="5436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48585" name="Google Shape;22;p2"/>
                <p:cNvSpPr/>
                <p:nvPr/>
              </p:nvSpPr>
              <p:spPr>
                <a:xfrm>
                  <a:off x="300600" y="-151200"/>
                  <a:ext cx="98640" cy="98640"/>
                </a:xfrm>
                <a:prstGeom prst="rect"/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49320" tIns="4932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48586" name="Google Shape;23;p2"/>
                <p:cNvSpPr/>
                <p:nvPr/>
              </p:nvSpPr>
              <p:spPr>
                <a:xfrm>
                  <a:off x="305640" y="-357480"/>
                  <a:ext cx="88920" cy="88920"/>
                </a:xfrm>
                <a:prstGeom prst="rect"/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44640" tIns="4464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48587" name="Google Shape;24;p2"/>
                <p:cNvSpPr/>
                <p:nvPr/>
              </p:nvSpPr>
              <p:spPr>
                <a:xfrm>
                  <a:off x="305640" y="-563760"/>
                  <a:ext cx="88920" cy="88920"/>
                </a:xfrm>
                <a:prstGeom prst="rect"/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44640" tIns="4464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48588" name="Google Shape;25;p2"/>
                <p:cNvSpPr/>
                <p:nvPr/>
              </p:nvSpPr>
              <p:spPr>
                <a:xfrm>
                  <a:off x="310680" y="-780840"/>
                  <a:ext cx="79200" cy="79200"/>
                </a:xfrm>
                <a:prstGeom prst="rect"/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39600" tIns="3960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</p:grpSp>
          <p:grpSp>
            <p:nvGrpSpPr>
              <p:cNvPr id="46" name="Google Shape;26;p2"/>
              <p:cNvGrpSpPr/>
              <p:nvPr/>
            </p:nvGrpSpPr>
            <p:grpSpPr>
              <a:xfrm>
                <a:off x="278640" y="-780840"/>
                <a:ext cx="142920" cy="2453760"/>
                <a:chOff x="278640" y="-780840"/>
                <a:chExt cx="142920" cy="2453760"/>
              </a:xfrm>
            </p:grpSpPr>
            <p:sp>
              <p:nvSpPr>
                <p:cNvPr id="1048589" name="Google Shape;27;p2"/>
                <p:cNvSpPr/>
                <p:nvPr/>
              </p:nvSpPr>
              <p:spPr>
                <a:xfrm>
                  <a:off x="278640" y="1530000"/>
                  <a:ext cx="142920" cy="142920"/>
                </a:xfrm>
                <a:prstGeom prst="rect"/>
                <a:noFill/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71640" tIns="7164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48590" name="Google Shape;28;p2"/>
                <p:cNvSpPr/>
                <p:nvPr/>
              </p:nvSpPr>
              <p:spPr>
                <a:xfrm>
                  <a:off x="287280" y="1319400"/>
                  <a:ext cx="126000" cy="126360"/>
                </a:xfrm>
                <a:prstGeom prst="rect"/>
                <a:solidFill>
                  <a:srgbClr val="009F8C">
                    <a:alpha val="5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63360" tIns="6336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48591" name="Google Shape;29;p2"/>
                <p:cNvSpPr/>
                <p:nvPr/>
              </p:nvSpPr>
              <p:spPr>
                <a:xfrm>
                  <a:off x="287280" y="1108800"/>
                  <a:ext cx="126000" cy="126360"/>
                </a:xfrm>
                <a:prstGeom prst="rect"/>
                <a:solidFill>
                  <a:srgbClr val="009F8C">
                    <a:alpha val="10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63360" tIns="6336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48592" name="Google Shape;30;p2"/>
                <p:cNvSpPr/>
                <p:nvPr/>
              </p:nvSpPr>
              <p:spPr>
                <a:xfrm>
                  <a:off x="287280" y="897840"/>
                  <a:ext cx="126000" cy="126360"/>
                </a:xfrm>
                <a:prstGeom prst="rect"/>
                <a:solidFill>
                  <a:srgbClr val="009F8C">
                    <a:alpha val="20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63360" tIns="6336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48593" name="Google Shape;31;p2"/>
                <p:cNvSpPr/>
                <p:nvPr/>
              </p:nvSpPr>
              <p:spPr>
                <a:xfrm>
                  <a:off x="291600" y="687240"/>
                  <a:ext cx="117360" cy="117720"/>
                </a:xfrm>
                <a:prstGeom prst="rect"/>
                <a:solidFill>
                  <a:srgbClr val="009F8C">
                    <a:alpha val="30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59040" tIns="5904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48594" name="Google Shape;32;p2"/>
                <p:cNvSpPr/>
                <p:nvPr/>
              </p:nvSpPr>
              <p:spPr>
                <a:xfrm>
                  <a:off x="291600" y="476640"/>
                  <a:ext cx="117360" cy="117720"/>
                </a:xfrm>
                <a:prstGeom prst="rect"/>
                <a:solidFill>
                  <a:srgbClr val="009F8C">
                    <a:alpha val="40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59040" tIns="5904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48595" name="Google Shape;33;p2"/>
                <p:cNvSpPr/>
                <p:nvPr/>
              </p:nvSpPr>
              <p:spPr>
                <a:xfrm>
                  <a:off x="293400" y="265680"/>
                  <a:ext cx="113040" cy="113040"/>
                </a:xfrm>
                <a:prstGeom prst="rect"/>
                <a:solidFill>
                  <a:srgbClr val="009F8C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56520" tIns="5652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48596" name="Google Shape;34;p2"/>
                <p:cNvSpPr/>
                <p:nvPr/>
              </p:nvSpPr>
              <p:spPr>
                <a:xfrm>
                  <a:off x="295920" y="55080"/>
                  <a:ext cx="108720" cy="108720"/>
                </a:xfrm>
                <a:prstGeom prst="rect"/>
                <a:solidFill>
                  <a:srgbClr val="009F8C">
                    <a:alpha val="55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54360" tIns="5436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48597" name="Google Shape;35;p2"/>
                <p:cNvSpPr/>
                <p:nvPr/>
              </p:nvSpPr>
              <p:spPr>
                <a:xfrm>
                  <a:off x="300600" y="-151200"/>
                  <a:ext cx="98640" cy="98640"/>
                </a:xfrm>
                <a:prstGeom prst="rect"/>
                <a:solidFill>
                  <a:srgbClr val="009F8C">
                    <a:alpha val="60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49320" tIns="4932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48598" name="Google Shape;36;p2"/>
                <p:cNvSpPr/>
                <p:nvPr/>
              </p:nvSpPr>
              <p:spPr>
                <a:xfrm>
                  <a:off x="305640" y="-357480"/>
                  <a:ext cx="88920" cy="88920"/>
                </a:xfrm>
                <a:prstGeom prst="rect"/>
                <a:solidFill>
                  <a:srgbClr val="009F8C">
                    <a:alpha val="65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44640" tIns="4464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48599" name="Google Shape;37;p2"/>
                <p:cNvSpPr/>
                <p:nvPr/>
              </p:nvSpPr>
              <p:spPr>
                <a:xfrm>
                  <a:off x="305640" y="-563760"/>
                  <a:ext cx="88920" cy="88920"/>
                </a:xfrm>
                <a:prstGeom prst="rect"/>
                <a:solidFill>
                  <a:srgbClr val="009F8C">
                    <a:alpha val="70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44640" tIns="4464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48600" name="Google Shape;38;p2"/>
                <p:cNvSpPr/>
                <p:nvPr/>
              </p:nvSpPr>
              <p:spPr>
                <a:xfrm>
                  <a:off x="310680" y="-780840"/>
                  <a:ext cx="79200" cy="79200"/>
                </a:xfrm>
                <a:prstGeom prst="rect"/>
                <a:solidFill>
                  <a:srgbClr val="009F8C">
                    <a:alpha val="80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39600" tIns="3960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</p:grpSp>
        </p:grpSp>
        <p:grpSp>
          <p:nvGrpSpPr>
            <p:cNvPr id="47" name="Google Shape;39;p2"/>
            <p:cNvGrpSpPr/>
            <p:nvPr/>
          </p:nvGrpSpPr>
          <p:grpSpPr>
            <a:xfrm>
              <a:off x="8743320" y="2378520"/>
              <a:ext cx="142920" cy="2453760"/>
              <a:chOff x="8743320" y="2378520"/>
              <a:chExt cx="142920" cy="2453760"/>
            </a:xfrm>
          </p:grpSpPr>
          <p:grpSp>
            <p:nvGrpSpPr>
              <p:cNvPr id="48" name="Google Shape;40;p2"/>
              <p:cNvGrpSpPr/>
              <p:nvPr/>
            </p:nvGrpSpPr>
            <p:grpSpPr>
              <a:xfrm>
                <a:off x="8743320" y="2378520"/>
                <a:ext cx="142920" cy="2453760"/>
                <a:chOff x="8743320" y="2378520"/>
                <a:chExt cx="142920" cy="2453760"/>
              </a:xfrm>
            </p:grpSpPr>
            <p:sp>
              <p:nvSpPr>
                <p:cNvPr id="1048601" name="Google Shape;41;p2"/>
                <p:cNvSpPr/>
                <p:nvPr/>
              </p:nvSpPr>
              <p:spPr>
                <a:xfrm>
                  <a:off x="8743320" y="4689360"/>
                  <a:ext cx="142920" cy="142920"/>
                </a:xfrm>
                <a:prstGeom prst="rect"/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71640" tIns="7164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48602" name="Google Shape;42;p2"/>
                <p:cNvSpPr/>
                <p:nvPr/>
              </p:nvSpPr>
              <p:spPr>
                <a:xfrm>
                  <a:off x="8751960" y="4478760"/>
                  <a:ext cx="126000" cy="126360"/>
                </a:xfrm>
                <a:prstGeom prst="rect"/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63360" tIns="6336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48603" name="Google Shape;43;p2"/>
                <p:cNvSpPr/>
                <p:nvPr/>
              </p:nvSpPr>
              <p:spPr>
                <a:xfrm>
                  <a:off x="8751960" y="4267800"/>
                  <a:ext cx="126000" cy="126360"/>
                </a:xfrm>
                <a:prstGeom prst="rect"/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63360" tIns="6336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48604" name="Google Shape;44;p2"/>
                <p:cNvSpPr/>
                <p:nvPr/>
              </p:nvSpPr>
              <p:spPr>
                <a:xfrm>
                  <a:off x="8751960" y="4057200"/>
                  <a:ext cx="126000" cy="126360"/>
                </a:xfrm>
                <a:prstGeom prst="rect"/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63360" tIns="6336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48605" name="Google Shape;45;p2"/>
                <p:cNvSpPr/>
                <p:nvPr/>
              </p:nvSpPr>
              <p:spPr>
                <a:xfrm>
                  <a:off x="8756280" y="3846600"/>
                  <a:ext cx="117360" cy="117720"/>
                </a:xfrm>
                <a:prstGeom prst="rect"/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59040" tIns="5904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48606" name="Google Shape;46;p2"/>
                <p:cNvSpPr/>
                <p:nvPr/>
              </p:nvSpPr>
              <p:spPr>
                <a:xfrm>
                  <a:off x="8756280" y="3635640"/>
                  <a:ext cx="117360" cy="117720"/>
                </a:xfrm>
                <a:prstGeom prst="rect"/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59040" tIns="5904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48607" name="Google Shape;47;p2"/>
                <p:cNvSpPr/>
                <p:nvPr/>
              </p:nvSpPr>
              <p:spPr>
                <a:xfrm>
                  <a:off x="8758440" y="3425040"/>
                  <a:ext cx="113040" cy="113040"/>
                </a:xfrm>
                <a:prstGeom prst="rect"/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56520" tIns="5652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48608" name="Google Shape;48;p2"/>
                <p:cNvSpPr/>
                <p:nvPr/>
              </p:nvSpPr>
              <p:spPr>
                <a:xfrm>
                  <a:off x="8760600" y="3214440"/>
                  <a:ext cx="108720" cy="108720"/>
                </a:xfrm>
                <a:prstGeom prst="rect"/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54360" tIns="5436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48609" name="Google Shape;49;p2"/>
                <p:cNvSpPr/>
                <p:nvPr/>
              </p:nvSpPr>
              <p:spPr>
                <a:xfrm>
                  <a:off x="8765640" y="3008160"/>
                  <a:ext cx="98640" cy="98640"/>
                </a:xfrm>
                <a:prstGeom prst="rect"/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49320" tIns="4932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48610" name="Google Shape;50;p2"/>
                <p:cNvSpPr/>
                <p:nvPr/>
              </p:nvSpPr>
              <p:spPr>
                <a:xfrm>
                  <a:off x="8770320" y="2801880"/>
                  <a:ext cx="88920" cy="88920"/>
                </a:xfrm>
                <a:prstGeom prst="rect"/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44640" tIns="4464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48611" name="Google Shape;51;p2"/>
                <p:cNvSpPr/>
                <p:nvPr/>
              </p:nvSpPr>
              <p:spPr>
                <a:xfrm>
                  <a:off x="8770320" y="2595600"/>
                  <a:ext cx="88920" cy="88920"/>
                </a:xfrm>
                <a:prstGeom prst="rect"/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44640" tIns="4464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48612" name="Google Shape;52;p2"/>
                <p:cNvSpPr/>
                <p:nvPr/>
              </p:nvSpPr>
              <p:spPr>
                <a:xfrm>
                  <a:off x="8775360" y="2378520"/>
                  <a:ext cx="79200" cy="79200"/>
                </a:xfrm>
                <a:prstGeom prst="rect"/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39600" tIns="3960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</p:grpSp>
          <p:grpSp>
            <p:nvGrpSpPr>
              <p:cNvPr id="49" name="Google Shape;53;p2"/>
              <p:cNvGrpSpPr/>
              <p:nvPr/>
            </p:nvGrpSpPr>
            <p:grpSpPr>
              <a:xfrm>
                <a:off x="8743320" y="2378520"/>
                <a:ext cx="142920" cy="2453760"/>
                <a:chOff x="8743320" y="2378520"/>
                <a:chExt cx="142920" cy="2453760"/>
              </a:xfrm>
            </p:grpSpPr>
            <p:sp>
              <p:nvSpPr>
                <p:cNvPr id="1048613" name="Google Shape;54;p2"/>
                <p:cNvSpPr/>
                <p:nvPr/>
              </p:nvSpPr>
              <p:spPr>
                <a:xfrm>
                  <a:off x="8743320" y="4689360"/>
                  <a:ext cx="142920" cy="142920"/>
                </a:xfrm>
                <a:prstGeom prst="rect"/>
                <a:noFill/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71640" tIns="7164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48614" name="Google Shape;55;p2"/>
                <p:cNvSpPr/>
                <p:nvPr/>
              </p:nvSpPr>
              <p:spPr>
                <a:xfrm>
                  <a:off x="8751960" y="4478760"/>
                  <a:ext cx="126000" cy="126360"/>
                </a:xfrm>
                <a:prstGeom prst="rect"/>
                <a:solidFill>
                  <a:srgbClr val="009F8C">
                    <a:alpha val="5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63360" tIns="6336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48615" name="Google Shape;56;p2"/>
                <p:cNvSpPr/>
                <p:nvPr/>
              </p:nvSpPr>
              <p:spPr>
                <a:xfrm>
                  <a:off x="8751960" y="4267800"/>
                  <a:ext cx="126000" cy="126360"/>
                </a:xfrm>
                <a:prstGeom prst="rect"/>
                <a:solidFill>
                  <a:srgbClr val="009F8C">
                    <a:alpha val="10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63360" tIns="6336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48616" name="Google Shape;57;p2"/>
                <p:cNvSpPr/>
                <p:nvPr/>
              </p:nvSpPr>
              <p:spPr>
                <a:xfrm>
                  <a:off x="8751960" y="4057200"/>
                  <a:ext cx="126000" cy="126360"/>
                </a:xfrm>
                <a:prstGeom prst="rect"/>
                <a:solidFill>
                  <a:srgbClr val="009F8C">
                    <a:alpha val="20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63360" tIns="6336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48617" name="Google Shape;58;p2"/>
                <p:cNvSpPr/>
                <p:nvPr/>
              </p:nvSpPr>
              <p:spPr>
                <a:xfrm>
                  <a:off x="8756280" y="3846600"/>
                  <a:ext cx="117360" cy="117720"/>
                </a:xfrm>
                <a:prstGeom prst="rect"/>
                <a:solidFill>
                  <a:srgbClr val="009F8C">
                    <a:alpha val="30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59040" tIns="5904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48618" name="Google Shape;59;p2"/>
                <p:cNvSpPr/>
                <p:nvPr/>
              </p:nvSpPr>
              <p:spPr>
                <a:xfrm>
                  <a:off x="8756280" y="3635640"/>
                  <a:ext cx="117360" cy="117720"/>
                </a:xfrm>
                <a:prstGeom prst="rect"/>
                <a:solidFill>
                  <a:srgbClr val="009F8C">
                    <a:alpha val="40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59040" tIns="5904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48619" name="Google Shape;60;p2"/>
                <p:cNvSpPr/>
                <p:nvPr/>
              </p:nvSpPr>
              <p:spPr>
                <a:xfrm>
                  <a:off x="8758440" y="3425040"/>
                  <a:ext cx="113040" cy="113040"/>
                </a:xfrm>
                <a:prstGeom prst="rect"/>
                <a:solidFill>
                  <a:srgbClr val="009F8C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56520" tIns="5652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48620" name="Google Shape;61;p2"/>
                <p:cNvSpPr/>
                <p:nvPr/>
              </p:nvSpPr>
              <p:spPr>
                <a:xfrm>
                  <a:off x="8760600" y="3214440"/>
                  <a:ext cx="108720" cy="108720"/>
                </a:xfrm>
                <a:prstGeom prst="rect"/>
                <a:solidFill>
                  <a:srgbClr val="009F8C">
                    <a:alpha val="55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54360" tIns="5436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48621" name="Google Shape;62;p2"/>
                <p:cNvSpPr/>
                <p:nvPr/>
              </p:nvSpPr>
              <p:spPr>
                <a:xfrm>
                  <a:off x="8765640" y="3008160"/>
                  <a:ext cx="98640" cy="98640"/>
                </a:xfrm>
                <a:prstGeom prst="rect"/>
                <a:solidFill>
                  <a:srgbClr val="009F8C">
                    <a:alpha val="60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49320" tIns="4932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48622" name="Google Shape;63;p2"/>
                <p:cNvSpPr/>
                <p:nvPr/>
              </p:nvSpPr>
              <p:spPr>
                <a:xfrm>
                  <a:off x="8770320" y="2801880"/>
                  <a:ext cx="88920" cy="88920"/>
                </a:xfrm>
                <a:prstGeom prst="rect"/>
                <a:solidFill>
                  <a:srgbClr val="009F8C">
                    <a:alpha val="65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44640" tIns="4464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48623" name="Google Shape;64;p2"/>
                <p:cNvSpPr/>
                <p:nvPr/>
              </p:nvSpPr>
              <p:spPr>
                <a:xfrm>
                  <a:off x="8770320" y="2595600"/>
                  <a:ext cx="88920" cy="88920"/>
                </a:xfrm>
                <a:prstGeom prst="rect"/>
                <a:solidFill>
                  <a:srgbClr val="009F8C">
                    <a:alpha val="70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44640" tIns="4464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48624" name="Google Shape;65;p2"/>
                <p:cNvSpPr/>
                <p:nvPr/>
              </p:nvSpPr>
              <p:spPr>
                <a:xfrm>
                  <a:off x="8775360" y="2378520"/>
                  <a:ext cx="79200" cy="79200"/>
                </a:xfrm>
                <a:prstGeom prst="rect"/>
                <a:solidFill>
                  <a:srgbClr val="009F8C">
                    <a:alpha val="80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39600" tIns="3960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</p:grpSp>
        </p:grpSp>
        <p:grpSp>
          <p:nvGrpSpPr>
            <p:cNvPr id="50" name="Google Shape;66;p2"/>
            <p:cNvGrpSpPr/>
            <p:nvPr/>
          </p:nvGrpSpPr>
          <p:grpSpPr>
            <a:xfrm>
              <a:off x="636840" y="2867040"/>
              <a:ext cx="142920" cy="2453760"/>
              <a:chOff x="636840" y="2867040"/>
              <a:chExt cx="142920" cy="2453760"/>
            </a:xfrm>
          </p:grpSpPr>
          <p:grpSp>
            <p:nvGrpSpPr>
              <p:cNvPr id="51" name="Google Shape;67;p2"/>
              <p:cNvGrpSpPr/>
              <p:nvPr/>
            </p:nvGrpSpPr>
            <p:grpSpPr>
              <a:xfrm>
                <a:off x="636840" y="2867040"/>
                <a:ext cx="142920" cy="2453760"/>
                <a:chOff x="636840" y="2867040"/>
                <a:chExt cx="142920" cy="2453760"/>
              </a:xfrm>
            </p:grpSpPr>
            <p:sp>
              <p:nvSpPr>
                <p:cNvPr id="1048625" name="Google Shape;68;p2"/>
                <p:cNvSpPr/>
                <p:nvPr/>
              </p:nvSpPr>
              <p:spPr>
                <a:xfrm>
                  <a:off x="636840" y="5177880"/>
                  <a:ext cx="142920" cy="142920"/>
                </a:xfrm>
                <a:prstGeom prst="rect"/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71640" tIns="7164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48626" name="Google Shape;69;p2"/>
                <p:cNvSpPr/>
                <p:nvPr/>
              </p:nvSpPr>
              <p:spPr>
                <a:xfrm>
                  <a:off x="645480" y="4967280"/>
                  <a:ext cx="126000" cy="126360"/>
                </a:xfrm>
                <a:prstGeom prst="rect"/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63360" tIns="6336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48627" name="Google Shape;70;p2"/>
                <p:cNvSpPr/>
                <p:nvPr/>
              </p:nvSpPr>
              <p:spPr>
                <a:xfrm>
                  <a:off x="645480" y="4756680"/>
                  <a:ext cx="126000" cy="126360"/>
                </a:xfrm>
                <a:prstGeom prst="rect"/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63360" tIns="6336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48628" name="Google Shape;71;p2"/>
                <p:cNvSpPr/>
                <p:nvPr/>
              </p:nvSpPr>
              <p:spPr>
                <a:xfrm>
                  <a:off x="645480" y="4545720"/>
                  <a:ext cx="126000" cy="126360"/>
                </a:xfrm>
                <a:prstGeom prst="rect"/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63360" tIns="6336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48629" name="Google Shape;72;p2"/>
                <p:cNvSpPr/>
                <p:nvPr/>
              </p:nvSpPr>
              <p:spPr>
                <a:xfrm>
                  <a:off x="649800" y="4335120"/>
                  <a:ext cx="117360" cy="117720"/>
                </a:xfrm>
                <a:prstGeom prst="rect"/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59040" tIns="5904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48630" name="Google Shape;73;p2"/>
                <p:cNvSpPr/>
                <p:nvPr/>
              </p:nvSpPr>
              <p:spPr>
                <a:xfrm>
                  <a:off x="649800" y="4124520"/>
                  <a:ext cx="117360" cy="117720"/>
                </a:xfrm>
                <a:prstGeom prst="rect"/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59040" tIns="5904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48631" name="Google Shape;74;p2"/>
                <p:cNvSpPr/>
                <p:nvPr/>
              </p:nvSpPr>
              <p:spPr>
                <a:xfrm>
                  <a:off x="651960" y="3913560"/>
                  <a:ext cx="113040" cy="113040"/>
                </a:xfrm>
                <a:prstGeom prst="rect"/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56520" tIns="5652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48632" name="Google Shape;75;p2"/>
                <p:cNvSpPr/>
                <p:nvPr/>
              </p:nvSpPr>
              <p:spPr>
                <a:xfrm>
                  <a:off x="654120" y="3702960"/>
                  <a:ext cx="108720" cy="108720"/>
                </a:xfrm>
                <a:prstGeom prst="rect"/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54360" tIns="5436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48633" name="Google Shape;76;p2"/>
                <p:cNvSpPr/>
                <p:nvPr/>
              </p:nvSpPr>
              <p:spPr>
                <a:xfrm>
                  <a:off x="659160" y="3496680"/>
                  <a:ext cx="98640" cy="98640"/>
                </a:xfrm>
                <a:prstGeom prst="rect"/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49320" tIns="4932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48634" name="Google Shape;77;p2"/>
                <p:cNvSpPr/>
                <p:nvPr/>
              </p:nvSpPr>
              <p:spPr>
                <a:xfrm>
                  <a:off x="663840" y="3290400"/>
                  <a:ext cx="88920" cy="88920"/>
                </a:xfrm>
                <a:prstGeom prst="rect"/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44640" tIns="4464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48635" name="Google Shape;78;p2"/>
                <p:cNvSpPr/>
                <p:nvPr/>
              </p:nvSpPr>
              <p:spPr>
                <a:xfrm>
                  <a:off x="663840" y="3084120"/>
                  <a:ext cx="88920" cy="88920"/>
                </a:xfrm>
                <a:prstGeom prst="rect"/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44640" tIns="4464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48636" name="Google Shape;79;p2"/>
                <p:cNvSpPr/>
                <p:nvPr/>
              </p:nvSpPr>
              <p:spPr>
                <a:xfrm>
                  <a:off x="668880" y="2867040"/>
                  <a:ext cx="79200" cy="79200"/>
                </a:xfrm>
                <a:prstGeom prst="rect"/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39600" tIns="3960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</p:grpSp>
          <p:grpSp>
            <p:nvGrpSpPr>
              <p:cNvPr id="52" name="Google Shape;80;p2"/>
              <p:cNvGrpSpPr/>
              <p:nvPr/>
            </p:nvGrpSpPr>
            <p:grpSpPr>
              <a:xfrm>
                <a:off x="636840" y="2867040"/>
                <a:ext cx="142920" cy="2453760"/>
                <a:chOff x="636840" y="2867040"/>
                <a:chExt cx="142920" cy="2453760"/>
              </a:xfrm>
            </p:grpSpPr>
            <p:sp>
              <p:nvSpPr>
                <p:cNvPr id="1048637" name="Google Shape;81;p2"/>
                <p:cNvSpPr/>
                <p:nvPr/>
              </p:nvSpPr>
              <p:spPr>
                <a:xfrm>
                  <a:off x="636840" y="5177880"/>
                  <a:ext cx="142920" cy="142920"/>
                </a:xfrm>
                <a:prstGeom prst="rect"/>
                <a:noFill/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71640" tIns="7164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48638" name="Google Shape;82;p2"/>
                <p:cNvSpPr/>
                <p:nvPr/>
              </p:nvSpPr>
              <p:spPr>
                <a:xfrm>
                  <a:off x="645480" y="4967280"/>
                  <a:ext cx="126000" cy="126360"/>
                </a:xfrm>
                <a:prstGeom prst="rect"/>
                <a:solidFill>
                  <a:srgbClr val="009F8C">
                    <a:alpha val="5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63360" tIns="6336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48639" name="Google Shape;83;p2"/>
                <p:cNvSpPr/>
                <p:nvPr/>
              </p:nvSpPr>
              <p:spPr>
                <a:xfrm>
                  <a:off x="645480" y="4756680"/>
                  <a:ext cx="126000" cy="126360"/>
                </a:xfrm>
                <a:prstGeom prst="rect"/>
                <a:solidFill>
                  <a:srgbClr val="009F8C">
                    <a:alpha val="10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63360" tIns="6336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48640" name="Google Shape;84;p2"/>
                <p:cNvSpPr/>
                <p:nvPr/>
              </p:nvSpPr>
              <p:spPr>
                <a:xfrm>
                  <a:off x="645480" y="4545720"/>
                  <a:ext cx="126000" cy="126360"/>
                </a:xfrm>
                <a:prstGeom prst="rect"/>
                <a:solidFill>
                  <a:srgbClr val="009F8C">
                    <a:alpha val="20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63360" tIns="6336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48641" name="Google Shape;85;p2"/>
                <p:cNvSpPr/>
                <p:nvPr/>
              </p:nvSpPr>
              <p:spPr>
                <a:xfrm>
                  <a:off x="649800" y="4335120"/>
                  <a:ext cx="117360" cy="117720"/>
                </a:xfrm>
                <a:prstGeom prst="rect"/>
                <a:solidFill>
                  <a:srgbClr val="009F8C">
                    <a:alpha val="30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59040" tIns="5904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48642" name="Google Shape;86;p2"/>
                <p:cNvSpPr/>
                <p:nvPr/>
              </p:nvSpPr>
              <p:spPr>
                <a:xfrm>
                  <a:off x="649800" y="4124520"/>
                  <a:ext cx="117360" cy="117720"/>
                </a:xfrm>
                <a:prstGeom prst="rect"/>
                <a:solidFill>
                  <a:srgbClr val="009F8C">
                    <a:alpha val="40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59040" tIns="5904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48643" name="Google Shape;87;p2"/>
                <p:cNvSpPr/>
                <p:nvPr/>
              </p:nvSpPr>
              <p:spPr>
                <a:xfrm>
                  <a:off x="651960" y="3913560"/>
                  <a:ext cx="113040" cy="113040"/>
                </a:xfrm>
                <a:prstGeom prst="rect"/>
                <a:solidFill>
                  <a:srgbClr val="009F8C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56520" tIns="5652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48644" name="Google Shape;88;p2"/>
                <p:cNvSpPr/>
                <p:nvPr/>
              </p:nvSpPr>
              <p:spPr>
                <a:xfrm>
                  <a:off x="654120" y="3702960"/>
                  <a:ext cx="108720" cy="108720"/>
                </a:xfrm>
                <a:prstGeom prst="rect"/>
                <a:solidFill>
                  <a:srgbClr val="009F8C">
                    <a:alpha val="55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54360" tIns="5436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48645" name="Google Shape;89;p2"/>
                <p:cNvSpPr/>
                <p:nvPr/>
              </p:nvSpPr>
              <p:spPr>
                <a:xfrm>
                  <a:off x="659160" y="3496680"/>
                  <a:ext cx="98640" cy="98640"/>
                </a:xfrm>
                <a:prstGeom prst="rect"/>
                <a:solidFill>
                  <a:srgbClr val="009F8C">
                    <a:alpha val="60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49320" tIns="4932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48646" name="Google Shape;90;p2"/>
                <p:cNvSpPr/>
                <p:nvPr/>
              </p:nvSpPr>
              <p:spPr>
                <a:xfrm>
                  <a:off x="663840" y="3290400"/>
                  <a:ext cx="88920" cy="88920"/>
                </a:xfrm>
                <a:prstGeom prst="rect"/>
                <a:solidFill>
                  <a:srgbClr val="009F8C">
                    <a:alpha val="65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44640" tIns="4464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48647" name="Google Shape;91;p2"/>
                <p:cNvSpPr/>
                <p:nvPr/>
              </p:nvSpPr>
              <p:spPr>
                <a:xfrm>
                  <a:off x="663840" y="3084120"/>
                  <a:ext cx="88920" cy="88920"/>
                </a:xfrm>
                <a:prstGeom prst="rect"/>
                <a:solidFill>
                  <a:srgbClr val="009F8C">
                    <a:alpha val="70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44640" tIns="4464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48648" name="Google Shape;92;p2"/>
                <p:cNvSpPr/>
                <p:nvPr/>
              </p:nvSpPr>
              <p:spPr>
                <a:xfrm>
                  <a:off x="668880" y="2867040"/>
                  <a:ext cx="79200" cy="79200"/>
                </a:xfrm>
                <a:prstGeom prst="rect"/>
                <a:solidFill>
                  <a:srgbClr val="009F8C">
                    <a:alpha val="80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39600" tIns="3960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</p:grpSp>
        </p:grpSp>
        <p:grpSp>
          <p:nvGrpSpPr>
            <p:cNvPr id="53" name="Google Shape;93;p2"/>
            <p:cNvGrpSpPr/>
            <p:nvPr/>
          </p:nvGrpSpPr>
          <p:grpSpPr>
            <a:xfrm>
              <a:off x="8600040" y="-1422000"/>
              <a:ext cx="142920" cy="2453760"/>
              <a:chOff x="8600040" y="-1422000"/>
              <a:chExt cx="142920" cy="2453760"/>
            </a:xfrm>
          </p:grpSpPr>
          <p:grpSp>
            <p:nvGrpSpPr>
              <p:cNvPr id="54" name="Google Shape;94;p2"/>
              <p:cNvGrpSpPr/>
              <p:nvPr/>
            </p:nvGrpSpPr>
            <p:grpSpPr>
              <a:xfrm>
                <a:off x="8600040" y="-1422000"/>
                <a:ext cx="142920" cy="2453760"/>
                <a:chOff x="8600040" y="-1422000"/>
                <a:chExt cx="142920" cy="2453760"/>
              </a:xfrm>
            </p:grpSpPr>
            <p:sp>
              <p:nvSpPr>
                <p:cNvPr id="1048649" name="Google Shape;95;p2"/>
                <p:cNvSpPr/>
                <p:nvPr/>
              </p:nvSpPr>
              <p:spPr>
                <a:xfrm>
                  <a:off x="8600040" y="888840"/>
                  <a:ext cx="142920" cy="142920"/>
                </a:xfrm>
                <a:prstGeom prst="rect"/>
                <a:gradFill rotWithShape="0">
                  <a:gsLst>
                    <a:gs pos="0">
                      <a:srgbClr val="B6F8F0"/>
                    </a:gs>
                    <a:gs pos="100000">
                      <a:srgbClr val="7DF3E5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71640" tIns="7164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48650" name="Google Shape;96;p2"/>
                <p:cNvSpPr/>
                <p:nvPr/>
              </p:nvSpPr>
              <p:spPr>
                <a:xfrm>
                  <a:off x="8608320" y="678240"/>
                  <a:ext cx="126000" cy="126360"/>
                </a:xfrm>
                <a:prstGeom prst="rect"/>
                <a:gradFill rotWithShape="0">
                  <a:gsLst>
                    <a:gs pos="0">
                      <a:srgbClr val="B6F8F0"/>
                    </a:gs>
                    <a:gs pos="100000">
                      <a:srgbClr val="7DF3E5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63360" tIns="6336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48651" name="Google Shape;97;p2"/>
                <p:cNvSpPr/>
                <p:nvPr/>
              </p:nvSpPr>
              <p:spPr>
                <a:xfrm>
                  <a:off x="8608320" y="467640"/>
                  <a:ext cx="126000" cy="126360"/>
                </a:xfrm>
                <a:prstGeom prst="rect"/>
                <a:gradFill rotWithShape="0">
                  <a:gsLst>
                    <a:gs pos="0">
                      <a:srgbClr val="B6F8F0"/>
                    </a:gs>
                    <a:gs pos="100000">
                      <a:srgbClr val="7DF3E5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63360" tIns="6336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48652" name="Google Shape;98;p2"/>
                <p:cNvSpPr/>
                <p:nvPr/>
              </p:nvSpPr>
              <p:spPr>
                <a:xfrm>
                  <a:off x="8608320" y="256680"/>
                  <a:ext cx="126000" cy="126360"/>
                </a:xfrm>
                <a:prstGeom prst="rect"/>
                <a:gradFill rotWithShape="0">
                  <a:gsLst>
                    <a:gs pos="0">
                      <a:srgbClr val="B6F8F0"/>
                    </a:gs>
                    <a:gs pos="100000">
                      <a:srgbClr val="7DF3E5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63360" tIns="6336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48653" name="Google Shape;99;p2"/>
                <p:cNvSpPr/>
                <p:nvPr/>
              </p:nvSpPr>
              <p:spPr>
                <a:xfrm>
                  <a:off x="8612640" y="46080"/>
                  <a:ext cx="117360" cy="117720"/>
                </a:xfrm>
                <a:prstGeom prst="rect"/>
                <a:gradFill rotWithShape="0">
                  <a:gsLst>
                    <a:gs pos="0">
                      <a:srgbClr val="B6F8F0"/>
                    </a:gs>
                    <a:gs pos="100000">
                      <a:srgbClr val="7DF3E5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59040" tIns="5904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48654" name="Google Shape;100;p2"/>
                <p:cNvSpPr/>
                <p:nvPr/>
              </p:nvSpPr>
              <p:spPr>
                <a:xfrm>
                  <a:off x="8612640" y="-164520"/>
                  <a:ext cx="117360" cy="117720"/>
                </a:xfrm>
                <a:prstGeom prst="rect"/>
                <a:gradFill rotWithShape="0">
                  <a:gsLst>
                    <a:gs pos="0">
                      <a:srgbClr val="B6F8F0"/>
                    </a:gs>
                    <a:gs pos="100000">
                      <a:srgbClr val="7DF3E5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59040" tIns="5904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48655" name="Google Shape;101;p2"/>
                <p:cNvSpPr/>
                <p:nvPr/>
              </p:nvSpPr>
              <p:spPr>
                <a:xfrm>
                  <a:off x="8614800" y="-375480"/>
                  <a:ext cx="113040" cy="113040"/>
                </a:xfrm>
                <a:prstGeom prst="rect"/>
                <a:gradFill rotWithShape="0">
                  <a:gsLst>
                    <a:gs pos="0">
                      <a:srgbClr val="B6F8F0"/>
                    </a:gs>
                    <a:gs pos="100000">
                      <a:srgbClr val="7DF3E5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56520" tIns="5652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48656" name="Google Shape;102;p2"/>
                <p:cNvSpPr/>
                <p:nvPr/>
              </p:nvSpPr>
              <p:spPr>
                <a:xfrm>
                  <a:off x="8617320" y="-586080"/>
                  <a:ext cx="108720" cy="108720"/>
                </a:xfrm>
                <a:prstGeom prst="rect"/>
                <a:gradFill rotWithShape="0">
                  <a:gsLst>
                    <a:gs pos="0">
                      <a:srgbClr val="B6F8F0"/>
                    </a:gs>
                    <a:gs pos="100000">
                      <a:srgbClr val="7DF3E5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54360" tIns="5436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48657" name="Google Shape;103;p2"/>
                <p:cNvSpPr/>
                <p:nvPr/>
              </p:nvSpPr>
              <p:spPr>
                <a:xfrm>
                  <a:off x="8622000" y="-792360"/>
                  <a:ext cx="98640" cy="98640"/>
                </a:xfrm>
                <a:prstGeom prst="rect"/>
                <a:gradFill rotWithShape="0">
                  <a:gsLst>
                    <a:gs pos="0">
                      <a:srgbClr val="B6F8F0"/>
                    </a:gs>
                    <a:gs pos="100000">
                      <a:srgbClr val="7DF3E5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49320" tIns="4932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48658" name="Google Shape;104;p2"/>
                <p:cNvSpPr/>
                <p:nvPr/>
              </p:nvSpPr>
              <p:spPr>
                <a:xfrm>
                  <a:off x="8627040" y="-998640"/>
                  <a:ext cx="88920" cy="88920"/>
                </a:xfrm>
                <a:prstGeom prst="rect"/>
                <a:gradFill rotWithShape="0">
                  <a:gsLst>
                    <a:gs pos="0">
                      <a:srgbClr val="B6F8F0"/>
                    </a:gs>
                    <a:gs pos="100000">
                      <a:srgbClr val="7DF3E5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44640" tIns="4464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48659" name="Google Shape;105;p2"/>
                <p:cNvSpPr/>
                <p:nvPr/>
              </p:nvSpPr>
              <p:spPr>
                <a:xfrm>
                  <a:off x="8627040" y="-1204920"/>
                  <a:ext cx="88920" cy="88920"/>
                </a:xfrm>
                <a:prstGeom prst="rect"/>
                <a:gradFill rotWithShape="0">
                  <a:gsLst>
                    <a:gs pos="0">
                      <a:srgbClr val="B6F8F0"/>
                    </a:gs>
                    <a:gs pos="100000">
                      <a:srgbClr val="7DF3E5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44640" tIns="4464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48660" name="Google Shape;106;p2"/>
                <p:cNvSpPr/>
                <p:nvPr/>
              </p:nvSpPr>
              <p:spPr>
                <a:xfrm>
                  <a:off x="8631720" y="-1422000"/>
                  <a:ext cx="79200" cy="79200"/>
                </a:xfrm>
                <a:prstGeom prst="rect"/>
                <a:gradFill rotWithShape="0">
                  <a:gsLst>
                    <a:gs pos="0">
                      <a:srgbClr val="B6F8F0"/>
                    </a:gs>
                    <a:gs pos="100000">
                      <a:srgbClr val="7DF3E5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39600" tIns="3960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</p:grpSp>
          <p:sp>
            <p:nvSpPr>
              <p:cNvPr id="1048661" name="Google Shape;107;p2"/>
              <p:cNvSpPr/>
              <p:nvPr/>
            </p:nvSpPr>
            <p:spPr>
              <a:xfrm>
                <a:off x="8600040" y="888840"/>
                <a:ext cx="142920" cy="142920"/>
              </a:xfrm>
              <a:prstGeom prst="rect"/>
              <a:noFill/>
              <a:ln w="0">
                <a:noFill/>
              </a:ln>
            </p:spPr>
            <p:style>
              <a:lnRef idx="0">
                <a:srgbClr val="000000"/>
              </a:lnRef>
              <a:fillRef idx="0">
                <a:srgbClr val="000000"/>
              </a:fillRef>
              <a:effectRef idx="0">
                <a:srgbClr val="000000"/>
              </a:effectRef>
              <a:fontRef idx="minor">
                <a:srgbClr val="000000"/>
              </a:fontRef>
            </p:style>
            <p:txBody>
              <a:bodyPr anchor="ctr" bIns="71640" tIns="71640">
                <a:noAutofit/>
              </a:bodyPr>
              <a:p>
                <a:pPr algn="ctr"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sz="1800" lang="en-US" strike="noStrike" u="none">
                  <a:solidFill>
                    <a:srgbClr val="FFFFFF"/>
                  </a:solidFill>
                  <a:effectLst/>
                  <a:latin typeface="OpenSymbol"/>
                </a:endParaRPr>
              </a:p>
            </p:txBody>
          </p:sp>
          <p:sp>
            <p:nvSpPr>
              <p:cNvPr id="1048662" name="Google Shape;108;p2"/>
              <p:cNvSpPr/>
              <p:nvPr/>
            </p:nvSpPr>
            <p:spPr>
              <a:xfrm>
                <a:off x="8608320" y="678240"/>
                <a:ext cx="126000" cy="126360"/>
              </a:xfrm>
              <a:prstGeom prst="rect"/>
              <a:solidFill>
                <a:srgbClr val="009F8C">
                  <a:alpha val="5000"/>
                </a:srgbClr>
              </a:solidFill>
              <a:ln w="0">
                <a:noFill/>
              </a:ln>
            </p:spPr>
            <p:style>
              <a:lnRef idx="0">
                <a:srgbClr val="000000"/>
              </a:lnRef>
              <a:fillRef idx="0">
                <a:srgbClr val="000000"/>
              </a:fillRef>
              <a:effectRef idx="0">
                <a:srgbClr val="000000"/>
              </a:effectRef>
              <a:fontRef idx="minor">
                <a:srgbClr val="000000"/>
              </a:fontRef>
            </p:style>
            <p:txBody>
              <a:bodyPr anchor="ctr" bIns="63360" tIns="63360">
                <a:noAutofit/>
              </a:bodyPr>
              <a:p>
                <a:pPr algn="ctr"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sz="1800" lang="en-US" strike="noStrike" u="none">
                  <a:solidFill>
                    <a:srgbClr val="FFFFFF"/>
                  </a:solidFill>
                  <a:effectLst/>
                  <a:latin typeface="OpenSymbol"/>
                </a:endParaRPr>
              </a:p>
            </p:txBody>
          </p:sp>
          <p:sp>
            <p:nvSpPr>
              <p:cNvPr id="1048663" name="Google Shape;109;p2"/>
              <p:cNvSpPr/>
              <p:nvPr/>
            </p:nvSpPr>
            <p:spPr>
              <a:xfrm>
                <a:off x="8608320" y="467640"/>
                <a:ext cx="126000" cy="126360"/>
              </a:xfrm>
              <a:prstGeom prst="rect"/>
              <a:solidFill>
                <a:srgbClr val="009F8C">
                  <a:alpha val="10000"/>
                </a:srgbClr>
              </a:solidFill>
              <a:ln w="0">
                <a:noFill/>
              </a:ln>
            </p:spPr>
            <p:style>
              <a:lnRef idx="0">
                <a:srgbClr val="000000"/>
              </a:lnRef>
              <a:fillRef idx="0">
                <a:srgbClr val="000000"/>
              </a:fillRef>
              <a:effectRef idx="0">
                <a:srgbClr val="000000"/>
              </a:effectRef>
              <a:fontRef idx="minor">
                <a:srgbClr val="000000"/>
              </a:fontRef>
            </p:style>
            <p:txBody>
              <a:bodyPr anchor="ctr" bIns="63360" tIns="63360">
                <a:noAutofit/>
              </a:bodyPr>
              <a:p>
                <a:pPr algn="ctr"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sz="1800" lang="en-US" strike="noStrike" u="none">
                  <a:solidFill>
                    <a:srgbClr val="FFFFFF"/>
                  </a:solidFill>
                  <a:effectLst/>
                  <a:latin typeface="OpenSymbol"/>
                </a:endParaRPr>
              </a:p>
            </p:txBody>
          </p:sp>
          <p:sp>
            <p:nvSpPr>
              <p:cNvPr id="1048664" name="Google Shape;110;p2"/>
              <p:cNvSpPr/>
              <p:nvPr/>
            </p:nvSpPr>
            <p:spPr>
              <a:xfrm>
                <a:off x="8608320" y="256680"/>
                <a:ext cx="126000" cy="126360"/>
              </a:xfrm>
              <a:prstGeom prst="rect"/>
              <a:solidFill>
                <a:srgbClr val="009F8C">
                  <a:alpha val="20000"/>
                </a:srgbClr>
              </a:solidFill>
              <a:ln w="0">
                <a:noFill/>
              </a:ln>
            </p:spPr>
            <p:style>
              <a:lnRef idx="0">
                <a:srgbClr val="000000"/>
              </a:lnRef>
              <a:fillRef idx="0">
                <a:srgbClr val="000000"/>
              </a:fillRef>
              <a:effectRef idx="0">
                <a:srgbClr val="000000"/>
              </a:effectRef>
              <a:fontRef idx="minor">
                <a:srgbClr val="000000"/>
              </a:fontRef>
            </p:style>
            <p:txBody>
              <a:bodyPr anchor="ctr" bIns="63360" tIns="63360">
                <a:noAutofit/>
              </a:bodyPr>
              <a:p>
                <a:pPr algn="ctr"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sz="1800" lang="en-US" strike="noStrike" u="none">
                  <a:solidFill>
                    <a:srgbClr val="FFFFFF"/>
                  </a:solidFill>
                  <a:effectLst/>
                  <a:latin typeface="OpenSymbol"/>
                </a:endParaRPr>
              </a:p>
            </p:txBody>
          </p:sp>
          <p:sp>
            <p:nvSpPr>
              <p:cNvPr id="1048665" name="Google Shape;111;p2"/>
              <p:cNvSpPr/>
              <p:nvPr/>
            </p:nvSpPr>
            <p:spPr>
              <a:xfrm>
                <a:off x="8612640" y="46080"/>
                <a:ext cx="117360" cy="117720"/>
              </a:xfrm>
              <a:prstGeom prst="rect"/>
              <a:solidFill>
                <a:srgbClr val="009F8C">
                  <a:alpha val="30000"/>
                </a:srgbClr>
              </a:solidFill>
              <a:ln w="0">
                <a:noFill/>
              </a:ln>
            </p:spPr>
            <p:style>
              <a:lnRef idx="0">
                <a:srgbClr val="000000"/>
              </a:lnRef>
              <a:fillRef idx="0">
                <a:srgbClr val="000000"/>
              </a:fillRef>
              <a:effectRef idx="0">
                <a:srgbClr val="000000"/>
              </a:effectRef>
              <a:fontRef idx="minor">
                <a:srgbClr val="000000"/>
              </a:fontRef>
            </p:style>
            <p:txBody>
              <a:bodyPr anchor="ctr" bIns="59040" tIns="59040">
                <a:noAutofit/>
              </a:bodyPr>
              <a:p>
                <a:pPr algn="ctr"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sz="1800" lang="en-US" strike="noStrike" u="none">
                  <a:solidFill>
                    <a:srgbClr val="FFFFFF"/>
                  </a:solidFill>
                  <a:effectLst/>
                  <a:latin typeface="OpenSymbol"/>
                </a:endParaRPr>
              </a:p>
            </p:txBody>
          </p:sp>
          <p:sp>
            <p:nvSpPr>
              <p:cNvPr id="1048666" name="Google Shape;112;p2"/>
              <p:cNvSpPr/>
              <p:nvPr/>
            </p:nvSpPr>
            <p:spPr>
              <a:xfrm>
                <a:off x="8612640" y="-164520"/>
                <a:ext cx="117360" cy="117720"/>
              </a:xfrm>
              <a:prstGeom prst="rect"/>
              <a:solidFill>
                <a:srgbClr val="009F8C">
                  <a:alpha val="40000"/>
                </a:srgbClr>
              </a:solidFill>
              <a:ln w="0">
                <a:noFill/>
              </a:ln>
            </p:spPr>
            <p:style>
              <a:lnRef idx="0">
                <a:srgbClr val="000000"/>
              </a:lnRef>
              <a:fillRef idx="0">
                <a:srgbClr val="000000"/>
              </a:fillRef>
              <a:effectRef idx="0">
                <a:srgbClr val="000000"/>
              </a:effectRef>
              <a:fontRef idx="minor">
                <a:srgbClr val="000000"/>
              </a:fontRef>
            </p:style>
            <p:txBody>
              <a:bodyPr anchor="ctr" bIns="59040" tIns="59040">
                <a:noAutofit/>
              </a:bodyPr>
              <a:p>
                <a:pPr algn="ctr"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sz="1800" lang="en-US" strike="noStrike" u="none">
                  <a:solidFill>
                    <a:srgbClr val="FFFFFF"/>
                  </a:solidFill>
                  <a:effectLst/>
                  <a:latin typeface="OpenSymbol"/>
                </a:endParaRPr>
              </a:p>
            </p:txBody>
          </p:sp>
          <p:sp>
            <p:nvSpPr>
              <p:cNvPr id="1048667" name="Google Shape;113;p2"/>
              <p:cNvSpPr/>
              <p:nvPr/>
            </p:nvSpPr>
            <p:spPr>
              <a:xfrm>
                <a:off x="8614800" y="-375480"/>
                <a:ext cx="113040" cy="113040"/>
              </a:xfrm>
              <a:prstGeom prst="rect"/>
              <a:solidFill>
                <a:srgbClr val="009F8C">
                  <a:alpha val="50000"/>
                </a:srgbClr>
              </a:solidFill>
              <a:ln w="0">
                <a:noFill/>
              </a:ln>
            </p:spPr>
            <p:style>
              <a:lnRef idx="0">
                <a:srgbClr val="000000"/>
              </a:lnRef>
              <a:fillRef idx="0">
                <a:srgbClr val="000000"/>
              </a:fillRef>
              <a:effectRef idx="0">
                <a:srgbClr val="000000"/>
              </a:effectRef>
              <a:fontRef idx="minor">
                <a:srgbClr val="000000"/>
              </a:fontRef>
            </p:style>
            <p:txBody>
              <a:bodyPr anchor="ctr" bIns="56520" tIns="56520">
                <a:noAutofit/>
              </a:bodyPr>
              <a:p>
                <a:pPr algn="ctr"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sz="1800" lang="en-US" strike="noStrike" u="none">
                  <a:solidFill>
                    <a:srgbClr val="FFFFFF"/>
                  </a:solidFill>
                  <a:effectLst/>
                  <a:latin typeface="OpenSymbol"/>
                </a:endParaRPr>
              </a:p>
            </p:txBody>
          </p:sp>
          <p:sp>
            <p:nvSpPr>
              <p:cNvPr id="1048668" name="Google Shape;114;p2"/>
              <p:cNvSpPr/>
              <p:nvPr/>
            </p:nvSpPr>
            <p:spPr>
              <a:xfrm>
                <a:off x="8617320" y="-586080"/>
                <a:ext cx="108720" cy="108720"/>
              </a:xfrm>
              <a:prstGeom prst="rect"/>
              <a:solidFill>
                <a:srgbClr val="009F8C">
                  <a:alpha val="55000"/>
                </a:srgbClr>
              </a:solidFill>
              <a:ln w="0">
                <a:noFill/>
              </a:ln>
            </p:spPr>
            <p:style>
              <a:lnRef idx="0">
                <a:srgbClr val="000000"/>
              </a:lnRef>
              <a:fillRef idx="0">
                <a:srgbClr val="000000"/>
              </a:fillRef>
              <a:effectRef idx="0">
                <a:srgbClr val="000000"/>
              </a:effectRef>
              <a:fontRef idx="minor">
                <a:srgbClr val="000000"/>
              </a:fontRef>
            </p:style>
            <p:txBody>
              <a:bodyPr anchor="ctr" bIns="54360" tIns="54360">
                <a:noAutofit/>
              </a:bodyPr>
              <a:p>
                <a:pPr algn="ctr"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sz="1800" lang="en-US" strike="noStrike" u="none">
                  <a:solidFill>
                    <a:srgbClr val="FFFFFF"/>
                  </a:solidFill>
                  <a:effectLst/>
                  <a:latin typeface="OpenSymbol"/>
                </a:endParaRPr>
              </a:p>
            </p:txBody>
          </p:sp>
          <p:sp>
            <p:nvSpPr>
              <p:cNvPr id="1048669" name="Google Shape;115;p2"/>
              <p:cNvSpPr/>
              <p:nvPr/>
            </p:nvSpPr>
            <p:spPr>
              <a:xfrm>
                <a:off x="8622000" y="-792360"/>
                <a:ext cx="98640" cy="98640"/>
              </a:xfrm>
              <a:prstGeom prst="rect"/>
              <a:solidFill>
                <a:srgbClr val="009F8C">
                  <a:alpha val="60000"/>
                </a:srgbClr>
              </a:solidFill>
              <a:ln w="0">
                <a:noFill/>
              </a:ln>
            </p:spPr>
            <p:style>
              <a:lnRef idx="0">
                <a:srgbClr val="000000"/>
              </a:lnRef>
              <a:fillRef idx="0">
                <a:srgbClr val="000000"/>
              </a:fillRef>
              <a:effectRef idx="0">
                <a:srgbClr val="000000"/>
              </a:effectRef>
              <a:fontRef idx="minor">
                <a:srgbClr val="000000"/>
              </a:fontRef>
            </p:style>
            <p:txBody>
              <a:bodyPr anchor="ctr" bIns="49320" tIns="49320">
                <a:noAutofit/>
              </a:bodyPr>
              <a:p>
                <a:pPr algn="ctr"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sz="1800" lang="en-US" strike="noStrike" u="none">
                  <a:solidFill>
                    <a:srgbClr val="FFFFFF"/>
                  </a:solidFill>
                  <a:effectLst/>
                  <a:latin typeface="OpenSymbol"/>
                </a:endParaRPr>
              </a:p>
            </p:txBody>
          </p:sp>
          <p:sp>
            <p:nvSpPr>
              <p:cNvPr id="1048670" name="Google Shape;116;p2"/>
              <p:cNvSpPr/>
              <p:nvPr/>
            </p:nvSpPr>
            <p:spPr>
              <a:xfrm>
                <a:off x="8627040" y="-998640"/>
                <a:ext cx="88920" cy="88920"/>
              </a:xfrm>
              <a:prstGeom prst="rect"/>
              <a:solidFill>
                <a:srgbClr val="009F8C">
                  <a:alpha val="65000"/>
                </a:srgbClr>
              </a:solidFill>
              <a:ln w="0">
                <a:noFill/>
              </a:ln>
            </p:spPr>
            <p:style>
              <a:lnRef idx="0">
                <a:srgbClr val="000000"/>
              </a:lnRef>
              <a:fillRef idx="0">
                <a:srgbClr val="000000"/>
              </a:fillRef>
              <a:effectRef idx="0">
                <a:srgbClr val="000000"/>
              </a:effectRef>
              <a:fontRef idx="minor">
                <a:srgbClr val="000000"/>
              </a:fontRef>
            </p:style>
            <p:txBody>
              <a:bodyPr anchor="ctr" bIns="44640" tIns="44640">
                <a:noAutofit/>
              </a:bodyPr>
              <a:p>
                <a:pPr algn="ctr"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sz="1800" lang="en-US" strike="noStrike" u="none">
                  <a:solidFill>
                    <a:srgbClr val="FFFFFF"/>
                  </a:solidFill>
                  <a:effectLst/>
                  <a:latin typeface="OpenSymbol"/>
                </a:endParaRPr>
              </a:p>
            </p:txBody>
          </p:sp>
          <p:sp>
            <p:nvSpPr>
              <p:cNvPr id="1048671" name="Google Shape;117;p2"/>
              <p:cNvSpPr/>
              <p:nvPr/>
            </p:nvSpPr>
            <p:spPr>
              <a:xfrm>
                <a:off x="8627040" y="-1204920"/>
                <a:ext cx="88920" cy="88920"/>
              </a:xfrm>
              <a:prstGeom prst="rect"/>
              <a:solidFill>
                <a:srgbClr val="009F8C">
                  <a:alpha val="70000"/>
                </a:srgbClr>
              </a:solidFill>
              <a:ln w="0">
                <a:noFill/>
              </a:ln>
            </p:spPr>
            <p:style>
              <a:lnRef idx="0">
                <a:srgbClr val="000000"/>
              </a:lnRef>
              <a:fillRef idx="0">
                <a:srgbClr val="000000"/>
              </a:fillRef>
              <a:effectRef idx="0">
                <a:srgbClr val="000000"/>
              </a:effectRef>
              <a:fontRef idx="minor">
                <a:srgbClr val="000000"/>
              </a:fontRef>
            </p:style>
            <p:txBody>
              <a:bodyPr anchor="ctr" bIns="44640" tIns="44640">
                <a:noAutofit/>
              </a:bodyPr>
              <a:p>
                <a:pPr algn="ctr"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sz="1800" lang="en-US" strike="noStrike" u="none">
                  <a:solidFill>
                    <a:srgbClr val="FFFFFF"/>
                  </a:solidFill>
                  <a:effectLst/>
                  <a:latin typeface="OpenSymbol"/>
                </a:endParaRPr>
              </a:p>
            </p:txBody>
          </p:sp>
          <p:sp>
            <p:nvSpPr>
              <p:cNvPr id="1048672" name="Google Shape;118;p2"/>
              <p:cNvSpPr/>
              <p:nvPr/>
            </p:nvSpPr>
            <p:spPr>
              <a:xfrm>
                <a:off x="8631720" y="-1422000"/>
                <a:ext cx="79200" cy="79200"/>
              </a:xfrm>
              <a:prstGeom prst="rect"/>
              <a:solidFill>
                <a:srgbClr val="009F8C">
                  <a:alpha val="80000"/>
                </a:srgbClr>
              </a:solidFill>
              <a:ln w="0">
                <a:noFill/>
              </a:ln>
            </p:spPr>
            <p:style>
              <a:lnRef idx="0">
                <a:srgbClr val="000000"/>
              </a:lnRef>
              <a:fillRef idx="0">
                <a:srgbClr val="000000"/>
              </a:fillRef>
              <a:effectRef idx="0">
                <a:srgbClr val="000000"/>
              </a:effectRef>
              <a:fontRef idx="minor">
                <a:srgbClr val="000000"/>
              </a:fontRef>
            </p:style>
            <p:txBody>
              <a:bodyPr anchor="ctr" bIns="39600" tIns="39600">
                <a:noAutofit/>
              </a:bodyPr>
              <a:p>
                <a:pPr algn="ctr"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sz="1800" lang="en-US" strike="noStrike" u="none">
                  <a:solidFill>
                    <a:srgbClr val="FFFFFF"/>
                  </a:solidFill>
                  <a:effectLst/>
                  <a:latin typeface="OpenSymbol"/>
                </a:endParaRPr>
              </a:p>
            </p:txBody>
          </p:sp>
        </p:grpSp>
      </p:grpSp>
      <p:sp>
        <p:nvSpPr>
          <p:cNvPr id="1048673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/>
          <a:noFill/>
          <a:ln w="0">
            <a:noFill/>
          </a:ln>
        </p:spPr>
        <p:txBody>
          <a:bodyPr anchor="t" bIns="0" lIns="0" rIns="0" tIns="0">
            <a:normAutofit/>
          </a:bodyPr>
          <a:p>
            <a:pPr indent="-324000" marL="432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sz="1400" lang="fr-FR" strike="noStrike" u="none">
                <a:solidFill>
                  <a:srgbClr val="000000"/>
                </a:solidFill>
                <a:effectLst/>
                <a:latin typeface="Arial"/>
              </a:rPr>
              <a:t>Click to edit the outline text format</a:t>
            </a:r>
            <a:endParaRPr b="0" sz="1400" lang="fr-FR" strike="noStrike" u="none">
              <a:solidFill>
                <a:srgbClr val="000000"/>
              </a:solidFill>
              <a:effectLst/>
              <a:latin typeface="Arial"/>
            </a:endParaRPr>
          </a:p>
          <a:p>
            <a:pPr indent="-324000" lvl="1" marL="86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sz="1400" lang="fr-FR" strike="noStrike" u="none">
                <a:solidFill>
                  <a:srgbClr val="000000"/>
                </a:solidFill>
                <a:effectLst/>
                <a:latin typeface="Arial"/>
              </a:rPr>
              <a:t>Second Outline Level</a:t>
            </a:r>
            <a:endParaRPr b="0" sz="1400" lang="fr-FR" strike="noStrike" u="none">
              <a:solidFill>
                <a:srgbClr val="000000"/>
              </a:solidFill>
              <a:effectLst/>
              <a:latin typeface="Arial"/>
            </a:endParaRPr>
          </a:p>
          <a:p>
            <a:pPr indent="-288000" lvl="2" marL="1296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sz="1400" lang="fr-FR" strike="noStrike" u="none">
                <a:solidFill>
                  <a:srgbClr val="000000"/>
                </a:solidFill>
                <a:effectLst/>
                <a:latin typeface="Arial"/>
              </a:rPr>
              <a:t>Third Outline Level</a:t>
            </a:r>
            <a:endParaRPr b="0" sz="1400" lang="fr-FR" strike="noStrike" u="none">
              <a:solidFill>
                <a:srgbClr val="000000"/>
              </a:solidFill>
              <a:effectLst/>
              <a:latin typeface="Arial"/>
            </a:endParaRPr>
          </a:p>
          <a:p>
            <a:pPr indent="-216000" lvl="3" marL="1728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sz="1400" lang="fr-FR" strike="noStrike" u="none">
                <a:solidFill>
                  <a:srgbClr val="000000"/>
                </a:solidFill>
                <a:effectLst/>
                <a:latin typeface="Arial"/>
              </a:rPr>
              <a:t>Fourth Outline Level</a:t>
            </a:r>
            <a:endParaRPr b="0" sz="1400" lang="fr-FR" strike="noStrike" u="none">
              <a:solidFill>
                <a:srgbClr val="000000"/>
              </a:solidFill>
              <a:effectLst/>
              <a:latin typeface="Arial"/>
            </a:endParaRPr>
          </a:p>
          <a:p>
            <a:pPr indent="-216000" lvl="4" marL="2160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sz="2000" lang="fr-FR" strike="noStrike" u="none">
                <a:solidFill>
                  <a:srgbClr val="000000"/>
                </a:solidFill>
                <a:effectLst/>
                <a:latin typeface="Arial"/>
              </a:rPr>
              <a:t>Fifth Outline Level</a:t>
            </a:r>
            <a:endParaRPr b="0" sz="2000" lang="fr-FR" strike="noStrike" u="none">
              <a:solidFill>
                <a:srgbClr val="000000"/>
              </a:solidFill>
              <a:effectLst/>
              <a:latin typeface="Arial"/>
            </a:endParaRPr>
          </a:p>
          <a:p>
            <a:pPr indent="-216000" lvl="5" marL="2592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sz="2000" lang="fr-FR" strike="noStrike" u="none">
                <a:solidFill>
                  <a:srgbClr val="000000"/>
                </a:solidFill>
                <a:effectLst/>
                <a:latin typeface="Arial"/>
              </a:rPr>
              <a:t>Sixth Outline Level</a:t>
            </a:r>
            <a:endParaRPr b="0" sz="2000" lang="fr-FR" strike="noStrike" u="none">
              <a:solidFill>
                <a:srgbClr val="000000"/>
              </a:solidFill>
              <a:effectLst/>
              <a:latin typeface="Arial"/>
            </a:endParaRPr>
          </a:p>
          <a:p>
            <a:pPr indent="-216000" lvl="6" marL="3024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sz="2000" lang="fr-FR" strike="noStrike" u="none">
                <a:solidFill>
                  <a:srgbClr val="000000"/>
                </a:solidFill>
                <a:effectLst/>
                <a:latin typeface="Arial"/>
              </a:rPr>
              <a:t>Seventh Outline Level</a:t>
            </a:r>
            <a:endParaRPr b="0" sz="2000" lang="fr-FR" strike="noStrike" u="none">
              <a:solidFill>
                <a:srgbClr val="000000"/>
              </a:solidFill>
              <a:effectLst/>
              <a:latin typeface="Arial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blank">
  <p:cSld name="BIG_NUMBER">
    <p:bg>
      <p:bgPr>
        <a:solidFill>
          <a:schemeClr val="lt1"/>
        </a:solidFill>
      </p:bgPr>
    </p:bg>
    <p:spTree>
      <p:nvGrpSpPr>
        <p:cNvPr id="7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48" name="PlaceHolder 1"/>
          <p:cNvSpPr>
            <a:spLocks noGrp="1"/>
          </p:cNvSpPr>
          <p:nvPr>
            <p:ph type="title"/>
          </p:nvPr>
        </p:nvSpPr>
        <p:spPr>
          <a:xfrm>
            <a:off x="2012760" y="1895760"/>
            <a:ext cx="5118120" cy="1012680"/>
          </a:xfrm>
          <a:prstGeom prst="rect"/>
          <a:noFill/>
          <a:ln w="0">
            <a:noFill/>
          </a:ln>
        </p:spPr>
        <p:txBody>
          <a:bodyPr anchor="b" bIns="91440" lIns="91440" rIns="91440" tIns="91440">
            <a:noAutofit/>
          </a:bodyPr>
          <a:p>
            <a:pPr algn="ctr" indent="0">
              <a:lnSpc>
                <a:spcPct val="100000"/>
              </a:lnSpc>
              <a:buNone/>
            </a:pPr>
            <a:r>
              <a:rPr b="1" sz="6000" lang="fr-FR" strike="noStrike" u="none">
                <a:solidFill>
                  <a:schemeClr val="accent1"/>
                </a:solidFill>
                <a:effectLst/>
                <a:latin typeface="Outfit"/>
                <a:ea typeface="Outfit"/>
              </a:rPr>
              <a:t>xx%</a:t>
            </a:r>
            <a:endParaRPr b="0" sz="6000" lang="fr-FR" strike="noStrike" u="none">
              <a:solidFill>
                <a:schemeClr val="dk1"/>
              </a:solidFill>
              <a:effectLst/>
              <a:latin typeface="Arial"/>
            </a:endParaRPr>
          </a:p>
        </p:txBody>
      </p:sp>
      <p:grpSp>
        <p:nvGrpSpPr>
          <p:cNvPr id="71" name="Google Shape;832;p11"/>
          <p:cNvGrpSpPr/>
          <p:nvPr/>
        </p:nvGrpSpPr>
        <p:grpSpPr>
          <a:xfrm>
            <a:off x="442440" y="-1825560"/>
            <a:ext cx="8420040" cy="8006040"/>
            <a:chOff x="442440" y="-1825560"/>
            <a:chExt cx="8420040" cy="8006040"/>
          </a:xfrm>
        </p:grpSpPr>
        <p:grpSp>
          <p:nvGrpSpPr>
            <p:cNvPr id="72" name="Google Shape;833;p11"/>
            <p:cNvGrpSpPr/>
            <p:nvPr/>
          </p:nvGrpSpPr>
          <p:grpSpPr>
            <a:xfrm>
              <a:off x="442440" y="-1825560"/>
              <a:ext cx="8420040" cy="5939280"/>
              <a:chOff x="442440" y="-1825560"/>
              <a:chExt cx="8420040" cy="5939280"/>
            </a:xfrm>
          </p:grpSpPr>
          <p:grpSp>
            <p:nvGrpSpPr>
              <p:cNvPr id="73" name="Google Shape;834;p11"/>
              <p:cNvGrpSpPr/>
              <p:nvPr/>
            </p:nvGrpSpPr>
            <p:grpSpPr>
              <a:xfrm>
                <a:off x="442440" y="873720"/>
                <a:ext cx="142920" cy="2453760"/>
                <a:chOff x="442440" y="873720"/>
                <a:chExt cx="142920" cy="2453760"/>
              </a:xfrm>
            </p:grpSpPr>
            <p:grpSp>
              <p:nvGrpSpPr>
                <p:cNvPr id="74" name="Google Shape;835;p11"/>
                <p:cNvGrpSpPr/>
                <p:nvPr/>
              </p:nvGrpSpPr>
              <p:grpSpPr>
                <a:xfrm>
                  <a:off x="442440" y="873720"/>
                  <a:ext cx="142920" cy="2453760"/>
                  <a:chOff x="442440" y="873720"/>
                  <a:chExt cx="142920" cy="2453760"/>
                </a:xfrm>
              </p:grpSpPr>
              <p:sp>
                <p:nvSpPr>
                  <p:cNvPr id="1048749" name="Google Shape;836;p11"/>
                  <p:cNvSpPr/>
                  <p:nvPr/>
                </p:nvSpPr>
                <p:spPr>
                  <a:xfrm>
                    <a:off x="442440" y="3184560"/>
                    <a:ext cx="142920" cy="142920"/>
                  </a:xfrm>
                  <a:prstGeom prst="rect"/>
                  <a:gradFill rotWithShape="0">
                    <a:gsLst>
                      <a:gs pos="0">
                        <a:srgbClr val="7DF3E5"/>
                      </a:gs>
                      <a:gs pos="100000">
                        <a:srgbClr val="02C5AE"/>
                      </a:gs>
                    </a:gsLst>
                    <a:lin ang="2700000"/>
                  </a:gradFill>
                  <a:ln w="0">
                    <a:noFill/>
                  </a:ln>
                  <a:effectLst>
                    <a:outerShdw algn="bl" blurRad="185760" rotWithShape="0">
                      <a:schemeClr val="dk1">
                        <a:alpha val="31000"/>
                      </a:schemeClr>
                    </a:outerShdw>
                  </a:effectLst>
                </p:spPr>
                <p:style>
                  <a:lnRef idx="0">
                    <a:srgbClr val="000000"/>
                  </a:lnRef>
                  <a:fillRef idx="0">
                    <a:srgbClr val="000000"/>
                  </a:fillRef>
                  <a:effectRef idx="0">
                    <a:srgbClr val="000000"/>
                  </a:effectRef>
                  <a:fontRef idx="minor">
                    <a:srgbClr val="000000"/>
                  </a:fontRef>
                </p:style>
                <p:txBody>
                  <a:bodyPr anchor="ctr" bIns="71640" tIns="71640">
                    <a:noAutofit/>
                  </a:bodyPr>
                  <a:p>
                    <a:pPr algn="ctr" defTabSz="9144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b="0" sz="1800" lang="en-US" strike="noStrike" u="none">
                      <a:solidFill>
                        <a:srgbClr val="000000"/>
                      </a:solidFill>
                      <a:effectLst/>
                      <a:latin typeface="OpenSymbol"/>
                    </a:endParaRPr>
                  </a:p>
                </p:txBody>
              </p:sp>
              <p:sp>
                <p:nvSpPr>
                  <p:cNvPr id="1048750" name="Google Shape;837;p11"/>
                  <p:cNvSpPr/>
                  <p:nvPr/>
                </p:nvSpPr>
                <p:spPr>
                  <a:xfrm>
                    <a:off x="451080" y="2973960"/>
                    <a:ext cx="126000" cy="126360"/>
                  </a:xfrm>
                  <a:prstGeom prst="rect"/>
                  <a:gradFill rotWithShape="0">
                    <a:gsLst>
                      <a:gs pos="0">
                        <a:srgbClr val="7DF3E5"/>
                      </a:gs>
                      <a:gs pos="100000">
                        <a:srgbClr val="02C5AE"/>
                      </a:gs>
                    </a:gsLst>
                    <a:lin ang="2700000"/>
                  </a:gradFill>
                  <a:ln w="0">
                    <a:noFill/>
                  </a:ln>
                  <a:effectLst>
                    <a:outerShdw algn="bl" blurRad="185760" rotWithShape="0">
                      <a:schemeClr val="dk1">
                        <a:alpha val="31000"/>
                      </a:schemeClr>
                    </a:outerShdw>
                  </a:effectLst>
                </p:spPr>
                <p:style>
                  <a:lnRef idx="0">
                    <a:srgbClr val="000000"/>
                  </a:lnRef>
                  <a:fillRef idx="0">
                    <a:srgbClr val="000000"/>
                  </a:fillRef>
                  <a:effectRef idx="0">
                    <a:srgbClr val="000000"/>
                  </a:effectRef>
                  <a:fontRef idx="minor">
                    <a:srgbClr val="000000"/>
                  </a:fontRef>
                </p:style>
                <p:txBody>
                  <a:bodyPr anchor="ctr" bIns="63360" tIns="63360">
                    <a:noAutofit/>
                  </a:bodyPr>
                  <a:p>
                    <a:pPr algn="ctr" defTabSz="9144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b="0" sz="1800" lang="en-US" strike="noStrike" u="none">
                      <a:solidFill>
                        <a:srgbClr val="000000"/>
                      </a:solidFill>
                      <a:effectLst/>
                      <a:latin typeface="OpenSymbol"/>
                    </a:endParaRPr>
                  </a:p>
                </p:txBody>
              </p:sp>
              <p:sp>
                <p:nvSpPr>
                  <p:cNvPr id="1048751" name="Google Shape;838;p11"/>
                  <p:cNvSpPr/>
                  <p:nvPr/>
                </p:nvSpPr>
                <p:spPr>
                  <a:xfrm>
                    <a:off x="451080" y="2763360"/>
                    <a:ext cx="126000" cy="126360"/>
                  </a:xfrm>
                  <a:prstGeom prst="rect"/>
                  <a:gradFill rotWithShape="0">
                    <a:gsLst>
                      <a:gs pos="0">
                        <a:srgbClr val="7DF3E5"/>
                      </a:gs>
                      <a:gs pos="100000">
                        <a:srgbClr val="02C5AE"/>
                      </a:gs>
                    </a:gsLst>
                    <a:lin ang="2700000"/>
                  </a:gradFill>
                  <a:ln w="0">
                    <a:noFill/>
                  </a:ln>
                  <a:effectLst>
                    <a:outerShdw algn="bl" blurRad="185760" rotWithShape="0">
                      <a:schemeClr val="dk1">
                        <a:alpha val="31000"/>
                      </a:schemeClr>
                    </a:outerShdw>
                  </a:effectLst>
                </p:spPr>
                <p:style>
                  <a:lnRef idx="0">
                    <a:srgbClr val="000000"/>
                  </a:lnRef>
                  <a:fillRef idx="0">
                    <a:srgbClr val="000000"/>
                  </a:fillRef>
                  <a:effectRef idx="0">
                    <a:srgbClr val="000000"/>
                  </a:effectRef>
                  <a:fontRef idx="minor">
                    <a:srgbClr val="000000"/>
                  </a:fontRef>
                </p:style>
                <p:txBody>
                  <a:bodyPr anchor="ctr" bIns="63360" tIns="63360">
                    <a:noAutofit/>
                  </a:bodyPr>
                  <a:p>
                    <a:pPr algn="ctr" defTabSz="9144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b="0" sz="1800" lang="en-US" strike="noStrike" u="none">
                      <a:solidFill>
                        <a:srgbClr val="000000"/>
                      </a:solidFill>
                      <a:effectLst/>
                      <a:latin typeface="OpenSymbol"/>
                    </a:endParaRPr>
                  </a:p>
                </p:txBody>
              </p:sp>
              <p:sp>
                <p:nvSpPr>
                  <p:cNvPr id="1048752" name="Google Shape;839;p11"/>
                  <p:cNvSpPr/>
                  <p:nvPr/>
                </p:nvSpPr>
                <p:spPr>
                  <a:xfrm>
                    <a:off x="451080" y="2552400"/>
                    <a:ext cx="126000" cy="126360"/>
                  </a:xfrm>
                  <a:prstGeom prst="rect"/>
                  <a:gradFill rotWithShape="0">
                    <a:gsLst>
                      <a:gs pos="0">
                        <a:srgbClr val="7DF3E5"/>
                      </a:gs>
                      <a:gs pos="100000">
                        <a:srgbClr val="02C5AE"/>
                      </a:gs>
                    </a:gsLst>
                    <a:lin ang="2700000"/>
                  </a:gradFill>
                  <a:ln w="0">
                    <a:noFill/>
                  </a:ln>
                  <a:effectLst>
                    <a:outerShdw algn="bl" blurRad="185760" rotWithShape="0">
                      <a:schemeClr val="dk1">
                        <a:alpha val="31000"/>
                      </a:schemeClr>
                    </a:outerShdw>
                  </a:effectLst>
                </p:spPr>
                <p:style>
                  <a:lnRef idx="0">
                    <a:srgbClr val="000000"/>
                  </a:lnRef>
                  <a:fillRef idx="0">
                    <a:srgbClr val="000000"/>
                  </a:fillRef>
                  <a:effectRef idx="0">
                    <a:srgbClr val="000000"/>
                  </a:effectRef>
                  <a:fontRef idx="minor">
                    <a:srgbClr val="000000"/>
                  </a:fontRef>
                </p:style>
                <p:txBody>
                  <a:bodyPr anchor="ctr" bIns="63360" tIns="63360">
                    <a:noAutofit/>
                  </a:bodyPr>
                  <a:p>
                    <a:pPr algn="ctr" defTabSz="9144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b="0" sz="1800" lang="en-US" strike="noStrike" u="none">
                      <a:solidFill>
                        <a:srgbClr val="000000"/>
                      </a:solidFill>
                      <a:effectLst/>
                      <a:latin typeface="OpenSymbol"/>
                    </a:endParaRPr>
                  </a:p>
                </p:txBody>
              </p:sp>
              <p:sp>
                <p:nvSpPr>
                  <p:cNvPr id="1048753" name="Google Shape;840;p11"/>
                  <p:cNvSpPr/>
                  <p:nvPr/>
                </p:nvSpPr>
                <p:spPr>
                  <a:xfrm>
                    <a:off x="455400" y="2341800"/>
                    <a:ext cx="117360" cy="117720"/>
                  </a:xfrm>
                  <a:prstGeom prst="rect"/>
                  <a:gradFill rotWithShape="0">
                    <a:gsLst>
                      <a:gs pos="0">
                        <a:srgbClr val="7DF3E5"/>
                      </a:gs>
                      <a:gs pos="100000">
                        <a:srgbClr val="02C5AE"/>
                      </a:gs>
                    </a:gsLst>
                    <a:lin ang="2700000"/>
                  </a:gradFill>
                  <a:ln w="0">
                    <a:noFill/>
                  </a:ln>
                  <a:effectLst>
                    <a:outerShdw algn="bl" blurRad="185760" rotWithShape="0">
                      <a:schemeClr val="dk1">
                        <a:alpha val="31000"/>
                      </a:schemeClr>
                    </a:outerShdw>
                  </a:effectLst>
                </p:spPr>
                <p:style>
                  <a:lnRef idx="0">
                    <a:srgbClr val="000000"/>
                  </a:lnRef>
                  <a:fillRef idx="0">
                    <a:srgbClr val="000000"/>
                  </a:fillRef>
                  <a:effectRef idx="0">
                    <a:srgbClr val="000000"/>
                  </a:effectRef>
                  <a:fontRef idx="minor">
                    <a:srgbClr val="000000"/>
                  </a:fontRef>
                </p:style>
                <p:txBody>
                  <a:bodyPr anchor="ctr" bIns="59040" tIns="59040">
                    <a:noAutofit/>
                  </a:bodyPr>
                  <a:p>
                    <a:pPr algn="ctr" defTabSz="9144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b="0" sz="1800" lang="en-US" strike="noStrike" u="none">
                      <a:solidFill>
                        <a:srgbClr val="000000"/>
                      </a:solidFill>
                      <a:effectLst/>
                      <a:latin typeface="OpenSymbol"/>
                    </a:endParaRPr>
                  </a:p>
                </p:txBody>
              </p:sp>
              <p:sp>
                <p:nvSpPr>
                  <p:cNvPr id="1048754" name="Google Shape;841;p11"/>
                  <p:cNvSpPr/>
                  <p:nvPr/>
                </p:nvSpPr>
                <p:spPr>
                  <a:xfrm>
                    <a:off x="455400" y="2131200"/>
                    <a:ext cx="117360" cy="117720"/>
                  </a:xfrm>
                  <a:prstGeom prst="rect"/>
                  <a:gradFill rotWithShape="0">
                    <a:gsLst>
                      <a:gs pos="0">
                        <a:srgbClr val="7DF3E5"/>
                      </a:gs>
                      <a:gs pos="100000">
                        <a:srgbClr val="02C5AE"/>
                      </a:gs>
                    </a:gsLst>
                    <a:lin ang="2700000"/>
                  </a:gradFill>
                  <a:ln w="0">
                    <a:noFill/>
                  </a:ln>
                  <a:effectLst>
                    <a:outerShdw algn="bl" blurRad="185760" rotWithShape="0">
                      <a:schemeClr val="dk1">
                        <a:alpha val="31000"/>
                      </a:schemeClr>
                    </a:outerShdw>
                  </a:effectLst>
                </p:spPr>
                <p:style>
                  <a:lnRef idx="0">
                    <a:srgbClr val="000000"/>
                  </a:lnRef>
                  <a:fillRef idx="0">
                    <a:srgbClr val="000000"/>
                  </a:fillRef>
                  <a:effectRef idx="0">
                    <a:srgbClr val="000000"/>
                  </a:effectRef>
                  <a:fontRef idx="minor">
                    <a:srgbClr val="000000"/>
                  </a:fontRef>
                </p:style>
                <p:txBody>
                  <a:bodyPr anchor="ctr" bIns="59040" tIns="59040">
                    <a:noAutofit/>
                  </a:bodyPr>
                  <a:p>
                    <a:pPr algn="ctr" defTabSz="9144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b="0" sz="1800" lang="en-US" strike="noStrike" u="none">
                      <a:solidFill>
                        <a:srgbClr val="000000"/>
                      </a:solidFill>
                      <a:effectLst/>
                      <a:latin typeface="OpenSymbol"/>
                    </a:endParaRPr>
                  </a:p>
                </p:txBody>
              </p:sp>
              <p:sp>
                <p:nvSpPr>
                  <p:cNvPr id="1048755" name="Google Shape;842;p11"/>
                  <p:cNvSpPr/>
                  <p:nvPr/>
                </p:nvSpPr>
                <p:spPr>
                  <a:xfrm>
                    <a:off x="457560" y="1920240"/>
                    <a:ext cx="113040" cy="113040"/>
                  </a:xfrm>
                  <a:prstGeom prst="rect"/>
                  <a:gradFill rotWithShape="0">
                    <a:gsLst>
                      <a:gs pos="0">
                        <a:srgbClr val="7DF3E5"/>
                      </a:gs>
                      <a:gs pos="100000">
                        <a:srgbClr val="02C5AE"/>
                      </a:gs>
                    </a:gsLst>
                    <a:lin ang="2700000"/>
                  </a:gradFill>
                  <a:ln w="0">
                    <a:noFill/>
                  </a:ln>
                  <a:effectLst>
                    <a:outerShdw algn="bl" blurRad="185760" rotWithShape="0">
                      <a:schemeClr val="dk1">
                        <a:alpha val="31000"/>
                      </a:schemeClr>
                    </a:outerShdw>
                  </a:effectLst>
                </p:spPr>
                <p:style>
                  <a:lnRef idx="0">
                    <a:srgbClr val="000000"/>
                  </a:lnRef>
                  <a:fillRef idx="0">
                    <a:srgbClr val="000000"/>
                  </a:fillRef>
                  <a:effectRef idx="0">
                    <a:srgbClr val="000000"/>
                  </a:effectRef>
                  <a:fontRef idx="minor">
                    <a:srgbClr val="000000"/>
                  </a:fontRef>
                </p:style>
                <p:txBody>
                  <a:bodyPr anchor="ctr" bIns="56520" tIns="56520">
                    <a:noAutofit/>
                  </a:bodyPr>
                  <a:p>
                    <a:pPr algn="ctr" defTabSz="9144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b="0" sz="1800" lang="en-US" strike="noStrike" u="none">
                      <a:solidFill>
                        <a:srgbClr val="000000"/>
                      </a:solidFill>
                      <a:effectLst/>
                      <a:latin typeface="OpenSymbol"/>
                    </a:endParaRPr>
                  </a:p>
                </p:txBody>
              </p:sp>
              <p:sp>
                <p:nvSpPr>
                  <p:cNvPr id="1048756" name="Google Shape;843;p11"/>
                  <p:cNvSpPr/>
                  <p:nvPr/>
                </p:nvSpPr>
                <p:spPr>
                  <a:xfrm>
                    <a:off x="459720" y="1709640"/>
                    <a:ext cx="108720" cy="108720"/>
                  </a:xfrm>
                  <a:prstGeom prst="rect"/>
                  <a:gradFill rotWithShape="0">
                    <a:gsLst>
                      <a:gs pos="0">
                        <a:srgbClr val="7DF3E5"/>
                      </a:gs>
                      <a:gs pos="100000">
                        <a:srgbClr val="02C5AE"/>
                      </a:gs>
                    </a:gsLst>
                    <a:lin ang="2700000"/>
                  </a:gradFill>
                  <a:ln w="0">
                    <a:noFill/>
                  </a:ln>
                  <a:effectLst>
                    <a:outerShdw algn="bl" blurRad="185760" rotWithShape="0">
                      <a:schemeClr val="dk1">
                        <a:alpha val="31000"/>
                      </a:schemeClr>
                    </a:outerShdw>
                  </a:effectLst>
                </p:spPr>
                <p:style>
                  <a:lnRef idx="0">
                    <a:srgbClr val="000000"/>
                  </a:lnRef>
                  <a:fillRef idx="0">
                    <a:srgbClr val="000000"/>
                  </a:fillRef>
                  <a:effectRef idx="0">
                    <a:srgbClr val="000000"/>
                  </a:effectRef>
                  <a:fontRef idx="minor">
                    <a:srgbClr val="000000"/>
                  </a:fontRef>
                </p:style>
                <p:txBody>
                  <a:bodyPr anchor="ctr" bIns="54360" tIns="54360">
                    <a:noAutofit/>
                  </a:bodyPr>
                  <a:p>
                    <a:pPr algn="ctr" defTabSz="9144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b="0" sz="1800" lang="en-US" strike="noStrike" u="none">
                      <a:solidFill>
                        <a:srgbClr val="000000"/>
                      </a:solidFill>
                      <a:effectLst/>
                      <a:latin typeface="OpenSymbol"/>
                    </a:endParaRPr>
                  </a:p>
                </p:txBody>
              </p:sp>
              <p:sp>
                <p:nvSpPr>
                  <p:cNvPr id="1048757" name="Google Shape;844;p11"/>
                  <p:cNvSpPr/>
                  <p:nvPr/>
                </p:nvSpPr>
                <p:spPr>
                  <a:xfrm>
                    <a:off x="464760" y="1503360"/>
                    <a:ext cx="98640" cy="98640"/>
                  </a:xfrm>
                  <a:prstGeom prst="rect"/>
                  <a:gradFill rotWithShape="0">
                    <a:gsLst>
                      <a:gs pos="0">
                        <a:srgbClr val="7DF3E5"/>
                      </a:gs>
                      <a:gs pos="100000">
                        <a:srgbClr val="02C5AE"/>
                      </a:gs>
                    </a:gsLst>
                    <a:lin ang="2700000"/>
                  </a:gradFill>
                  <a:ln w="0">
                    <a:noFill/>
                  </a:ln>
                  <a:effectLst>
                    <a:outerShdw algn="bl" blurRad="185760" rotWithShape="0">
                      <a:schemeClr val="dk1">
                        <a:alpha val="31000"/>
                      </a:schemeClr>
                    </a:outerShdw>
                  </a:effectLst>
                </p:spPr>
                <p:style>
                  <a:lnRef idx="0">
                    <a:srgbClr val="000000"/>
                  </a:lnRef>
                  <a:fillRef idx="0">
                    <a:srgbClr val="000000"/>
                  </a:fillRef>
                  <a:effectRef idx="0">
                    <a:srgbClr val="000000"/>
                  </a:effectRef>
                  <a:fontRef idx="minor">
                    <a:srgbClr val="000000"/>
                  </a:fontRef>
                </p:style>
                <p:txBody>
                  <a:bodyPr anchor="ctr" bIns="49320" tIns="49320">
                    <a:noAutofit/>
                  </a:bodyPr>
                  <a:p>
                    <a:pPr algn="ctr" defTabSz="9144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b="0" sz="1800" lang="en-US" strike="noStrike" u="none">
                      <a:solidFill>
                        <a:srgbClr val="000000"/>
                      </a:solidFill>
                      <a:effectLst/>
                      <a:latin typeface="OpenSymbol"/>
                    </a:endParaRPr>
                  </a:p>
                </p:txBody>
              </p:sp>
              <p:sp>
                <p:nvSpPr>
                  <p:cNvPr id="1048758" name="Google Shape;845;p11"/>
                  <p:cNvSpPr/>
                  <p:nvPr/>
                </p:nvSpPr>
                <p:spPr>
                  <a:xfrm>
                    <a:off x="469440" y="1297080"/>
                    <a:ext cx="88920" cy="88920"/>
                  </a:xfrm>
                  <a:prstGeom prst="rect"/>
                  <a:gradFill rotWithShape="0">
                    <a:gsLst>
                      <a:gs pos="0">
                        <a:srgbClr val="7DF3E5"/>
                      </a:gs>
                      <a:gs pos="100000">
                        <a:srgbClr val="02C5AE"/>
                      </a:gs>
                    </a:gsLst>
                    <a:lin ang="2700000"/>
                  </a:gradFill>
                  <a:ln w="0">
                    <a:noFill/>
                  </a:ln>
                  <a:effectLst>
                    <a:outerShdw algn="bl" blurRad="185760" rotWithShape="0">
                      <a:schemeClr val="dk1">
                        <a:alpha val="31000"/>
                      </a:schemeClr>
                    </a:outerShdw>
                  </a:effectLst>
                </p:spPr>
                <p:style>
                  <a:lnRef idx="0">
                    <a:srgbClr val="000000"/>
                  </a:lnRef>
                  <a:fillRef idx="0">
                    <a:srgbClr val="000000"/>
                  </a:fillRef>
                  <a:effectRef idx="0">
                    <a:srgbClr val="000000"/>
                  </a:effectRef>
                  <a:fontRef idx="minor">
                    <a:srgbClr val="000000"/>
                  </a:fontRef>
                </p:style>
                <p:txBody>
                  <a:bodyPr anchor="ctr" bIns="44640" tIns="44640">
                    <a:noAutofit/>
                  </a:bodyPr>
                  <a:p>
                    <a:pPr algn="ctr" defTabSz="9144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b="0" sz="1800" lang="en-US" strike="noStrike" u="none">
                      <a:solidFill>
                        <a:srgbClr val="000000"/>
                      </a:solidFill>
                      <a:effectLst/>
                      <a:latin typeface="OpenSymbol"/>
                    </a:endParaRPr>
                  </a:p>
                </p:txBody>
              </p:sp>
              <p:sp>
                <p:nvSpPr>
                  <p:cNvPr id="1048759" name="Google Shape;846;p11"/>
                  <p:cNvSpPr/>
                  <p:nvPr/>
                </p:nvSpPr>
                <p:spPr>
                  <a:xfrm>
                    <a:off x="469440" y="1090800"/>
                    <a:ext cx="88920" cy="88920"/>
                  </a:xfrm>
                  <a:prstGeom prst="rect"/>
                  <a:gradFill rotWithShape="0">
                    <a:gsLst>
                      <a:gs pos="0">
                        <a:srgbClr val="7DF3E5"/>
                      </a:gs>
                      <a:gs pos="100000">
                        <a:srgbClr val="02C5AE"/>
                      </a:gs>
                    </a:gsLst>
                    <a:lin ang="2700000"/>
                  </a:gradFill>
                  <a:ln w="0">
                    <a:noFill/>
                  </a:ln>
                  <a:effectLst>
                    <a:outerShdw algn="bl" blurRad="185760" rotWithShape="0">
                      <a:schemeClr val="dk1">
                        <a:alpha val="31000"/>
                      </a:schemeClr>
                    </a:outerShdw>
                  </a:effectLst>
                </p:spPr>
                <p:style>
                  <a:lnRef idx="0">
                    <a:srgbClr val="000000"/>
                  </a:lnRef>
                  <a:fillRef idx="0">
                    <a:srgbClr val="000000"/>
                  </a:fillRef>
                  <a:effectRef idx="0">
                    <a:srgbClr val="000000"/>
                  </a:effectRef>
                  <a:fontRef idx="minor">
                    <a:srgbClr val="000000"/>
                  </a:fontRef>
                </p:style>
                <p:txBody>
                  <a:bodyPr anchor="ctr" bIns="44640" tIns="44640">
                    <a:noAutofit/>
                  </a:bodyPr>
                  <a:p>
                    <a:pPr algn="ctr" defTabSz="9144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b="0" sz="1800" lang="en-US" strike="noStrike" u="none">
                      <a:solidFill>
                        <a:srgbClr val="000000"/>
                      </a:solidFill>
                      <a:effectLst/>
                      <a:latin typeface="OpenSymbol"/>
                    </a:endParaRPr>
                  </a:p>
                </p:txBody>
              </p:sp>
              <p:sp>
                <p:nvSpPr>
                  <p:cNvPr id="1048760" name="Google Shape;847;p11"/>
                  <p:cNvSpPr/>
                  <p:nvPr/>
                </p:nvSpPr>
                <p:spPr>
                  <a:xfrm>
                    <a:off x="474480" y="873720"/>
                    <a:ext cx="79200" cy="79200"/>
                  </a:xfrm>
                  <a:prstGeom prst="rect"/>
                  <a:gradFill rotWithShape="0">
                    <a:gsLst>
                      <a:gs pos="0">
                        <a:srgbClr val="7DF3E5"/>
                      </a:gs>
                      <a:gs pos="100000">
                        <a:srgbClr val="02C5AE"/>
                      </a:gs>
                    </a:gsLst>
                    <a:lin ang="2700000"/>
                  </a:gradFill>
                  <a:ln w="0">
                    <a:noFill/>
                  </a:ln>
                  <a:effectLst>
                    <a:outerShdw algn="bl" blurRad="185760" rotWithShape="0">
                      <a:schemeClr val="dk1">
                        <a:alpha val="31000"/>
                      </a:schemeClr>
                    </a:outerShdw>
                  </a:effectLst>
                </p:spPr>
                <p:style>
                  <a:lnRef idx="0">
                    <a:srgbClr val="000000"/>
                  </a:lnRef>
                  <a:fillRef idx="0">
                    <a:srgbClr val="000000"/>
                  </a:fillRef>
                  <a:effectRef idx="0">
                    <a:srgbClr val="000000"/>
                  </a:effectRef>
                  <a:fontRef idx="minor">
                    <a:srgbClr val="000000"/>
                  </a:fontRef>
                </p:style>
                <p:txBody>
                  <a:bodyPr anchor="ctr" bIns="39600" tIns="39600">
                    <a:noAutofit/>
                  </a:bodyPr>
                  <a:p>
                    <a:pPr algn="ctr" defTabSz="9144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b="0" sz="1800" lang="en-US" strike="noStrike" u="none">
                      <a:solidFill>
                        <a:srgbClr val="000000"/>
                      </a:solidFill>
                      <a:effectLst/>
                      <a:latin typeface="OpenSymbol"/>
                    </a:endParaRPr>
                  </a:p>
                </p:txBody>
              </p:sp>
            </p:grpSp>
            <p:grpSp>
              <p:nvGrpSpPr>
                <p:cNvPr id="75" name="Google Shape;848;p11"/>
                <p:cNvGrpSpPr/>
                <p:nvPr/>
              </p:nvGrpSpPr>
              <p:grpSpPr>
                <a:xfrm>
                  <a:off x="442440" y="873720"/>
                  <a:ext cx="142920" cy="2453760"/>
                  <a:chOff x="442440" y="873720"/>
                  <a:chExt cx="142920" cy="2453760"/>
                </a:xfrm>
              </p:grpSpPr>
              <p:sp>
                <p:nvSpPr>
                  <p:cNvPr id="1048761" name="Google Shape;849;p11"/>
                  <p:cNvSpPr/>
                  <p:nvPr/>
                </p:nvSpPr>
                <p:spPr>
                  <a:xfrm>
                    <a:off x="442440" y="3184560"/>
                    <a:ext cx="142920" cy="142920"/>
                  </a:xfrm>
                  <a:prstGeom prst="rect"/>
                  <a:noFill/>
                  <a:ln w="0">
                    <a:noFill/>
                  </a:ln>
                </p:spPr>
                <p:style>
                  <a:lnRef idx="0">
                    <a:srgbClr val="000000"/>
                  </a:lnRef>
                  <a:fillRef idx="0">
                    <a:srgbClr val="000000"/>
                  </a:fillRef>
                  <a:effectRef idx="0">
                    <a:srgbClr val="000000"/>
                  </a:effectRef>
                  <a:fontRef idx="minor">
                    <a:srgbClr val="000000"/>
                  </a:fontRef>
                </p:style>
                <p:txBody>
                  <a:bodyPr anchor="ctr" bIns="71640" tIns="71640">
                    <a:noAutofit/>
                  </a:bodyPr>
                  <a:p>
                    <a:pPr algn="ctr" defTabSz="9144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b="0" sz="1800" lang="en-US" strike="noStrike" u="none">
                      <a:solidFill>
                        <a:srgbClr val="FFFFFF"/>
                      </a:solidFill>
                      <a:effectLst/>
                      <a:latin typeface="OpenSymbol"/>
                    </a:endParaRPr>
                  </a:p>
                </p:txBody>
              </p:sp>
              <p:sp>
                <p:nvSpPr>
                  <p:cNvPr id="1048762" name="Google Shape;850;p11"/>
                  <p:cNvSpPr/>
                  <p:nvPr/>
                </p:nvSpPr>
                <p:spPr>
                  <a:xfrm>
                    <a:off x="451080" y="2973960"/>
                    <a:ext cx="126000" cy="126360"/>
                  </a:xfrm>
                  <a:prstGeom prst="rect"/>
                  <a:solidFill>
                    <a:srgbClr val="009F8C">
                      <a:alpha val="5000"/>
                    </a:srgbClr>
                  </a:solidFill>
                  <a:ln w="0">
                    <a:noFill/>
                  </a:ln>
                </p:spPr>
                <p:style>
                  <a:lnRef idx="0">
                    <a:srgbClr val="000000"/>
                  </a:lnRef>
                  <a:fillRef idx="0">
                    <a:srgbClr val="000000"/>
                  </a:fillRef>
                  <a:effectRef idx="0">
                    <a:srgbClr val="000000"/>
                  </a:effectRef>
                  <a:fontRef idx="minor">
                    <a:srgbClr val="000000"/>
                  </a:fontRef>
                </p:style>
                <p:txBody>
                  <a:bodyPr anchor="ctr" bIns="63360" tIns="63360">
                    <a:noAutofit/>
                  </a:bodyPr>
                  <a:p>
                    <a:pPr algn="ctr" defTabSz="9144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b="0" sz="1800" lang="en-US" strike="noStrike" u="none">
                      <a:solidFill>
                        <a:srgbClr val="FFFFFF"/>
                      </a:solidFill>
                      <a:effectLst/>
                      <a:latin typeface="OpenSymbol"/>
                    </a:endParaRPr>
                  </a:p>
                </p:txBody>
              </p:sp>
              <p:sp>
                <p:nvSpPr>
                  <p:cNvPr id="1048763" name="Google Shape;851;p11"/>
                  <p:cNvSpPr/>
                  <p:nvPr/>
                </p:nvSpPr>
                <p:spPr>
                  <a:xfrm>
                    <a:off x="451080" y="2763360"/>
                    <a:ext cx="126000" cy="126360"/>
                  </a:xfrm>
                  <a:prstGeom prst="rect"/>
                  <a:solidFill>
                    <a:srgbClr val="009F8C">
                      <a:alpha val="10000"/>
                    </a:srgbClr>
                  </a:solidFill>
                  <a:ln w="0">
                    <a:noFill/>
                  </a:ln>
                </p:spPr>
                <p:style>
                  <a:lnRef idx="0">
                    <a:srgbClr val="000000"/>
                  </a:lnRef>
                  <a:fillRef idx="0">
                    <a:srgbClr val="000000"/>
                  </a:fillRef>
                  <a:effectRef idx="0">
                    <a:srgbClr val="000000"/>
                  </a:effectRef>
                  <a:fontRef idx="minor">
                    <a:srgbClr val="000000"/>
                  </a:fontRef>
                </p:style>
                <p:txBody>
                  <a:bodyPr anchor="ctr" bIns="63360" tIns="63360">
                    <a:noAutofit/>
                  </a:bodyPr>
                  <a:p>
                    <a:pPr algn="ctr" defTabSz="9144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b="0" sz="1800" lang="en-US" strike="noStrike" u="none">
                      <a:solidFill>
                        <a:srgbClr val="FFFFFF"/>
                      </a:solidFill>
                      <a:effectLst/>
                      <a:latin typeface="OpenSymbol"/>
                    </a:endParaRPr>
                  </a:p>
                </p:txBody>
              </p:sp>
              <p:sp>
                <p:nvSpPr>
                  <p:cNvPr id="1048764" name="Google Shape;852;p11"/>
                  <p:cNvSpPr/>
                  <p:nvPr/>
                </p:nvSpPr>
                <p:spPr>
                  <a:xfrm>
                    <a:off x="451080" y="2552400"/>
                    <a:ext cx="126000" cy="126360"/>
                  </a:xfrm>
                  <a:prstGeom prst="rect"/>
                  <a:solidFill>
                    <a:srgbClr val="009F8C">
                      <a:alpha val="20000"/>
                    </a:srgbClr>
                  </a:solidFill>
                  <a:ln w="0">
                    <a:noFill/>
                  </a:ln>
                </p:spPr>
                <p:style>
                  <a:lnRef idx="0">
                    <a:srgbClr val="000000"/>
                  </a:lnRef>
                  <a:fillRef idx="0">
                    <a:srgbClr val="000000"/>
                  </a:fillRef>
                  <a:effectRef idx="0">
                    <a:srgbClr val="000000"/>
                  </a:effectRef>
                  <a:fontRef idx="minor">
                    <a:srgbClr val="000000"/>
                  </a:fontRef>
                </p:style>
                <p:txBody>
                  <a:bodyPr anchor="ctr" bIns="63360" tIns="63360">
                    <a:noAutofit/>
                  </a:bodyPr>
                  <a:p>
                    <a:pPr algn="ctr" defTabSz="9144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b="0" sz="1800" lang="en-US" strike="noStrike" u="none">
                      <a:solidFill>
                        <a:srgbClr val="FFFFFF"/>
                      </a:solidFill>
                      <a:effectLst/>
                      <a:latin typeface="OpenSymbol"/>
                    </a:endParaRPr>
                  </a:p>
                </p:txBody>
              </p:sp>
              <p:sp>
                <p:nvSpPr>
                  <p:cNvPr id="1048765" name="Google Shape;853;p11"/>
                  <p:cNvSpPr/>
                  <p:nvPr/>
                </p:nvSpPr>
                <p:spPr>
                  <a:xfrm>
                    <a:off x="455400" y="2341800"/>
                    <a:ext cx="117360" cy="117720"/>
                  </a:xfrm>
                  <a:prstGeom prst="rect"/>
                  <a:solidFill>
                    <a:srgbClr val="009F8C">
                      <a:alpha val="30000"/>
                    </a:srgbClr>
                  </a:solidFill>
                  <a:ln w="0">
                    <a:noFill/>
                  </a:ln>
                </p:spPr>
                <p:style>
                  <a:lnRef idx="0">
                    <a:srgbClr val="000000"/>
                  </a:lnRef>
                  <a:fillRef idx="0">
                    <a:srgbClr val="000000"/>
                  </a:fillRef>
                  <a:effectRef idx="0">
                    <a:srgbClr val="000000"/>
                  </a:effectRef>
                  <a:fontRef idx="minor">
                    <a:srgbClr val="000000"/>
                  </a:fontRef>
                </p:style>
                <p:txBody>
                  <a:bodyPr anchor="ctr" bIns="59040" tIns="59040">
                    <a:noAutofit/>
                  </a:bodyPr>
                  <a:p>
                    <a:pPr algn="ctr" defTabSz="9144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b="0" sz="1800" lang="en-US" strike="noStrike" u="none">
                      <a:solidFill>
                        <a:srgbClr val="FFFFFF"/>
                      </a:solidFill>
                      <a:effectLst/>
                      <a:latin typeface="OpenSymbol"/>
                    </a:endParaRPr>
                  </a:p>
                </p:txBody>
              </p:sp>
              <p:sp>
                <p:nvSpPr>
                  <p:cNvPr id="1048766" name="Google Shape;854;p11"/>
                  <p:cNvSpPr/>
                  <p:nvPr/>
                </p:nvSpPr>
                <p:spPr>
                  <a:xfrm>
                    <a:off x="455400" y="2131200"/>
                    <a:ext cx="117360" cy="117720"/>
                  </a:xfrm>
                  <a:prstGeom prst="rect"/>
                  <a:solidFill>
                    <a:srgbClr val="009F8C">
                      <a:alpha val="40000"/>
                    </a:srgbClr>
                  </a:solidFill>
                  <a:ln w="0">
                    <a:noFill/>
                  </a:ln>
                </p:spPr>
                <p:style>
                  <a:lnRef idx="0">
                    <a:srgbClr val="000000"/>
                  </a:lnRef>
                  <a:fillRef idx="0">
                    <a:srgbClr val="000000"/>
                  </a:fillRef>
                  <a:effectRef idx="0">
                    <a:srgbClr val="000000"/>
                  </a:effectRef>
                  <a:fontRef idx="minor">
                    <a:srgbClr val="000000"/>
                  </a:fontRef>
                </p:style>
                <p:txBody>
                  <a:bodyPr anchor="ctr" bIns="59040" tIns="59040">
                    <a:noAutofit/>
                  </a:bodyPr>
                  <a:p>
                    <a:pPr algn="ctr" defTabSz="9144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b="0" sz="1800" lang="en-US" strike="noStrike" u="none">
                      <a:solidFill>
                        <a:srgbClr val="FFFFFF"/>
                      </a:solidFill>
                      <a:effectLst/>
                      <a:latin typeface="OpenSymbol"/>
                    </a:endParaRPr>
                  </a:p>
                </p:txBody>
              </p:sp>
              <p:sp>
                <p:nvSpPr>
                  <p:cNvPr id="1048767" name="Google Shape;855;p11"/>
                  <p:cNvSpPr/>
                  <p:nvPr/>
                </p:nvSpPr>
                <p:spPr>
                  <a:xfrm>
                    <a:off x="457560" y="1920240"/>
                    <a:ext cx="113040" cy="113040"/>
                  </a:xfrm>
                  <a:prstGeom prst="rect"/>
                  <a:solidFill>
                    <a:srgbClr val="009F8C">
                      <a:alpha val="50000"/>
                    </a:srgbClr>
                  </a:solidFill>
                  <a:ln w="0">
                    <a:noFill/>
                  </a:ln>
                </p:spPr>
                <p:style>
                  <a:lnRef idx="0">
                    <a:srgbClr val="000000"/>
                  </a:lnRef>
                  <a:fillRef idx="0">
                    <a:srgbClr val="000000"/>
                  </a:fillRef>
                  <a:effectRef idx="0">
                    <a:srgbClr val="000000"/>
                  </a:effectRef>
                  <a:fontRef idx="minor">
                    <a:srgbClr val="000000"/>
                  </a:fontRef>
                </p:style>
                <p:txBody>
                  <a:bodyPr anchor="ctr" bIns="56520" tIns="56520">
                    <a:noAutofit/>
                  </a:bodyPr>
                  <a:p>
                    <a:pPr algn="ctr" defTabSz="9144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b="0" sz="1800" lang="en-US" strike="noStrike" u="none">
                      <a:solidFill>
                        <a:srgbClr val="FFFFFF"/>
                      </a:solidFill>
                      <a:effectLst/>
                      <a:latin typeface="OpenSymbol"/>
                    </a:endParaRPr>
                  </a:p>
                </p:txBody>
              </p:sp>
              <p:sp>
                <p:nvSpPr>
                  <p:cNvPr id="1048768" name="Google Shape;856;p11"/>
                  <p:cNvSpPr/>
                  <p:nvPr/>
                </p:nvSpPr>
                <p:spPr>
                  <a:xfrm>
                    <a:off x="459720" y="1709640"/>
                    <a:ext cx="108720" cy="108720"/>
                  </a:xfrm>
                  <a:prstGeom prst="rect"/>
                  <a:solidFill>
                    <a:srgbClr val="009F8C">
                      <a:alpha val="55000"/>
                    </a:srgbClr>
                  </a:solidFill>
                  <a:ln w="0">
                    <a:noFill/>
                  </a:ln>
                </p:spPr>
                <p:style>
                  <a:lnRef idx="0">
                    <a:srgbClr val="000000"/>
                  </a:lnRef>
                  <a:fillRef idx="0">
                    <a:srgbClr val="000000"/>
                  </a:fillRef>
                  <a:effectRef idx="0">
                    <a:srgbClr val="000000"/>
                  </a:effectRef>
                  <a:fontRef idx="minor">
                    <a:srgbClr val="000000"/>
                  </a:fontRef>
                </p:style>
                <p:txBody>
                  <a:bodyPr anchor="ctr" bIns="54360" tIns="54360">
                    <a:noAutofit/>
                  </a:bodyPr>
                  <a:p>
                    <a:pPr algn="ctr" defTabSz="9144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b="0" sz="1800" lang="en-US" strike="noStrike" u="none">
                      <a:solidFill>
                        <a:srgbClr val="FFFFFF"/>
                      </a:solidFill>
                      <a:effectLst/>
                      <a:latin typeface="OpenSymbol"/>
                    </a:endParaRPr>
                  </a:p>
                </p:txBody>
              </p:sp>
              <p:sp>
                <p:nvSpPr>
                  <p:cNvPr id="1048769" name="Google Shape;857;p11"/>
                  <p:cNvSpPr/>
                  <p:nvPr/>
                </p:nvSpPr>
                <p:spPr>
                  <a:xfrm>
                    <a:off x="464760" y="1503360"/>
                    <a:ext cx="98640" cy="98640"/>
                  </a:xfrm>
                  <a:prstGeom prst="rect"/>
                  <a:solidFill>
                    <a:srgbClr val="009F8C">
                      <a:alpha val="60000"/>
                    </a:srgbClr>
                  </a:solidFill>
                  <a:ln w="0">
                    <a:noFill/>
                  </a:ln>
                </p:spPr>
                <p:style>
                  <a:lnRef idx="0">
                    <a:srgbClr val="000000"/>
                  </a:lnRef>
                  <a:fillRef idx="0">
                    <a:srgbClr val="000000"/>
                  </a:fillRef>
                  <a:effectRef idx="0">
                    <a:srgbClr val="000000"/>
                  </a:effectRef>
                  <a:fontRef idx="minor">
                    <a:srgbClr val="000000"/>
                  </a:fontRef>
                </p:style>
                <p:txBody>
                  <a:bodyPr anchor="ctr" bIns="49320" tIns="49320">
                    <a:noAutofit/>
                  </a:bodyPr>
                  <a:p>
                    <a:pPr algn="ctr" defTabSz="9144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b="0" sz="1800" lang="en-US" strike="noStrike" u="none">
                      <a:solidFill>
                        <a:srgbClr val="FFFFFF"/>
                      </a:solidFill>
                      <a:effectLst/>
                      <a:latin typeface="OpenSymbol"/>
                    </a:endParaRPr>
                  </a:p>
                </p:txBody>
              </p:sp>
              <p:sp>
                <p:nvSpPr>
                  <p:cNvPr id="1048770" name="Google Shape;858;p11"/>
                  <p:cNvSpPr/>
                  <p:nvPr/>
                </p:nvSpPr>
                <p:spPr>
                  <a:xfrm>
                    <a:off x="469440" y="1297080"/>
                    <a:ext cx="88920" cy="88920"/>
                  </a:xfrm>
                  <a:prstGeom prst="rect"/>
                  <a:solidFill>
                    <a:srgbClr val="009F8C">
                      <a:alpha val="65000"/>
                    </a:srgbClr>
                  </a:solidFill>
                  <a:ln w="0">
                    <a:noFill/>
                  </a:ln>
                </p:spPr>
                <p:style>
                  <a:lnRef idx="0">
                    <a:srgbClr val="000000"/>
                  </a:lnRef>
                  <a:fillRef idx="0">
                    <a:srgbClr val="000000"/>
                  </a:fillRef>
                  <a:effectRef idx="0">
                    <a:srgbClr val="000000"/>
                  </a:effectRef>
                  <a:fontRef idx="minor">
                    <a:srgbClr val="000000"/>
                  </a:fontRef>
                </p:style>
                <p:txBody>
                  <a:bodyPr anchor="ctr" bIns="44640" tIns="44640">
                    <a:noAutofit/>
                  </a:bodyPr>
                  <a:p>
                    <a:pPr algn="ctr" defTabSz="9144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b="0" sz="1800" lang="en-US" strike="noStrike" u="none">
                      <a:solidFill>
                        <a:srgbClr val="FFFFFF"/>
                      </a:solidFill>
                      <a:effectLst/>
                      <a:latin typeface="OpenSymbol"/>
                    </a:endParaRPr>
                  </a:p>
                </p:txBody>
              </p:sp>
              <p:sp>
                <p:nvSpPr>
                  <p:cNvPr id="1048771" name="Google Shape;859;p11"/>
                  <p:cNvSpPr/>
                  <p:nvPr/>
                </p:nvSpPr>
                <p:spPr>
                  <a:xfrm>
                    <a:off x="469440" y="1090800"/>
                    <a:ext cx="88920" cy="88920"/>
                  </a:xfrm>
                  <a:prstGeom prst="rect"/>
                  <a:solidFill>
                    <a:srgbClr val="009F8C">
                      <a:alpha val="70000"/>
                    </a:srgbClr>
                  </a:solidFill>
                  <a:ln w="0">
                    <a:noFill/>
                  </a:ln>
                </p:spPr>
                <p:style>
                  <a:lnRef idx="0">
                    <a:srgbClr val="000000"/>
                  </a:lnRef>
                  <a:fillRef idx="0">
                    <a:srgbClr val="000000"/>
                  </a:fillRef>
                  <a:effectRef idx="0">
                    <a:srgbClr val="000000"/>
                  </a:effectRef>
                  <a:fontRef idx="minor">
                    <a:srgbClr val="000000"/>
                  </a:fontRef>
                </p:style>
                <p:txBody>
                  <a:bodyPr anchor="ctr" bIns="44640" tIns="44640">
                    <a:noAutofit/>
                  </a:bodyPr>
                  <a:p>
                    <a:pPr algn="ctr" defTabSz="9144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b="0" sz="1800" lang="en-US" strike="noStrike" u="none">
                      <a:solidFill>
                        <a:srgbClr val="FFFFFF"/>
                      </a:solidFill>
                      <a:effectLst/>
                      <a:latin typeface="OpenSymbol"/>
                    </a:endParaRPr>
                  </a:p>
                </p:txBody>
              </p:sp>
              <p:sp>
                <p:nvSpPr>
                  <p:cNvPr id="1048772" name="Google Shape;860;p11"/>
                  <p:cNvSpPr/>
                  <p:nvPr/>
                </p:nvSpPr>
                <p:spPr>
                  <a:xfrm>
                    <a:off x="474480" y="873720"/>
                    <a:ext cx="79200" cy="79200"/>
                  </a:xfrm>
                  <a:prstGeom prst="rect"/>
                  <a:solidFill>
                    <a:srgbClr val="009F8C">
                      <a:alpha val="80000"/>
                    </a:srgbClr>
                  </a:solidFill>
                  <a:ln w="0">
                    <a:noFill/>
                  </a:ln>
                </p:spPr>
                <p:style>
                  <a:lnRef idx="0">
                    <a:srgbClr val="000000"/>
                  </a:lnRef>
                  <a:fillRef idx="0">
                    <a:srgbClr val="000000"/>
                  </a:fillRef>
                  <a:effectRef idx="0">
                    <a:srgbClr val="000000"/>
                  </a:effectRef>
                  <a:fontRef idx="minor">
                    <a:srgbClr val="000000"/>
                  </a:fontRef>
                </p:style>
                <p:txBody>
                  <a:bodyPr anchor="ctr" bIns="39600" tIns="39600">
                    <a:noAutofit/>
                  </a:bodyPr>
                  <a:p>
                    <a:pPr algn="ctr" defTabSz="9144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b="0" sz="1800" lang="en-US" strike="noStrike" u="none">
                      <a:solidFill>
                        <a:srgbClr val="FFFFFF"/>
                      </a:solidFill>
                      <a:effectLst/>
                      <a:latin typeface="OpenSymbol"/>
                    </a:endParaRPr>
                  </a:p>
                </p:txBody>
              </p:sp>
            </p:grpSp>
          </p:grpSp>
          <p:grpSp>
            <p:nvGrpSpPr>
              <p:cNvPr id="76" name="Google Shape;861;p11"/>
              <p:cNvGrpSpPr/>
              <p:nvPr/>
            </p:nvGrpSpPr>
            <p:grpSpPr>
              <a:xfrm>
                <a:off x="1496160" y="-1719000"/>
                <a:ext cx="142920" cy="2453760"/>
                <a:chOff x="1496160" y="-1719000"/>
                <a:chExt cx="142920" cy="2453760"/>
              </a:xfrm>
            </p:grpSpPr>
            <p:grpSp>
              <p:nvGrpSpPr>
                <p:cNvPr id="77" name="Google Shape;862;p11"/>
                <p:cNvGrpSpPr/>
                <p:nvPr/>
              </p:nvGrpSpPr>
              <p:grpSpPr>
                <a:xfrm>
                  <a:off x="1496160" y="-1719000"/>
                  <a:ext cx="142920" cy="2453760"/>
                  <a:chOff x="1496160" y="-1719000"/>
                  <a:chExt cx="142920" cy="2453760"/>
                </a:xfrm>
              </p:grpSpPr>
              <p:sp>
                <p:nvSpPr>
                  <p:cNvPr id="1048773" name="Google Shape;863;p11"/>
                  <p:cNvSpPr/>
                  <p:nvPr/>
                </p:nvSpPr>
                <p:spPr>
                  <a:xfrm>
                    <a:off x="1496160" y="591840"/>
                    <a:ext cx="142920" cy="142920"/>
                  </a:xfrm>
                  <a:prstGeom prst="rect"/>
                  <a:gradFill rotWithShape="0">
                    <a:gsLst>
                      <a:gs pos="0">
                        <a:srgbClr val="B6F8F0"/>
                      </a:gs>
                      <a:gs pos="100000">
                        <a:srgbClr val="7DF3E5"/>
                      </a:gs>
                    </a:gsLst>
                    <a:lin ang="2700000"/>
                  </a:gradFill>
                  <a:ln w="0">
                    <a:noFill/>
                  </a:ln>
                  <a:effectLst>
                    <a:outerShdw algn="bl" blurRad="185760" rotWithShape="0">
                      <a:schemeClr val="dk1">
                        <a:alpha val="31000"/>
                      </a:schemeClr>
                    </a:outerShdw>
                  </a:effectLst>
                </p:spPr>
                <p:style>
                  <a:lnRef idx="0">
                    <a:srgbClr val="000000"/>
                  </a:lnRef>
                  <a:fillRef idx="0">
                    <a:srgbClr val="000000"/>
                  </a:fillRef>
                  <a:effectRef idx="0">
                    <a:srgbClr val="000000"/>
                  </a:effectRef>
                  <a:fontRef idx="minor">
                    <a:srgbClr val="000000"/>
                  </a:fontRef>
                </p:style>
                <p:txBody>
                  <a:bodyPr anchor="ctr" bIns="71640" tIns="71640">
                    <a:noAutofit/>
                  </a:bodyPr>
                  <a:p>
                    <a:pPr algn="ctr" defTabSz="9144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b="0" sz="1800" lang="en-US" strike="noStrike" u="none">
                      <a:solidFill>
                        <a:srgbClr val="000000"/>
                      </a:solidFill>
                      <a:effectLst/>
                      <a:latin typeface="OpenSymbol"/>
                    </a:endParaRPr>
                  </a:p>
                </p:txBody>
              </p:sp>
              <p:sp>
                <p:nvSpPr>
                  <p:cNvPr id="1048774" name="Google Shape;864;p11"/>
                  <p:cNvSpPr/>
                  <p:nvPr/>
                </p:nvSpPr>
                <p:spPr>
                  <a:xfrm>
                    <a:off x="1504440" y="381240"/>
                    <a:ext cx="126000" cy="126360"/>
                  </a:xfrm>
                  <a:prstGeom prst="rect"/>
                  <a:gradFill rotWithShape="0">
                    <a:gsLst>
                      <a:gs pos="0">
                        <a:srgbClr val="B6F8F0"/>
                      </a:gs>
                      <a:gs pos="100000">
                        <a:srgbClr val="7DF3E5"/>
                      </a:gs>
                    </a:gsLst>
                    <a:lin ang="2700000"/>
                  </a:gradFill>
                  <a:ln w="0">
                    <a:noFill/>
                  </a:ln>
                  <a:effectLst>
                    <a:outerShdw algn="bl" blurRad="185760" rotWithShape="0">
                      <a:schemeClr val="dk1">
                        <a:alpha val="31000"/>
                      </a:schemeClr>
                    </a:outerShdw>
                  </a:effectLst>
                </p:spPr>
                <p:style>
                  <a:lnRef idx="0">
                    <a:srgbClr val="000000"/>
                  </a:lnRef>
                  <a:fillRef idx="0">
                    <a:srgbClr val="000000"/>
                  </a:fillRef>
                  <a:effectRef idx="0">
                    <a:srgbClr val="000000"/>
                  </a:effectRef>
                  <a:fontRef idx="minor">
                    <a:srgbClr val="000000"/>
                  </a:fontRef>
                </p:style>
                <p:txBody>
                  <a:bodyPr anchor="ctr" bIns="63360" tIns="63360">
                    <a:noAutofit/>
                  </a:bodyPr>
                  <a:p>
                    <a:pPr algn="ctr" defTabSz="9144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b="0" sz="1800" lang="en-US" strike="noStrike" u="none">
                      <a:solidFill>
                        <a:srgbClr val="000000"/>
                      </a:solidFill>
                      <a:effectLst/>
                      <a:latin typeface="OpenSymbol"/>
                    </a:endParaRPr>
                  </a:p>
                </p:txBody>
              </p:sp>
              <p:sp>
                <p:nvSpPr>
                  <p:cNvPr id="1048775" name="Google Shape;865;p11"/>
                  <p:cNvSpPr/>
                  <p:nvPr/>
                </p:nvSpPr>
                <p:spPr>
                  <a:xfrm>
                    <a:off x="1504440" y="170640"/>
                    <a:ext cx="126000" cy="126360"/>
                  </a:xfrm>
                  <a:prstGeom prst="rect"/>
                  <a:gradFill rotWithShape="0">
                    <a:gsLst>
                      <a:gs pos="0">
                        <a:srgbClr val="B6F8F0"/>
                      </a:gs>
                      <a:gs pos="100000">
                        <a:srgbClr val="7DF3E5"/>
                      </a:gs>
                    </a:gsLst>
                    <a:lin ang="2700000"/>
                  </a:gradFill>
                  <a:ln w="0">
                    <a:noFill/>
                  </a:ln>
                  <a:effectLst>
                    <a:outerShdw algn="bl" blurRad="185760" rotWithShape="0">
                      <a:schemeClr val="dk1">
                        <a:alpha val="31000"/>
                      </a:schemeClr>
                    </a:outerShdw>
                  </a:effectLst>
                </p:spPr>
                <p:style>
                  <a:lnRef idx="0">
                    <a:srgbClr val="000000"/>
                  </a:lnRef>
                  <a:fillRef idx="0">
                    <a:srgbClr val="000000"/>
                  </a:fillRef>
                  <a:effectRef idx="0">
                    <a:srgbClr val="000000"/>
                  </a:effectRef>
                  <a:fontRef idx="minor">
                    <a:srgbClr val="000000"/>
                  </a:fontRef>
                </p:style>
                <p:txBody>
                  <a:bodyPr anchor="ctr" bIns="63360" tIns="63360">
                    <a:noAutofit/>
                  </a:bodyPr>
                  <a:p>
                    <a:pPr algn="ctr" defTabSz="9144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b="0" sz="1800" lang="en-US" strike="noStrike" u="none">
                      <a:solidFill>
                        <a:srgbClr val="000000"/>
                      </a:solidFill>
                      <a:effectLst/>
                      <a:latin typeface="OpenSymbol"/>
                    </a:endParaRPr>
                  </a:p>
                </p:txBody>
              </p:sp>
              <p:sp>
                <p:nvSpPr>
                  <p:cNvPr id="1048776" name="Google Shape;866;p11"/>
                  <p:cNvSpPr/>
                  <p:nvPr/>
                </p:nvSpPr>
                <p:spPr>
                  <a:xfrm>
                    <a:off x="1504440" y="-40320"/>
                    <a:ext cx="126000" cy="126360"/>
                  </a:xfrm>
                  <a:prstGeom prst="rect"/>
                  <a:gradFill rotWithShape="0">
                    <a:gsLst>
                      <a:gs pos="0">
                        <a:srgbClr val="B6F8F0"/>
                      </a:gs>
                      <a:gs pos="100000">
                        <a:srgbClr val="7DF3E5"/>
                      </a:gs>
                    </a:gsLst>
                    <a:lin ang="2700000"/>
                  </a:gradFill>
                  <a:ln w="0">
                    <a:noFill/>
                  </a:ln>
                  <a:effectLst>
                    <a:outerShdw algn="bl" blurRad="185760" rotWithShape="0">
                      <a:schemeClr val="dk1">
                        <a:alpha val="31000"/>
                      </a:schemeClr>
                    </a:outerShdw>
                  </a:effectLst>
                </p:spPr>
                <p:style>
                  <a:lnRef idx="0">
                    <a:srgbClr val="000000"/>
                  </a:lnRef>
                  <a:fillRef idx="0">
                    <a:srgbClr val="000000"/>
                  </a:fillRef>
                  <a:effectRef idx="0">
                    <a:srgbClr val="000000"/>
                  </a:effectRef>
                  <a:fontRef idx="minor">
                    <a:srgbClr val="000000"/>
                  </a:fontRef>
                </p:style>
                <p:txBody>
                  <a:bodyPr anchor="ctr" bIns="63360" tIns="63360">
                    <a:noAutofit/>
                  </a:bodyPr>
                  <a:p>
                    <a:pPr algn="ctr" defTabSz="9144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b="0" sz="1800" lang="en-US" strike="noStrike" u="none">
                      <a:solidFill>
                        <a:srgbClr val="000000"/>
                      </a:solidFill>
                      <a:effectLst/>
                      <a:latin typeface="OpenSymbol"/>
                    </a:endParaRPr>
                  </a:p>
                </p:txBody>
              </p:sp>
              <p:sp>
                <p:nvSpPr>
                  <p:cNvPr id="1048777" name="Google Shape;867;p11"/>
                  <p:cNvSpPr/>
                  <p:nvPr/>
                </p:nvSpPr>
                <p:spPr>
                  <a:xfrm>
                    <a:off x="1508760" y="-250920"/>
                    <a:ext cx="117360" cy="117720"/>
                  </a:xfrm>
                  <a:prstGeom prst="rect"/>
                  <a:gradFill rotWithShape="0">
                    <a:gsLst>
                      <a:gs pos="0">
                        <a:srgbClr val="B6F8F0"/>
                      </a:gs>
                      <a:gs pos="100000">
                        <a:srgbClr val="7DF3E5"/>
                      </a:gs>
                    </a:gsLst>
                    <a:lin ang="2700000"/>
                  </a:gradFill>
                  <a:ln w="0">
                    <a:noFill/>
                  </a:ln>
                  <a:effectLst>
                    <a:outerShdw algn="bl" blurRad="185760" rotWithShape="0">
                      <a:schemeClr val="dk1">
                        <a:alpha val="31000"/>
                      </a:schemeClr>
                    </a:outerShdw>
                  </a:effectLst>
                </p:spPr>
                <p:style>
                  <a:lnRef idx="0">
                    <a:srgbClr val="000000"/>
                  </a:lnRef>
                  <a:fillRef idx="0">
                    <a:srgbClr val="000000"/>
                  </a:fillRef>
                  <a:effectRef idx="0">
                    <a:srgbClr val="000000"/>
                  </a:effectRef>
                  <a:fontRef idx="minor">
                    <a:srgbClr val="000000"/>
                  </a:fontRef>
                </p:style>
                <p:txBody>
                  <a:bodyPr anchor="ctr" bIns="59040" tIns="59040">
                    <a:noAutofit/>
                  </a:bodyPr>
                  <a:p>
                    <a:pPr algn="ctr" defTabSz="9144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b="0" sz="1800" lang="en-US" strike="noStrike" u="none">
                      <a:solidFill>
                        <a:srgbClr val="000000"/>
                      </a:solidFill>
                      <a:effectLst/>
                      <a:latin typeface="OpenSymbol"/>
                    </a:endParaRPr>
                  </a:p>
                </p:txBody>
              </p:sp>
              <p:sp>
                <p:nvSpPr>
                  <p:cNvPr id="1048778" name="Google Shape;868;p11"/>
                  <p:cNvSpPr/>
                  <p:nvPr/>
                </p:nvSpPr>
                <p:spPr>
                  <a:xfrm>
                    <a:off x="1508760" y="-461880"/>
                    <a:ext cx="117360" cy="117720"/>
                  </a:xfrm>
                  <a:prstGeom prst="rect"/>
                  <a:gradFill rotWithShape="0">
                    <a:gsLst>
                      <a:gs pos="0">
                        <a:srgbClr val="B6F8F0"/>
                      </a:gs>
                      <a:gs pos="100000">
                        <a:srgbClr val="7DF3E5"/>
                      </a:gs>
                    </a:gsLst>
                    <a:lin ang="2700000"/>
                  </a:gradFill>
                  <a:ln w="0">
                    <a:noFill/>
                  </a:ln>
                  <a:effectLst>
                    <a:outerShdw algn="bl" blurRad="185760" rotWithShape="0">
                      <a:schemeClr val="dk1">
                        <a:alpha val="31000"/>
                      </a:schemeClr>
                    </a:outerShdw>
                  </a:effectLst>
                </p:spPr>
                <p:style>
                  <a:lnRef idx="0">
                    <a:srgbClr val="000000"/>
                  </a:lnRef>
                  <a:fillRef idx="0">
                    <a:srgbClr val="000000"/>
                  </a:fillRef>
                  <a:effectRef idx="0">
                    <a:srgbClr val="000000"/>
                  </a:effectRef>
                  <a:fontRef idx="minor">
                    <a:srgbClr val="000000"/>
                  </a:fontRef>
                </p:style>
                <p:txBody>
                  <a:bodyPr anchor="ctr" bIns="59040" tIns="59040">
                    <a:noAutofit/>
                  </a:bodyPr>
                  <a:p>
                    <a:pPr algn="ctr" defTabSz="9144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b="0" sz="1800" lang="en-US" strike="noStrike" u="none">
                      <a:solidFill>
                        <a:srgbClr val="000000"/>
                      </a:solidFill>
                      <a:effectLst/>
                      <a:latin typeface="OpenSymbol"/>
                    </a:endParaRPr>
                  </a:p>
                </p:txBody>
              </p:sp>
              <p:sp>
                <p:nvSpPr>
                  <p:cNvPr id="1048779" name="Google Shape;869;p11"/>
                  <p:cNvSpPr/>
                  <p:nvPr/>
                </p:nvSpPr>
                <p:spPr>
                  <a:xfrm>
                    <a:off x="1510920" y="-672480"/>
                    <a:ext cx="113040" cy="113040"/>
                  </a:xfrm>
                  <a:prstGeom prst="rect"/>
                  <a:gradFill rotWithShape="0">
                    <a:gsLst>
                      <a:gs pos="0">
                        <a:srgbClr val="B6F8F0"/>
                      </a:gs>
                      <a:gs pos="100000">
                        <a:srgbClr val="7DF3E5"/>
                      </a:gs>
                    </a:gsLst>
                    <a:lin ang="2700000"/>
                  </a:gradFill>
                  <a:ln w="0">
                    <a:noFill/>
                  </a:ln>
                  <a:effectLst>
                    <a:outerShdw algn="bl" blurRad="185760" rotWithShape="0">
                      <a:schemeClr val="dk1">
                        <a:alpha val="31000"/>
                      </a:schemeClr>
                    </a:outerShdw>
                  </a:effectLst>
                </p:spPr>
                <p:style>
                  <a:lnRef idx="0">
                    <a:srgbClr val="000000"/>
                  </a:lnRef>
                  <a:fillRef idx="0">
                    <a:srgbClr val="000000"/>
                  </a:fillRef>
                  <a:effectRef idx="0">
                    <a:srgbClr val="000000"/>
                  </a:effectRef>
                  <a:fontRef idx="minor">
                    <a:srgbClr val="000000"/>
                  </a:fontRef>
                </p:style>
                <p:txBody>
                  <a:bodyPr anchor="ctr" bIns="56520" tIns="56520">
                    <a:noAutofit/>
                  </a:bodyPr>
                  <a:p>
                    <a:pPr algn="ctr" defTabSz="9144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b="0" sz="1800" lang="en-US" strike="noStrike" u="none">
                      <a:solidFill>
                        <a:srgbClr val="000000"/>
                      </a:solidFill>
                      <a:effectLst/>
                      <a:latin typeface="OpenSymbol"/>
                    </a:endParaRPr>
                  </a:p>
                </p:txBody>
              </p:sp>
              <p:sp>
                <p:nvSpPr>
                  <p:cNvPr id="1048780" name="Google Shape;870;p11"/>
                  <p:cNvSpPr/>
                  <p:nvPr/>
                </p:nvSpPr>
                <p:spPr>
                  <a:xfrm>
                    <a:off x="1513080" y="-883080"/>
                    <a:ext cx="108720" cy="108720"/>
                  </a:xfrm>
                  <a:prstGeom prst="rect"/>
                  <a:gradFill rotWithShape="0">
                    <a:gsLst>
                      <a:gs pos="0">
                        <a:srgbClr val="B6F8F0"/>
                      </a:gs>
                      <a:gs pos="100000">
                        <a:srgbClr val="7DF3E5"/>
                      </a:gs>
                    </a:gsLst>
                    <a:lin ang="2700000"/>
                  </a:gradFill>
                  <a:ln w="0">
                    <a:noFill/>
                  </a:ln>
                  <a:effectLst>
                    <a:outerShdw algn="bl" blurRad="185760" rotWithShape="0">
                      <a:schemeClr val="dk1">
                        <a:alpha val="31000"/>
                      </a:schemeClr>
                    </a:outerShdw>
                  </a:effectLst>
                </p:spPr>
                <p:style>
                  <a:lnRef idx="0">
                    <a:srgbClr val="000000"/>
                  </a:lnRef>
                  <a:fillRef idx="0">
                    <a:srgbClr val="000000"/>
                  </a:fillRef>
                  <a:effectRef idx="0">
                    <a:srgbClr val="000000"/>
                  </a:effectRef>
                  <a:fontRef idx="minor">
                    <a:srgbClr val="000000"/>
                  </a:fontRef>
                </p:style>
                <p:txBody>
                  <a:bodyPr anchor="ctr" bIns="54360" tIns="54360">
                    <a:noAutofit/>
                  </a:bodyPr>
                  <a:p>
                    <a:pPr algn="ctr" defTabSz="9144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b="0" sz="1800" lang="en-US" strike="noStrike" u="none">
                      <a:solidFill>
                        <a:srgbClr val="000000"/>
                      </a:solidFill>
                      <a:effectLst/>
                      <a:latin typeface="OpenSymbol"/>
                    </a:endParaRPr>
                  </a:p>
                </p:txBody>
              </p:sp>
              <p:sp>
                <p:nvSpPr>
                  <p:cNvPr id="1048781" name="Google Shape;871;p11"/>
                  <p:cNvSpPr/>
                  <p:nvPr/>
                </p:nvSpPr>
                <p:spPr>
                  <a:xfrm>
                    <a:off x="1518120" y="-1089360"/>
                    <a:ext cx="98640" cy="98640"/>
                  </a:xfrm>
                  <a:prstGeom prst="rect"/>
                  <a:gradFill rotWithShape="0">
                    <a:gsLst>
                      <a:gs pos="0">
                        <a:srgbClr val="B6F8F0"/>
                      </a:gs>
                      <a:gs pos="100000">
                        <a:srgbClr val="7DF3E5"/>
                      </a:gs>
                    </a:gsLst>
                    <a:lin ang="2700000"/>
                  </a:gradFill>
                  <a:ln w="0">
                    <a:noFill/>
                  </a:ln>
                  <a:effectLst>
                    <a:outerShdw algn="bl" blurRad="185760" rotWithShape="0">
                      <a:schemeClr val="dk1">
                        <a:alpha val="31000"/>
                      </a:schemeClr>
                    </a:outerShdw>
                  </a:effectLst>
                </p:spPr>
                <p:style>
                  <a:lnRef idx="0">
                    <a:srgbClr val="000000"/>
                  </a:lnRef>
                  <a:fillRef idx="0">
                    <a:srgbClr val="000000"/>
                  </a:fillRef>
                  <a:effectRef idx="0">
                    <a:srgbClr val="000000"/>
                  </a:effectRef>
                  <a:fontRef idx="minor">
                    <a:srgbClr val="000000"/>
                  </a:fontRef>
                </p:style>
                <p:txBody>
                  <a:bodyPr anchor="ctr" bIns="49320" tIns="49320">
                    <a:noAutofit/>
                  </a:bodyPr>
                  <a:p>
                    <a:pPr algn="ctr" defTabSz="9144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b="0" sz="1800" lang="en-US" strike="noStrike" u="none">
                      <a:solidFill>
                        <a:srgbClr val="000000"/>
                      </a:solidFill>
                      <a:effectLst/>
                      <a:latin typeface="OpenSymbol"/>
                    </a:endParaRPr>
                  </a:p>
                </p:txBody>
              </p:sp>
              <p:sp>
                <p:nvSpPr>
                  <p:cNvPr id="1048782" name="Google Shape;872;p11"/>
                  <p:cNvSpPr/>
                  <p:nvPr/>
                </p:nvSpPr>
                <p:spPr>
                  <a:xfrm>
                    <a:off x="1523160" y="-1295640"/>
                    <a:ext cx="88920" cy="88920"/>
                  </a:xfrm>
                  <a:prstGeom prst="rect"/>
                  <a:gradFill rotWithShape="0">
                    <a:gsLst>
                      <a:gs pos="0">
                        <a:srgbClr val="B6F8F0"/>
                      </a:gs>
                      <a:gs pos="100000">
                        <a:srgbClr val="7DF3E5"/>
                      </a:gs>
                    </a:gsLst>
                    <a:lin ang="2700000"/>
                  </a:gradFill>
                  <a:ln w="0">
                    <a:noFill/>
                  </a:ln>
                  <a:effectLst>
                    <a:outerShdw algn="bl" blurRad="185760" rotWithShape="0">
                      <a:schemeClr val="dk1">
                        <a:alpha val="31000"/>
                      </a:schemeClr>
                    </a:outerShdw>
                  </a:effectLst>
                </p:spPr>
                <p:style>
                  <a:lnRef idx="0">
                    <a:srgbClr val="000000"/>
                  </a:lnRef>
                  <a:fillRef idx="0">
                    <a:srgbClr val="000000"/>
                  </a:fillRef>
                  <a:effectRef idx="0">
                    <a:srgbClr val="000000"/>
                  </a:effectRef>
                  <a:fontRef idx="minor">
                    <a:srgbClr val="000000"/>
                  </a:fontRef>
                </p:style>
                <p:txBody>
                  <a:bodyPr anchor="ctr" bIns="44640" tIns="44640">
                    <a:noAutofit/>
                  </a:bodyPr>
                  <a:p>
                    <a:pPr algn="ctr" defTabSz="9144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b="0" sz="1800" lang="en-US" strike="noStrike" u="none">
                      <a:solidFill>
                        <a:srgbClr val="000000"/>
                      </a:solidFill>
                      <a:effectLst/>
                      <a:latin typeface="OpenSymbol"/>
                    </a:endParaRPr>
                  </a:p>
                </p:txBody>
              </p:sp>
              <p:sp>
                <p:nvSpPr>
                  <p:cNvPr id="1048783" name="Google Shape;873;p11"/>
                  <p:cNvSpPr/>
                  <p:nvPr/>
                </p:nvSpPr>
                <p:spPr>
                  <a:xfrm>
                    <a:off x="1523160" y="-1501920"/>
                    <a:ext cx="88920" cy="88920"/>
                  </a:xfrm>
                  <a:prstGeom prst="rect"/>
                  <a:gradFill rotWithShape="0">
                    <a:gsLst>
                      <a:gs pos="0">
                        <a:srgbClr val="B6F8F0"/>
                      </a:gs>
                      <a:gs pos="100000">
                        <a:srgbClr val="7DF3E5"/>
                      </a:gs>
                    </a:gsLst>
                    <a:lin ang="2700000"/>
                  </a:gradFill>
                  <a:ln w="0">
                    <a:noFill/>
                  </a:ln>
                  <a:effectLst>
                    <a:outerShdw algn="bl" blurRad="185760" rotWithShape="0">
                      <a:schemeClr val="dk1">
                        <a:alpha val="31000"/>
                      </a:schemeClr>
                    </a:outerShdw>
                  </a:effectLst>
                </p:spPr>
                <p:style>
                  <a:lnRef idx="0">
                    <a:srgbClr val="000000"/>
                  </a:lnRef>
                  <a:fillRef idx="0">
                    <a:srgbClr val="000000"/>
                  </a:fillRef>
                  <a:effectRef idx="0">
                    <a:srgbClr val="000000"/>
                  </a:effectRef>
                  <a:fontRef idx="minor">
                    <a:srgbClr val="000000"/>
                  </a:fontRef>
                </p:style>
                <p:txBody>
                  <a:bodyPr anchor="ctr" bIns="44640" tIns="44640">
                    <a:noAutofit/>
                  </a:bodyPr>
                  <a:p>
                    <a:pPr algn="ctr" defTabSz="9144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b="0" sz="1800" lang="en-US" strike="noStrike" u="none">
                      <a:solidFill>
                        <a:srgbClr val="000000"/>
                      </a:solidFill>
                      <a:effectLst/>
                      <a:latin typeface="OpenSymbol"/>
                    </a:endParaRPr>
                  </a:p>
                </p:txBody>
              </p:sp>
              <p:sp>
                <p:nvSpPr>
                  <p:cNvPr id="1048784" name="Google Shape;874;p11"/>
                  <p:cNvSpPr/>
                  <p:nvPr/>
                </p:nvSpPr>
                <p:spPr>
                  <a:xfrm>
                    <a:off x="1527840" y="-1719000"/>
                    <a:ext cx="79200" cy="79200"/>
                  </a:xfrm>
                  <a:prstGeom prst="rect"/>
                  <a:gradFill rotWithShape="0">
                    <a:gsLst>
                      <a:gs pos="0">
                        <a:srgbClr val="B6F8F0"/>
                      </a:gs>
                      <a:gs pos="100000">
                        <a:srgbClr val="7DF3E5"/>
                      </a:gs>
                    </a:gsLst>
                    <a:lin ang="2700000"/>
                  </a:gradFill>
                  <a:ln w="0">
                    <a:noFill/>
                  </a:ln>
                  <a:effectLst>
                    <a:outerShdw algn="bl" blurRad="185760" rotWithShape="0">
                      <a:schemeClr val="dk1">
                        <a:alpha val="31000"/>
                      </a:schemeClr>
                    </a:outerShdw>
                  </a:effectLst>
                </p:spPr>
                <p:style>
                  <a:lnRef idx="0">
                    <a:srgbClr val="000000"/>
                  </a:lnRef>
                  <a:fillRef idx="0">
                    <a:srgbClr val="000000"/>
                  </a:fillRef>
                  <a:effectRef idx="0">
                    <a:srgbClr val="000000"/>
                  </a:effectRef>
                  <a:fontRef idx="minor">
                    <a:srgbClr val="000000"/>
                  </a:fontRef>
                </p:style>
                <p:txBody>
                  <a:bodyPr anchor="ctr" bIns="39600" tIns="39600">
                    <a:noAutofit/>
                  </a:bodyPr>
                  <a:p>
                    <a:pPr algn="ctr" defTabSz="9144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b="0" sz="1800" lang="en-US" strike="noStrike" u="none">
                      <a:solidFill>
                        <a:srgbClr val="000000"/>
                      </a:solidFill>
                      <a:effectLst/>
                      <a:latin typeface="OpenSymbol"/>
                    </a:endParaRPr>
                  </a:p>
                </p:txBody>
              </p:sp>
            </p:grpSp>
            <p:grpSp>
              <p:nvGrpSpPr>
                <p:cNvPr id="78" name="Google Shape;875;p11"/>
                <p:cNvGrpSpPr/>
                <p:nvPr/>
              </p:nvGrpSpPr>
              <p:grpSpPr>
                <a:xfrm>
                  <a:off x="1496160" y="-1719000"/>
                  <a:ext cx="142920" cy="2453760"/>
                  <a:chOff x="1496160" y="-1719000"/>
                  <a:chExt cx="142920" cy="2453760"/>
                </a:xfrm>
              </p:grpSpPr>
              <p:sp>
                <p:nvSpPr>
                  <p:cNvPr id="1048785" name="Google Shape;876;p11"/>
                  <p:cNvSpPr/>
                  <p:nvPr/>
                </p:nvSpPr>
                <p:spPr>
                  <a:xfrm>
                    <a:off x="1496160" y="591840"/>
                    <a:ext cx="142920" cy="142920"/>
                  </a:xfrm>
                  <a:prstGeom prst="rect"/>
                  <a:noFill/>
                  <a:ln w="0">
                    <a:noFill/>
                  </a:ln>
                </p:spPr>
                <p:style>
                  <a:lnRef idx="0">
                    <a:srgbClr val="000000"/>
                  </a:lnRef>
                  <a:fillRef idx="0">
                    <a:srgbClr val="000000"/>
                  </a:fillRef>
                  <a:effectRef idx="0">
                    <a:srgbClr val="000000"/>
                  </a:effectRef>
                  <a:fontRef idx="minor">
                    <a:srgbClr val="000000"/>
                  </a:fontRef>
                </p:style>
                <p:txBody>
                  <a:bodyPr anchor="ctr" bIns="71640" tIns="71640">
                    <a:noAutofit/>
                  </a:bodyPr>
                  <a:p>
                    <a:pPr algn="ctr" defTabSz="9144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b="0" sz="1800" lang="en-US" strike="noStrike" u="none">
                      <a:solidFill>
                        <a:srgbClr val="FFFFFF"/>
                      </a:solidFill>
                      <a:effectLst/>
                      <a:latin typeface="OpenSymbol"/>
                    </a:endParaRPr>
                  </a:p>
                </p:txBody>
              </p:sp>
              <p:sp>
                <p:nvSpPr>
                  <p:cNvPr id="1048786" name="Google Shape;877;p11"/>
                  <p:cNvSpPr/>
                  <p:nvPr/>
                </p:nvSpPr>
                <p:spPr>
                  <a:xfrm>
                    <a:off x="1504440" y="381240"/>
                    <a:ext cx="126000" cy="126360"/>
                  </a:xfrm>
                  <a:prstGeom prst="rect"/>
                  <a:solidFill>
                    <a:srgbClr val="009F8C">
                      <a:alpha val="5000"/>
                    </a:srgbClr>
                  </a:solidFill>
                  <a:ln w="0">
                    <a:noFill/>
                  </a:ln>
                </p:spPr>
                <p:style>
                  <a:lnRef idx="0">
                    <a:srgbClr val="000000"/>
                  </a:lnRef>
                  <a:fillRef idx="0">
                    <a:srgbClr val="000000"/>
                  </a:fillRef>
                  <a:effectRef idx="0">
                    <a:srgbClr val="000000"/>
                  </a:effectRef>
                  <a:fontRef idx="minor">
                    <a:srgbClr val="000000"/>
                  </a:fontRef>
                </p:style>
                <p:txBody>
                  <a:bodyPr anchor="ctr" bIns="63360" tIns="63360">
                    <a:noAutofit/>
                  </a:bodyPr>
                  <a:p>
                    <a:pPr algn="ctr" defTabSz="9144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b="0" sz="1800" lang="en-US" strike="noStrike" u="none">
                      <a:solidFill>
                        <a:srgbClr val="FFFFFF"/>
                      </a:solidFill>
                      <a:effectLst/>
                      <a:latin typeface="OpenSymbol"/>
                    </a:endParaRPr>
                  </a:p>
                </p:txBody>
              </p:sp>
              <p:sp>
                <p:nvSpPr>
                  <p:cNvPr id="1048787" name="Google Shape;878;p11"/>
                  <p:cNvSpPr/>
                  <p:nvPr/>
                </p:nvSpPr>
                <p:spPr>
                  <a:xfrm>
                    <a:off x="1504440" y="170640"/>
                    <a:ext cx="126000" cy="126360"/>
                  </a:xfrm>
                  <a:prstGeom prst="rect"/>
                  <a:solidFill>
                    <a:srgbClr val="009F8C">
                      <a:alpha val="10000"/>
                    </a:srgbClr>
                  </a:solidFill>
                  <a:ln w="0">
                    <a:noFill/>
                  </a:ln>
                </p:spPr>
                <p:style>
                  <a:lnRef idx="0">
                    <a:srgbClr val="000000"/>
                  </a:lnRef>
                  <a:fillRef idx="0">
                    <a:srgbClr val="000000"/>
                  </a:fillRef>
                  <a:effectRef idx="0">
                    <a:srgbClr val="000000"/>
                  </a:effectRef>
                  <a:fontRef idx="minor">
                    <a:srgbClr val="000000"/>
                  </a:fontRef>
                </p:style>
                <p:txBody>
                  <a:bodyPr anchor="ctr" bIns="63360" tIns="63360">
                    <a:noAutofit/>
                  </a:bodyPr>
                  <a:p>
                    <a:pPr algn="ctr" defTabSz="9144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b="0" sz="1800" lang="en-US" strike="noStrike" u="none">
                      <a:solidFill>
                        <a:srgbClr val="FFFFFF"/>
                      </a:solidFill>
                      <a:effectLst/>
                      <a:latin typeface="OpenSymbol"/>
                    </a:endParaRPr>
                  </a:p>
                </p:txBody>
              </p:sp>
              <p:sp>
                <p:nvSpPr>
                  <p:cNvPr id="1048788" name="Google Shape;879;p11"/>
                  <p:cNvSpPr/>
                  <p:nvPr/>
                </p:nvSpPr>
                <p:spPr>
                  <a:xfrm>
                    <a:off x="1504440" y="-40320"/>
                    <a:ext cx="126000" cy="126360"/>
                  </a:xfrm>
                  <a:prstGeom prst="rect"/>
                  <a:solidFill>
                    <a:srgbClr val="009F8C">
                      <a:alpha val="20000"/>
                    </a:srgbClr>
                  </a:solidFill>
                  <a:ln w="0">
                    <a:noFill/>
                  </a:ln>
                </p:spPr>
                <p:style>
                  <a:lnRef idx="0">
                    <a:srgbClr val="000000"/>
                  </a:lnRef>
                  <a:fillRef idx="0">
                    <a:srgbClr val="000000"/>
                  </a:fillRef>
                  <a:effectRef idx="0">
                    <a:srgbClr val="000000"/>
                  </a:effectRef>
                  <a:fontRef idx="minor">
                    <a:srgbClr val="000000"/>
                  </a:fontRef>
                </p:style>
                <p:txBody>
                  <a:bodyPr anchor="ctr" bIns="63360" tIns="63360">
                    <a:noAutofit/>
                  </a:bodyPr>
                  <a:p>
                    <a:pPr algn="ctr" defTabSz="9144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b="0" sz="1800" lang="en-US" strike="noStrike" u="none">
                      <a:solidFill>
                        <a:srgbClr val="FFFFFF"/>
                      </a:solidFill>
                      <a:effectLst/>
                      <a:latin typeface="OpenSymbol"/>
                    </a:endParaRPr>
                  </a:p>
                </p:txBody>
              </p:sp>
              <p:sp>
                <p:nvSpPr>
                  <p:cNvPr id="1048789" name="Google Shape;880;p11"/>
                  <p:cNvSpPr/>
                  <p:nvPr/>
                </p:nvSpPr>
                <p:spPr>
                  <a:xfrm>
                    <a:off x="1508760" y="-250920"/>
                    <a:ext cx="117360" cy="117720"/>
                  </a:xfrm>
                  <a:prstGeom prst="rect"/>
                  <a:solidFill>
                    <a:srgbClr val="009F8C">
                      <a:alpha val="30000"/>
                    </a:srgbClr>
                  </a:solidFill>
                  <a:ln w="0">
                    <a:noFill/>
                  </a:ln>
                </p:spPr>
                <p:style>
                  <a:lnRef idx="0">
                    <a:srgbClr val="000000"/>
                  </a:lnRef>
                  <a:fillRef idx="0">
                    <a:srgbClr val="000000"/>
                  </a:fillRef>
                  <a:effectRef idx="0">
                    <a:srgbClr val="000000"/>
                  </a:effectRef>
                  <a:fontRef idx="minor">
                    <a:srgbClr val="000000"/>
                  </a:fontRef>
                </p:style>
                <p:txBody>
                  <a:bodyPr anchor="ctr" bIns="59040" tIns="59040">
                    <a:noAutofit/>
                  </a:bodyPr>
                  <a:p>
                    <a:pPr algn="ctr" defTabSz="9144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b="0" sz="1800" lang="en-US" strike="noStrike" u="none">
                      <a:solidFill>
                        <a:srgbClr val="FFFFFF"/>
                      </a:solidFill>
                      <a:effectLst/>
                      <a:latin typeface="OpenSymbol"/>
                    </a:endParaRPr>
                  </a:p>
                </p:txBody>
              </p:sp>
              <p:sp>
                <p:nvSpPr>
                  <p:cNvPr id="1048790" name="Google Shape;881;p11"/>
                  <p:cNvSpPr/>
                  <p:nvPr/>
                </p:nvSpPr>
                <p:spPr>
                  <a:xfrm>
                    <a:off x="1508760" y="-461880"/>
                    <a:ext cx="117360" cy="117720"/>
                  </a:xfrm>
                  <a:prstGeom prst="rect"/>
                  <a:solidFill>
                    <a:srgbClr val="009F8C">
                      <a:alpha val="40000"/>
                    </a:srgbClr>
                  </a:solidFill>
                  <a:ln w="0">
                    <a:noFill/>
                  </a:ln>
                </p:spPr>
                <p:style>
                  <a:lnRef idx="0">
                    <a:srgbClr val="000000"/>
                  </a:lnRef>
                  <a:fillRef idx="0">
                    <a:srgbClr val="000000"/>
                  </a:fillRef>
                  <a:effectRef idx="0">
                    <a:srgbClr val="000000"/>
                  </a:effectRef>
                  <a:fontRef idx="minor">
                    <a:srgbClr val="000000"/>
                  </a:fontRef>
                </p:style>
                <p:txBody>
                  <a:bodyPr anchor="ctr" bIns="59040" tIns="59040">
                    <a:noAutofit/>
                  </a:bodyPr>
                  <a:p>
                    <a:pPr algn="ctr" defTabSz="9144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b="0" sz="1800" lang="en-US" strike="noStrike" u="none">
                      <a:solidFill>
                        <a:srgbClr val="FFFFFF"/>
                      </a:solidFill>
                      <a:effectLst/>
                      <a:latin typeface="OpenSymbol"/>
                    </a:endParaRPr>
                  </a:p>
                </p:txBody>
              </p:sp>
              <p:sp>
                <p:nvSpPr>
                  <p:cNvPr id="1048791" name="Google Shape;882;p11"/>
                  <p:cNvSpPr/>
                  <p:nvPr/>
                </p:nvSpPr>
                <p:spPr>
                  <a:xfrm>
                    <a:off x="1510920" y="-672480"/>
                    <a:ext cx="113040" cy="113040"/>
                  </a:xfrm>
                  <a:prstGeom prst="rect"/>
                  <a:solidFill>
                    <a:srgbClr val="009F8C">
                      <a:alpha val="50000"/>
                    </a:srgbClr>
                  </a:solidFill>
                  <a:ln w="0">
                    <a:noFill/>
                  </a:ln>
                </p:spPr>
                <p:style>
                  <a:lnRef idx="0">
                    <a:srgbClr val="000000"/>
                  </a:lnRef>
                  <a:fillRef idx="0">
                    <a:srgbClr val="000000"/>
                  </a:fillRef>
                  <a:effectRef idx="0">
                    <a:srgbClr val="000000"/>
                  </a:effectRef>
                  <a:fontRef idx="minor">
                    <a:srgbClr val="000000"/>
                  </a:fontRef>
                </p:style>
                <p:txBody>
                  <a:bodyPr anchor="ctr" bIns="56520" tIns="56520">
                    <a:noAutofit/>
                  </a:bodyPr>
                  <a:p>
                    <a:pPr algn="ctr" defTabSz="9144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b="0" sz="1800" lang="en-US" strike="noStrike" u="none">
                      <a:solidFill>
                        <a:srgbClr val="FFFFFF"/>
                      </a:solidFill>
                      <a:effectLst/>
                      <a:latin typeface="OpenSymbol"/>
                    </a:endParaRPr>
                  </a:p>
                </p:txBody>
              </p:sp>
              <p:sp>
                <p:nvSpPr>
                  <p:cNvPr id="1048792" name="Google Shape;883;p11"/>
                  <p:cNvSpPr/>
                  <p:nvPr/>
                </p:nvSpPr>
                <p:spPr>
                  <a:xfrm>
                    <a:off x="1513080" y="-883080"/>
                    <a:ext cx="108720" cy="108720"/>
                  </a:xfrm>
                  <a:prstGeom prst="rect"/>
                  <a:solidFill>
                    <a:srgbClr val="009F8C">
                      <a:alpha val="55000"/>
                    </a:srgbClr>
                  </a:solidFill>
                  <a:ln w="0">
                    <a:noFill/>
                  </a:ln>
                </p:spPr>
                <p:style>
                  <a:lnRef idx="0">
                    <a:srgbClr val="000000"/>
                  </a:lnRef>
                  <a:fillRef idx="0">
                    <a:srgbClr val="000000"/>
                  </a:fillRef>
                  <a:effectRef idx="0">
                    <a:srgbClr val="000000"/>
                  </a:effectRef>
                  <a:fontRef idx="minor">
                    <a:srgbClr val="000000"/>
                  </a:fontRef>
                </p:style>
                <p:txBody>
                  <a:bodyPr anchor="ctr" bIns="54360" tIns="54360">
                    <a:noAutofit/>
                  </a:bodyPr>
                  <a:p>
                    <a:pPr algn="ctr" defTabSz="9144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b="0" sz="1800" lang="en-US" strike="noStrike" u="none">
                      <a:solidFill>
                        <a:srgbClr val="FFFFFF"/>
                      </a:solidFill>
                      <a:effectLst/>
                      <a:latin typeface="OpenSymbol"/>
                    </a:endParaRPr>
                  </a:p>
                </p:txBody>
              </p:sp>
              <p:sp>
                <p:nvSpPr>
                  <p:cNvPr id="1048793" name="Google Shape;884;p11"/>
                  <p:cNvSpPr/>
                  <p:nvPr/>
                </p:nvSpPr>
                <p:spPr>
                  <a:xfrm>
                    <a:off x="1518120" y="-1089360"/>
                    <a:ext cx="98640" cy="98640"/>
                  </a:xfrm>
                  <a:prstGeom prst="rect"/>
                  <a:solidFill>
                    <a:srgbClr val="009F8C">
                      <a:alpha val="60000"/>
                    </a:srgbClr>
                  </a:solidFill>
                  <a:ln w="0">
                    <a:noFill/>
                  </a:ln>
                </p:spPr>
                <p:style>
                  <a:lnRef idx="0">
                    <a:srgbClr val="000000"/>
                  </a:lnRef>
                  <a:fillRef idx="0">
                    <a:srgbClr val="000000"/>
                  </a:fillRef>
                  <a:effectRef idx="0">
                    <a:srgbClr val="000000"/>
                  </a:effectRef>
                  <a:fontRef idx="minor">
                    <a:srgbClr val="000000"/>
                  </a:fontRef>
                </p:style>
                <p:txBody>
                  <a:bodyPr anchor="ctr" bIns="49320" tIns="49320">
                    <a:noAutofit/>
                  </a:bodyPr>
                  <a:p>
                    <a:pPr algn="ctr" defTabSz="9144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b="0" sz="1800" lang="en-US" strike="noStrike" u="none">
                      <a:solidFill>
                        <a:srgbClr val="FFFFFF"/>
                      </a:solidFill>
                      <a:effectLst/>
                      <a:latin typeface="OpenSymbol"/>
                    </a:endParaRPr>
                  </a:p>
                </p:txBody>
              </p:sp>
              <p:sp>
                <p:nvSpPr>
                  <p:cNvPr id="1048794" name="Google Shape;885;p11"/>
                  <p:cNvSpPr/>
                  <p:nvPr/>
                </p:nvSpPr>
                <p:spPr>
                  <a:xfrm>
                    <a:off x="1523160" y="-1295640"/>
                    <a:ext cx="88920" cy="88920"/>
                  </a:xfrm>
                  <a:prstGeom prst="rect"/>
                  <a:solidFill>
                    <a:srgbClr val="009F8C">
                      <a:alpha val="65000"/>
                    </a:srgbClr>
                  </a:solidFill>
                  <a:ln w="0">
                    <a:noFill/>
                  </a:ln>
                </p:spPr>
                <p:style>
                  <a:lnRef idx="0">
                    <a:srgbClr val="000000"/>
                  </a:lnRef>
                  <a:fillRef idx="0">
                    <a:srgbClr val="000000"/>
                  </a:fillRef>
                  <a:effectRef idx="0">
                    <a:srgbClr val="000000"/>
                  </a:effectRef>
                  <a:fontRef idx="minor">
                    <a:srgbClr val="000000"/>
                  </a:fontRef>
                </p:style>
                <p:txBody>
                  <a:bodyPr anchor="ctr" bIns="44640" tIns="44640">
                    <a:noAutofit/>
                  </a:bodyPr>
                  <a:p>
                    <a:pPr algn="ctr" defTabSz="9144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b="0" sz="1800" lang="en-US" strike="noStrike" u="none">
                      <a:solidFill>
                        <a:srgbClr val="FFFFFF"/>
                      </a:solidFill>
                      <a:effectLst/>
                      <a:latin typeface="OpenSymbol"/>
                    </a:endParaRPr>
                  </a:p>
                </p:txBody>
              </p:sp>
              <p:sp>
                <p:nvSpPr>
                  <p:cNvPr id="1048795" name="Google Shape;886;p11"/>
                  <p:cNvSpPr/>
                  <p:nvPr/>
                </p:nvSpPr>
                <p:spPr>
                  <a:xfrm>
                    <a:off x="1523160" y="-1501920"/>
                    <a:ext cx="88920" cy="88920"/>
                  </a:xfrm>
                  <a:prstGeom prst="rect"/>
                  <a:solidFill>
                    <a:srgbClr val="009F8C">
                      <a:alpha val="70000"/>
                    </a:srgbClr>
                  </a:solidFill>
                  <a:ln w="0">
                    <a:noFill/>
                  </a:ln>
                </p:spPr>
                <p:style>
                  <a:lnRef idx="0">
                    <a:srgbClr val="000000"/>
                  </a:lnRef>
                  <a:fillRef idx="0">
                    <a:srgbClr val="000000"/>
                  </a:fillRef>
                  <a:effectRef idx="0">
                    <a:srgbClr val="000000"/>
                  </a:effectRef>
                  <a:fontRef idx="minor">
                    <a:srgbClr val="000000"/>
                  </a:fontRef>
                </p:style>
                <p:txBody>
                  <a:bodyPr anchor="ctr" bIns="44640" tIns="44640">
                    <a:noAutofit/>
                  </a:bodyPr>
                  <a:p>
                    <a:pPr algn="ctr" defTabSz="9144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b="0" sz="1800" lang="en-US" strike="noStrike" u="none">
                      <a:solidFill>
                        <a:srgbClr val="FFFFFF"/>
                      </a:solidFill>
                      <a:effectLst/>
                      <a:latin typeface="OpenSymbol"/>
                    </a:endParaRPr>
                  </a:p>
                </p:txBody>
              </p:sp>
              <p:sp>
                <p:nvSpPr>
                  <p:cNvPr id="1048796" name="Google Shape;887;p11"/>
                  <p:cNvSpPr/>
                  <p:nvPr/>
                </p:nvSpPr>
                <p:spPr>
                  <a:xfrm>
                    <a:off x="1527840" y="-1719000"/>
                    <a:ext cx="79200" cy="79200"/>
                  </a:xfrm>
                  <a:prstGeom prst="rect"/>
                  <a:solidFill>
                    <a:srgbClr val="009F8C">
                      <a:alpha val="80000"/>
                    </a:srgbClr>
                  </a:solidFill>
                  <a:ln w="0">
                    <a:noFill/>
                  </a:ln>
                </p:spPr>
                <p:style>
                  <a:lnRef idx="0">
                    <a:srgbClr val="000000"/>
                  </a:lnRef>
                  <a:fillRef idx="0">
                    <a:srgbClr val="000000"/>
                  </a:fillRef>
                  <a:effectRef idx="0">
                    <a:srgbClr val="000000"/>
                  </a:effectRef>
                  <a:fontRef idx="minor">
                    <a:srgbClr val="000000"/>
                  </a:fontRef>
                </p:style>
                <p:txBody>
                  <a:bodyPr anchor="ctr" bIns="39600" tIns="39600">
                    <a:noAutofit/>
                  </a:bodyPr>
                  <a:p>
                    <a:pPr algn="ctr" defTabSz="9144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b="0" sz="1800" lang="en-US" strike="noStrike" u="none">
                      <a:solidFill>
                        <a:srgbClr val="FFFFFF"/>
                      </a:solidFill>
                      <a:effectLst/>
                      <a:latin typeface="OpenSymbol"/>
                    </a:endParaRPr>
                  </a:p>
                </p:txBody>
              </p:sp>
            </p:grpSp>
          </p:grpSp>
          <p:grpSp>
            <p:nvGrpSpPr>
              <p:cNvPr id="79" name="Google Shape;888;p11"/>
              <p:cNvGrpSpPr/>
              <p:nvPr/>
            </p:nvGrpSpPr>
            <p:grpSpPr>
              <a:xfrm>
                <a:off x="8213400" y="-1825560"/>
                <a:ext cx="142920" cy="2453760"/>
                <a:chOff x="8213400" y="-1825560"/>
                <a:chExt cx="142920" cy="2453760"/>
              </a:xfrm>
            </p:grpSpPr>
            <p:grpSp>
              <p:nvGrpSpPr>
                <p:cNvPr id="80" name="Google Shape;889;p11"/>
                <p:cNvGrpSpPr/>
                <p:nvPr/>
              </p:nvGrpSpPr>
              <p:grpSpPr>
                <a:xfrm>
                  <a:off x="8213400" y="-1825560"/>
                  <a:ext cx="142920" cy="2453760"/>
                  <a:chOff x="8213400" y="-1825560"/>
                  <a:chExt cx="142920" cy="2453760"/>
                </a:xfrm>
              </p:grpSpPr>
              <p:sp>
                <p:nvSpPr>
                  <p:cNvPr id="1048797" name="Google Shape;890;p11"/>
                  <p:cNvSpPr/>
                  <p:nvPr/>
                </p:nvSpPr>
                <p:spPr>
                  <a:xfrm>
                    <a:off x="8213400" y="485280"/>
                    <a:ext cx="142920" cy="142920"/>
                  </a:xfrm>
                  <a:prstGeom prst="rect"/>
                  <a:gradFill rotWithShape="0">
                    <a:gsLst>
                      <a:gs pos="0">
                        <a:srgbClr val="7DF3E5"/>
                      </a:gs>
                      <a:gs pos="100000">
                        <a:srgbClr val="02C5AE"/>
                      </a:gs>
                    </a:gsLst>
                    <a:lin ang="2700000"/>
                  </a:gradFill>
                  <a:ln w="0">
                    <a:noFill/>
                  </a:ln>
                  <a:effectLst>
                    <a:outerShdw algn="bl" blurRad="185760" rotWithShape="0">
                      <a:schemeClr val="dk1">
                        <a:alpha val="31000"/>
                      </a:schemeClr>
                    </a:outerShdw>
                  </a:effectLst>
                </p:spPr>
                <p:style>
                  <a:lnRef idx="0">
                    <a:srgbClr val="000000"/>
                  </a:lnRef>
                  <a:fillRef idx="0">
                    <a:srgbClr val="000000"/>
                  </a:fillRef>
                  <a:effectRef idx="0">
                    <a:srgbClr val="000000"/>
                  </a:effectRef>
                  <a:fontRef idx="minor">
                    <a:srgbClr val="000000"/>
                  </a:fontRef>
                </p:style>
                <p:txBody>
                  <a:bodyPr anchor="ctr" bIns="71640" tIns="71640">
                    <a:noAutofit/>
                  </a:bodyPr>
                  <a:p>
                    <a:pPr algn="ctr" defTabSz="9144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b="0" sz="1800" lang="en-US" strike="noStrike" u="none">
                      <a:solidFill>
                        <a:srgbClr val="000000"/>
                      </a:solidFill>
                      <a:effectLst/>
                      <a:latin typeface="OpenSymbol"/>
                    </a:endParaRPr>
                  </a:p>
                </p:txBody>
              </p:sp>
              <p:sp>
                <p:nvSpPr>
                  <p:cNvPr id="1048798" name="Google Shape;891;p11"/>
                  <p:cNvSpPr/>
                  <p:nvPr/>
                </p:nvSpPr>
                <p:spPr>
                  <a:xfrm>
                    <a:off x="8221680" y="274680"/>
                    <a:ext cx="126000" cy="126360"/>
                  </a:xfrm>
                  <a:prstGeom prst="rect"/>
                  <a:gradFill rotWithShape="0">
                    <a:gsLst>
                      <a:gs pos="0">
                        <a:srgbClr val="7DF3E5"/>
                      </a:gs>
                      <a:gs pos="100000">
                        <a:srgbClr val="02C5AE"/>
                      </a:gs>
                    </a:gsLst>
                    <a:lin ang="2700000"/>
                  </a:gradFill>
                  <a:ln w="0">
                    <a:noFill/>
                  </a:ln>
                  <a:effectLst>
                    <a:outerShdw algn="bl" blurRad="185760" rotWithShape="0">
                      <a:schemeClr val="dk1">
                        <a:alpha val="31000"/>
                      </a:schemeClr>
                    </a:outerShdw>
                  </a:effectLst>
                </p:spPr>
                <p:style>
                  <a:lnRef idx="0">
                    <a:srgbClr val="000000"/>
                  </a:lnRef>
                  <a:fillRef idx="0">
                    <a:srgbClr val="000000"/>
                  </a:fillRef>
                  <a:effectRef idx="0">
                    <a:srgbClr val="000000"/>
                  </a:effectRef>
                  <a:fontRef idx="minor">
                    <a:srgbClr val="000000"/>
                  </a:fontRef>
                </p:style>
                <p:txBody>
                  <a:bodyPr anchor="ctr" bIns="63360" tIns="63360">
                    <a:noAutofit/>
                  </a:bodyPr>
                  <a:p>
                    <a:pPr algn="ctr" defTabSz="9144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b="0" sz="1800" lang="en-US" strike="noStrike" u="none">
                      <a:solidFill>
                        <a:srgbClr val="000000"/>
                      </a:solidFill>
                      <a:effectLst/>
                      <a:latin typeface="OpenSymbol"/>
                    </a:endParaRPr>
                  </a:p>
                </p:txBody>
              </p:sp>
              <p:sp>
                <p:nvSpPr>
                  <p:cNvPr id="1048799" name="Google Shape;892;p11"/>
                  <p:cNvSpPr/>
                  <p:nvPr/>
                </p:nvSpPr>
                <p:spPr>
                  <a:xfrm>
                    <a:off x="8221680" y="64080"/>
                    <a:ext cx="126000" cy="126360"/>
                  </a:xfrm>
                  <a:prstGeom prst="rect"/>
                  <a:gradFill rotWithShape="0">
                    <a:gsLst>
                      <a:gs pos="0">
                        <a:srgbClr val="7DF3E5"/>
                      </a:gs>
                      <a:gs pos="100000">
                        <a:srgbClr val="02C5AE"/>
                      </a:gs>
                    </a:gsLst>
                    <a:lin ang="2700000"/>
                  </a:gradFill>
                  <a:ln w="0">
                    <a:noFill/>
                  </a:ln>
                  <a:effectLst>
                    <a:outerShdw algn="bl" blurRad="185760" rotWithShape="0">
                      <a:schemeClr val="dk1">
                        <a:alpha val="31000"/>
                      </a:schemeClr>
                    </a:outerShdw>
                  </a:effectLst>
                </p:spPr>
                <p:style>
                  <a:lnRef idx="0">
                    <a:srgbClr val="000000"/>
                  </a:lnRef>
                  <a:fillRef idx="0">
                    <a:srgbClr val="000000"/>
                  </a:fillRef>
                  <a:effectRef idx="0">
                    <a:srgbClr val="000000"/>
                  </a:effectRef>
                  <a:fontRef idx="minor">
                    <a:srgbClr val="000000"/>
                  </a:fontRef>
                </p:style>
                <p:txBody>
                  <a:bodyPr anchor="ctr" bIns="63360" tIns="63360">
                    <a:noAutofit/>
                  </a:bodyPr>
                  <a:p>
                    <a:pPr algn="ctr" defTabSz="9144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b="0" sz="1800" lang="en-US" strike="noStrike" u="none">
                      <a:solidFill>
                        <a:srgbClr val="000000"/>
                      </a:solidFill>
                      <a:effectLst/>
                      <a:latin typeface="OpenSymbol"/>
                    </a:endParaRPr>
                  </a:p>
                </p:txBody>
              </p:sp>
              <p:sp>
                <p:nvSpPr>
                  <p:cNvPr id="1048800" name="Google Shape;893;p11"/>
                  <p:cNvSpPr/>
                  <p:nvPr/>
                </p:nvSpPr>
                <p:spPr>
                  <a:xfrm>
                    <a:off x="8221680" y="-146880"/>
                    <a:ext cx="126000" cy="126360"/>
                  </a:xfrm>
                  <a:prstGeom prst="rect"/>
                  <a:gradFill rotWithShape="0">
                    <a:gsLst>
                      <a:gs pos="0">
                        <a:srgbClr val="7DF3E5"/>
                      </a:gs>
                      <a:gs pos="100000">
                        <a:srgbClr val="02C5AE"/>
                      </a:gs>
                    </a:gsLst>
                    <a:lin ang="2700000"/>
                  </a:gradFill>
                  <a:ln w="0">
                    <a:noFill/>
                  </a:ln>
                  <a:effectLst>
                    <a:outerShdw algn="bl" blurRad="185760" rotWithShape="0">
                      <a:schemeClr val="dk1">
                        <a:alpha val="31000"/>
                      </a:schemeClr>
                    </a:outerShdw>
                  </a:effectLst>
                </p:spPr>
                <p:style>
                  <a:lnRef idx="0">
                    <a:srgbClr val="000000"/>
                  </a:lnRef>
                  <a:fillRef idx="0">
                    <a:srgbClr val="000000"/>
                  </a:fillRef>
                  <a:effectRef idx="0">
                    <a:srgbClr val="000000"/>
                  </a:effectRef>
                  <a:fontRef idx="minor">
                    <a:srgbClr val="000000"/>
                  </a:fontRef>
                </p:style>
                <p:txBody>
                  <a:bodyPr anchor="ctr" bIns="63360" tIns="63360">
                    <a:noAutofit/>
                  </a:bodyPr>
                  <a:p>
                    <a:pPr algn="ctr" defTabSz="9144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b="0" sz="1800" lang="en-US" strike="noStrike" u="none">
                      <a:solidFill>
                        <a:srgbClr val="000000"/>
                      </a:solidFill>
                      <a:effectLst/>
                      <a:latin typeface="OpenSymbol"/>
                    </a:endParaRPr>
                  </a:p>
                </p:txBody>
              </p:sp>
              <p:sp>
                <p:nvSpPr>
                  <p:cNvPr id="1048801" name="Google Shape;894;p11"/>
                  <p:cNvSpPr/>
                  <p:nvPr/>
                </p:nvSpPr>
                <p:spPr>
                  <a:xfrm>
                    <a:off x="8226360" y="-357480"/>
                    <a:ext cx="117360" cy="117720"/>
                  </a:xfrm>
                  <a:prstGeom prst="rect"/>
                  <a:gradFill rotWithShape="0">
                    <a:gsLst>
                      <a:gs pos="0">
                        <a:srgbClr val="7DF3E5"/>
                      </a:gs>
                      <a:gs pos="100000">
                        <a:srgbClr val="02C5AE"/>
                      </a:gs>
                    </a:gsLst>
                    <a:lin ang="2700000"/>
                  </a:gradFill>
                  <a:ln w="0">
                    <a:noFill/>
                  </a:ln>
                  <a:effectLst>
                    <a:outerShdw algn="bl" blurRad="185760" rotWithShape="0">
                      <a:schemeClr val="dk1">
                        <a:alpha val="31000"/>
                      </a:schemeClr>
                    </a:outerShdw>
                  </a:effectLst>
                </p:spPr>
                <p:style>
                  <a:lnRef idx="0">
                    <a:srgbClr val="000000"/>
                  </a:lnRef>
                  <a:fillRef idx="0">
                    <a:srgbClr val="000000"/>
                  </a:fillRef>
                  <a:effectRef idx="0">
                    <a:srgbClr val="000000"/>
                  </a:effectRef>
                  <a:fontRef idx="minor">
                    <a:srgbClr val="000000"/>
                  </a:fontRef>
                </p:style>
                <p:txBody>
                  <a:bodyPr anchor="ctr" bIns="59040" tIns="59040">
                    <a:noAutofit/>
                  </a:bodyPr>
                  <a:p>
                    <a:pPr algn="ctr" defTabSz="9144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b="0" sz="1800" lang="en-US" strike="noStrike" u="none">
                      <a:solidFill>
                        <a:srgbClr val="000000"/>
                      </a:solidFill>
                      <a:effectLst/>
                      <a:latin typeface="OpenSymbol"/>
                    </a:endParaRPr>
                  </a:p>
                </p:txBody>
              </p:sp>
              <p:sp>
                <p:nvSpPr>
                  <p:cNvPr id="1048802" name="Google Shape;895;p11"/>
                  <p:cNvSpPr/>
                  <p:nvPr/>
                </p:nvSpPr>
                <p:spPr>
                  <a:xfrm>
                    <a:off x="8226360" y="-568080"/>
                    <a:ext cx="117360" cy="117720"/>
                  </a:xfrm>
                  <a:prstGeom prst="rect"/>
                  <a:gradFill rotWithShape="0">
                    <a:gsLst>
                      <a:gs pos="0">
                        <a:srgbClr val="7DF3E5"/>
                      </a:gs>
                      <a:gs pos="100000">
                        <a:srgbClr val="02C5AE"/>
                      </a:gs>
                    </a:gsLst>
                    <a:lin ang="2700000"/>
                  </a:gradFill>
                  <a:ln w="0">
                    <a:noFill/>
                  </a:ln>
                  <a:effectLst>
                    <a:outerShdw algn="bl" blurRad="185760" rotWithShape="0">
                      <a:schemeClr val="dk1">
                        <a:alpha val="31000"/>
                      </a:schemeClr>
                    </a:outerShdw>
                  </a:effectLst>
                </p:spPr>
                <p:style>
                  <a:lnRef idx="0">
                    <a:srgbClr val="000000"/>
                  </a:lnRef>
                  <a:fillRef idx="0">
                    <a:srgbClr val="000000"/>
                  </a:fillRef>
                  <a:effectRef idx="0">
                    <a:srgbClr val="000000"/>
                  </a:effectRef>
                  <a:fontRef idx="minor">
                    <a:srgbClr val="000000"/>
                  </a:fontRef>
                </p:style>
                <p:txBody>
                  <a:bodyPr anchor="ctr" bIns="59040" tIns="59040">
                    <a:noAutofit/>
                  </a:bodyPr>
                  <a:p>
                    <a:pPr algn="ctr" defTabSz="9144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b="0" sz="1800" lang="en-US" strike="noStrike" u="none">
                      <a:solidFill>
                        <a:srgbClr val="000000"/>
                      </a:solidFill>
                      <a:effectLst/>
                      <a:latin typeface="OpenSymbol"/>
                    </a:endParaRPr>
                  </a:p>
                </p:txBody>
              </p:sp>
              <p:sp>
                <p:nvSpPr>
                  <p:cNvPr id="1048803" name="Google Shape;896;p11"/>
                  <p:cNvSpPr/>
                  <p:nvPr/>
                </p:nvSpPr>
                <p:spPr>
                  <a:xfrm>
                    <a:off x="8228160" y="-779040"/>
                    <a:ext cx="113040" cy="113040"/>
                  </a:xfrm>
                  <a:prstGeom prst="rect"/>
                  <a:gradFill rotWithShape="0">
                    <a:gsLst>
                      <a:gs pos="0">
                        <a:srgbClr val="7DF3E5"/>
                      </a:gs>
                      <a:gs pos="100000">
                        <a:srgbClr val="02C5AE"/>
                      </a:gs>
                    </a:gsLst>
                    <a:lin ang="2700000"/>
                  </a:gradFill>
                  <a:ln w="0">
                    <a:noFill/>
                  </a:ln>
                  <a:effectLst>
                    <a:outerShdw algn="bl" blurRad="185760" rotWithShape="0">
                      <a:schemeClr val="dk1">
                        <a:alpha val="31000"/>
                      </a:schemeClr>
                    </a:outerShdw>
                  </a:effectLst>
                </p:spPr>
                <p:style>
                  <a:lnRef idx="0">
                    <a:srgbClr val="000000"/>
                  </a:lnRef>
                  <a:fillRef idx="0">
                    <a:srgbClr val="000000"/>
                  </a:fillRef>
                  <a:effectRef idx="0">
                    <a:srgbClr val="000000"/>
                  </a:effectRef>
                  <a:fontRef idx="minor">
                    <a:srgbClr val="000000"/>
                  </a:fontRef>
                </p:style>
                <p:txBody>
                  <a:bodyPr anchor="ctr" bIns="56520" tIns="56520">
                    <a:noAutofit/>
                  </a:bodyPr>
                  <a:p>
                    <a:pPr algn="ctr" defTabSz="9144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b="0" sz="1800" lang="en-US" strike="noStrike" u="none">
                      <a:solidFill>
                        <a:srgbClr val="000000"/>
                      </a:solidFill>
                      <a:effectLst/>
                      <a:latin typeface="OpenSymbol"/>
                    </a:endParaRPr>
                  </a:p>
                </p:txBody>
              </p:sp>
              <p:sp>
                <p:nvSpPr>
                  <p:cNvPr id="1048804" name="Google Shape;897;p11"/>
                  <p:cNvSpPr/>
                  <p:nvPr/>
                </p:nvSpPr>
                <p:spPr>
                  <a:xfrm>
                    <a:off x="8230680" y="-989640"/>
                    <a:ext cx="108720" cy="108720"/>
                  </a:xfrm>
                  <a:prstGeom prst="rect"/>
                  <a:gradFill rotWithShape="0">
                    <a:gsLst>
                      <a:gs pos="0">
                        <a:srgbClr val="7DF3E5"/>
                      </a:gs>
                      <a:gs pos="100000">
                        <a:srgbClr val="02C5AE"/>
                      </a:gs>
                    </a:gsLst>
                    <a:lin ang="2700000"/>
                  </a:gradFill>
                  <a:ln w="0">
                    <a:noFill/>
                  </a:ln>
                  <a:effectLst>
                    <a:outerShdw algn="bl" blurRad="185760" rotWithShape="0">
                      <a:schemeClr val="dk1">
                        <a:alpha val="31000"/>
                      </a:schemeClr>
                    </a:outerShdw>
                  </a:effectLst>
                </p:spPr>
                <p:style>
                  <a:lnRef idx="0">
                    <a:srgbClr val="000000"/>
                  </a:lnRef>
                  <a:fillRef idx="0">
                    <a:srgbClr val="000000"/>
                  </a:fillRef>
                  <a:effectRef idx="0">
                    <a:srgbClr val="000000"/>
                  </a:effectRef>
                  <a:fontRef idx="minor">
                    <a:srgbClr val="000000"/>
                  </a:fontRef>
                </p:style>
                <p:txBody>
                  <a:bodyPr anchor="ctr" bIns="54360" tIns="54360">
                    <a:noAutofit/>
                  </a:bodyPr>
                  <a:p>
                    <a:pPr algn="ctr" defTabSz="9144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b="0" sz="1800" lang="en-US" strike="noStrike" u="none">
                      <a:solidFill>
                        <a:srgbClr val="000000"/>
                      </a:solidFill>
                      <a:effectLst/>
                      <a:latin typeface="OpenSymbol"/>
                    </a:endParaRPr>
                  </a:p>
                </p:txBody>
              </p:sp>
              <p:sp>
                <p:nvSpPr>
                  <p:cNvPr id="1048805" name="Google Shape;898;p11"/>
                  <p:cNvSpPr/>
                  <p:nvPr/>
                </p:nvSpPr>
                <p:spPr>
                  <a:xfrm>
                    <a:off x="8235360" y="-1195920"/>
                    <a:ext cx="98640" cy="98640"/>
                  </a:xfrm>
                  <a:prstGeom prst="rect"/>
                  <a:gradFill rotWithShape="0">
                    <a:gsLst>
                      <a:gs pos="0">
                        <a:srgbClr val="7DF3E5"/>
                      </a:gs>
                      <a:gs pos="100000">
                        <a:srgbClr val="02C5AE"/>
                      </a:gs>
                    </a:gsLst>
                    <a:lin ang="2700000"/>
                  </a:gradFill>
                  <a:ln w="0">
                    <a:noFill/>
                  </a:ln>
                  <a:effectLst>
                    <a:outerShdw algn="bl" blurRad="185760" rotWithShape="0">
                      <a:schemeClr val="dk1">
                        <a:alpha val="31000"/>
                      </a:schemeClr>
                    </a:outerShdw>
                  </a:effectLst>
                </p:spPr>
                <p:style>
                  <a:lnRef idx="0">
                    <a:srgbClr val="000000"/>
                  </a:lnRef>
                  <a:fillRef idx="0">
                    <a:srgbClr val="000000"/>
                  </a:fillRef>
                  <a:effectRef idx="0">
                    <a:srgbClr val="000000"/>
                  </a:effectRef>
                  <a:fontRef idx="minor">
                    <a:srgbClr val="000000"/>
                  </a:fontRef>
                </p:style>
                <p:txBody>
                  <a:bodyPr anchor="ctr" bIns="49320" tIns="49320">
                    <a:noAutofit/>
                  </a:bodyPr>
                  <a:p>
                    <a:pPr algn="ctr" defTabSz="9144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b="0" sz="1800" lang="en-US" strike="noStrike" u="none">
                      <a:solidFill>
                        <a:srgbClr val="000000"/>
                      </a:solidFill>
                      <a:effectLst/>
                      <a:latin typeface="OpenSymbol"/>
                    </a:endParaRPr>
                  </a:p>
                </p:txBody>
              </p:sp>
              <p:sp>
                <p:nvSpPr>
                  <p:cNvPr id="1048806" name="Google Shape;899;p11"/>
                  <p:cNvSpPr/>
                  <p:nvPr/>
                </p:nvSpPr>
                <p:spPr>
                  <a:xfrm>
                    <a:off x="8240400" y="-1402200"/>
                    <a:ext cx="88920" cy="88920"/>
                  </a:xfrm>
                  <a:prstGeom prst="rect"/>
                  <a:gradFill rotWithShape="0">
                    <a:gsLst>
                      <a:gs pos="0">
                        <a:srgbClr val="7DF3E5"/>
                      </a:gs>
                      <a:gs pos="100000">
                        <a:srgbClr val="02C5AE"/>
                      </a:gs>
                    </a:gsLst>
                    <a:lin ang="2700000"/>
                  </a:gradFill>
                  <a:ln w="0">
                    <a:noFill/>
                  </a:ln>
                  <a:effectLst>
                    <a:outerShdw algn="bl" blurRad="185760" rotWithShape="0">
                      <a:schemeClr val="dk1">
                        <a:alpha val="31000"/>
                      </a:schemeClr>
                    </a:outerShdw>
                  </a:effectLst>
                </p:spPr>
                <p:style>
                  <a:lnRef idx="0">
                    <a:srgbClr val="000000"/>
                  </a:lnRef>
                  <a:fillRef idx="0">
                    <a:srgbClr val="000000"/>
                  </a:fillRef>
                  <a:effectRef idx="0">
                    <a:srgbClr val="000000"/>
                  </a:effectRef>
                  <a:fontRef idx="minor">
                    <a:srgbClr val="000000"/>
                  </a:fontRef>
                </p:style>
                <p:txBody>
                  <a:bodyPr anchor="ctr" bIns="44640" tIns="44640">
                    <a:noAutofit/>
                  </a:bodyPr>
                  <a:p>
                    <a:pPr algn="ctr" defTabSz="9144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b="0" sz="1800" lang="en-US" strike="noStrike" u="none">
                      <a:solidFill>
                        <a:srgbClr val="000000"/>
                      </a:solidFill>
                      <a:effectLst/>
                      <a:latin typeface="OpenSymbol"/>
                    </a:endParaRPr>
                  </a:p>
                </p:txBody>
              </p:sp>
              <p:sp>
                <p:nvSpPr>
                  <p:cNvPr id="1048807" name="Google Shape;900;p11"/>
                  <p:cNvSpPr/>
                  <p:nvPr/>
                </p:nvSpPr>
                <p:spPr>
                  <a:xfrm>
                    <a:off x="8240400" y="-1608480"/>
                    <a:ext cx="88920" cy="88920"/>
                  </a:xfrm>
                  <a:prstGeom prst="rect"/>
                  <a:gradFill rotWithShape="0">
                    <a:gsLst>
                      <a:gs pos="0">
                        <a:srgbClr val="7DF3E5"/>
                      </a:gs>
                      <a:gs pos="100000">
                        <a:srgbClr val="02C5AE"/>
                      </a:gs>
                    </a:gsLst>
                    <a:lin ang="2700000"/>
                  </a:gradFill>
                  <a:ln w="0">
                    <a:noFill/>
                  </a:ln>
                  <a:effectLst>
                    <a:outerShdw algn="bl" blurRad="185760" rotWithShape="0">
                      <a:schemeClr val="dk1">
                        <a:alpha val="31000"/>
                      </a:schemeClr>
                    </a:outerShdw>
                  </a:effectLst>
                </p:spPr>
                <p:style>
                  <a:lnRef idx="0">
                    <a:srgbClr val="000000"/>
                  </a:lnRef>
                  <a:fillRef idx="0">
                    <a:srgbClr val="000000"/>
                  </a:fillRef>
                  <a:effectRef idx="0">
                    <a:srgbClr val="000000"/>
                  </a:effectRef>
                  <a:fontRef idx="minor">
                    <a:srgbClr val="000000"/>
                  </a:fontRef>
                </p:style>
                <p:txBody>
                  <a:bodyPr anchor="ctr" bIns="44640" tIns="44640">
                    <a:noAutofit/>
                  </a:bodyPr>
                  <a:p>
                    <a:pPr algn="ctr" defTabSz="9144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b="0" sz="1800" lang="en-US" strike="noStrike" u="none">
                      <a:solidFill>
                        <a:srgbClr val="000000"/>
                      </a:solidFill>
                      <a:effectLst/>
                      <a:latin typeface="OpenSymbol"/>
                    </a:endParaRPr>
                  </a:p>
                </p:txBody>
              </p:sp>
              <p:sp>
                <p:nvSpPr>
                  <p:cNvPr id="1048808" name="Google Shape;901;p11"/>
                  <p:cNvSpPr/>
                  <p:nvPr/>
                </p:nvSpPr>
                <p:spPr>
                  <a:xfrm>
                    <a:off x="8245080" y="-1825560"/>
                    <a:ext cx="79200" cy="79200"/>
                  </a:xfrm>
                  <a:prstGeom prst="rect"/>
                  <a:gradFill rotWithShape="0">
                    <a:gsLst>
                      <a:gs pos="0">
                        <a:srgbClr val="7DF3E5"/>
                      </a:gs>
                      <a:gs pos="100000">
                        <a:srgbClr val="02C5AE"/>
                      </a:gs>
                    </a:gsLst>
                    <a:lin ang="2700000"/>
                  </a:gradFill>
                  <a:ln w="0">
                    <a:noFill/>
                  </a:ln>
                  <a:effectLst>
                    <a:outerShdw algn="bl" blurRad="185760" rotWithShape="0">
                      <a:schemeClr val="dk1">
                        <a:alpha val="31000"/>
                      </a:schemeClr>
                    </a:outerShdw>
                  </a:effectLst>
                </p:spPr>
                <p:style>
                  <a:lnRef idx="0">
                    <a:srgbClr val="000000"/>
                  </a:lnRef>
                  <a:fillRef idx="0">
                    <a:srgbClr val="000000"/>
                  </a:fillRef>
                  <a:effectRef idx="0">
                    <a:srgbClr val="000000"/>
                  </a:effectRef>
                  <a:fontRef idx="minor">
                    <a:srgbClr val="000000"/>
                  </a:fontRef>
                </p:style>
                <p:txBody>
                  <a:bodyPr anchor="ctr" bIns="39600" tIns="39600">
                    <a:noAutofit/>
                  </a:bodyPr>
                  <a:p>
                    <a:pPr algn="ctr" defTabSz="9144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b="0" sz="1800" lang="en-US" strike="noStrike" u="none">
                      <a:solidFill>
                        <a:srgbClr val="000000"/>
                      </a:solidFill>
                      <a:effectLst/>
                      <a:latin typeface="OpenSymbol"/>
                    </a:endParaRPr>
                  </a:p>
                </p:txBody>
              </p:sp>
            </p:grpSp>
            <p:grpSp>
              <p:nvGrpSpPr>
                <p:cNvPr id="81" name="Google Shape;902;p11"/>
                <p:cNvGrpSpPr/>
                <p:nvPr/>
              </p:nvGrpSpPr>
              <p:grpSpPr>
                <a:xfrm>
                  <a:off x="8213400" y="-1825560"/>
                  <a:ext cx="142920" cy="2453760"/>
                  <a:chOff x="8213400" y="-1825560"/>
                  <a:chExt cx="142920" cy="2453760"/>
                </a:xfrm>
              </p:grpSpPr>
              <p:sp>
                <p:nvSpPr>
                  <p:cNvPr id="1048809" name="Google Shape;903;p11"/>
                  <p:cNvSpPr/>
                  <p:nvPr/>
                </p:nvSpPr>
                <p:spPr>
                  <a:xfrm>
                    <a:off x="8213400" y="485280"/>
                    <a:ext cx="142920" cy="142920"/>
                  </a:xfrm>
                  <a:prstGeom prst="rect"/>
                  <a:noFill/>
                  <a:ln w="0">
                    <a:noFill/>
                  </a:ln>
                </p:spPr>
                <p:style>
                  <a:lnRef idx="0">
                    <a:srgbClr val="000000"/>
                  </a:lnRef>
                  <a:fillRef idx="0">
                    <a:srgbClr val="000000"/>
                  </a:fillRef>
                  <a:effectRef idx="0">
                    <a:srgbClr val="000000"/>
                  </a:effectRef>
                  <a:fontRef idx="minor">
                    <a:srgbClr val="000000"/>
                  </a:fontRef>
                </p:style>
                <p:txBody>
                  <a:bodyPr anchor="ctr" bIns="71640" tIns="71640">
                    <a:noAutofit/>
                  </a:bodyPr>
                  <a:p>
                    <a:pPr algn="ctr" defTabSz="9144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b="0" sz="1800" lang="en-US" strike="noStrike" u="none">
                      <a:solidFill>
                        <a:srgbClr val="FFFFFF"/>
                      </a:solidFill>
                      <a:effectLst/>
                      <a:latin typeface="OpenSymbol"/>
                    </a:endParaRPr>
                  </a:p>
                </p:txBody>
              </p:sp>
              <p:sp>
                <p:nvSpPr>
                  <p:cNvPr id="1048810" name="Google Shape;904;p11"/>
                  <p:cNvSpPr/>
                  <p:nvPr/>
                </p:nvSpPr>
                <p:spPr>
                  <a:xfrm>
                    <a:off x="8221680" y="274680"/>
                    <a:ext cx="126000" cy="126360"/>
                  </a:xfrm>
                  <a:prstGeom prst="rect"/>
                  <a:solidFill>
                    <a:srgbClr val="009F8C">
                      <a:alpha val="5000"/>
                    </a:srgbClr>
                  </a:solidFill>
                  <a:ln w="0">
                    <a:noFill/>
                  </a:ln>
                </p:spPr>
                <p:style>
                  <a:lnRef idx="0">
                    <a:srgbClr val="000000"/>
                  </a:lnRef>
                  <a:fillRef idx="0">
                    <a:srgbClr val="000000"/>
                  </a:fillRef>
                  <a:effectRef idx="0">
                    <a:srgbClr val="000000"/>
                  </a:effectRef>
                  <a:fontRef idx="minor">
                    <a:srgbClr val="000000"/>
                  </a:fontRef>
                </p:style>
                <p:txBody>
                  <a:bodyPr anchor="ctr" bIns="63360" tIns="63360">
                    <a:noAutofit/>
                  </a:bodyPr>
                  <a:p>
                    <a:pPr algn="ctr" defTabSz="9144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b="0" sz="1800" lang="en-US" strike="noStrike" u="none">
                      <a:solidFill>
                        <a:srgbClr val="FFFFFF"/>
                      </a:solidFill>
                      <a:effectLst/>
                      <a:latin typeface="OpenSymbol"/>
                    </a:endParaRPr>
                  </a:p>
                </p:txBody>
              </p:sp>
              <p:sp>
                <p:nvSpPr>
                  <p:cNvPr id="1048811" name="Google Shape;905;p11"/>
                  <p:cNvSpPr/>
                  <p:nvPr/>
                </p:nvSpPr>
                <p:spPr>
                  <a:xfrm>
                    <a:off x="8221680" y="64080"/>
                    <a:ext cx="126000" cy="126360"/>
                  </a:xfrm>
                  <a:prstGeom prst="rect"/>
                  <a:solidFill>
                    <a:srgbClr val="009F8C">
                      <a:alpha val="10000"/>
                    </a:srgbClr>
                  </a:solidFill>
                  <a:ln w="0">
                    <a:noFill/>
                  </a:ln>
                </p:spPr>
                <p:style>
                  <a:lnRef idx="0">
                    <a:srgbClr val="000000"/>
                  </a:lnRef>
                  <a:fillRef idx="0">
                    <a:srgbClr val="000000"/>
                  </a:fillRef>
                  <a:effectRef idx="0">
                    <a:srgbClr val="000000"/>
                  </a:effectRef>
                  <a:fontRef idx="minor">
                    <a:srgbClr val="000000"/>
                  </a:fontRef>
                </p:style>
                <p:txBody>
                  <a:bodyPr anchor="ctr" bIns="63360" tIns="63360">
                    <a:noAutofit/>
                  </a:bodyPr>
                  <a:p>
                    <a:pPr algn="ctr" defTabSz="9144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b="0" sz="1800" lang="en-US" strike="noStrike" u="none">
                      <a:solidFill>
                        <a:srgbClr val="FFFFFF"/>
                      </a:solidFill>
                      <a:effectLst/>
                      <a:latin typeface="OpenSymbol"/>
                    </a:endParaRPr>
                  </a:p>
                </p:txBody>
              </p:sp>
              <p:sp>
                <p:nvSpPr>
                  <p:cNvPr id="1048812" name="Google Shape;906;p11"/>
                  <p:cNvSpPr/>
                  <p:nvPr/>
                </p:nvSpPr>
                <p:spPr>
                  <a:xfrm>
                    <a:off x="8221680" y="-146880"/>
                    <a:ext cx="126000" cy="126360"/>
                  </a:xfrm>
                  <a:prstGeom prst="rect"/>
                  <a:solidFill>
                    <a:srgbClr val="009F8C">
                      <a:alpha val="20000"/>
                    </a:srgbClr>
                  </a:solidFill>
                  <a:ln w="0">
                    <a:noFill/>
                  </a:ln>
                </p:spPr>
                <p:style>
                  <a:lnRef idx="0">
                    <a:srgbClr val="000000"/>
                  </a:lnRef>
                  <a:fillRef idx="0">
                    <a:srgbClr val="000000"/>
                  </a:fillRef>
                  <a:effectRef idx="0">
                    <a:srgbClr val="000000"/>
                  </a:effectRef>
                  <a:fontRef idx="minor">
                    <a:srgbClr val="000000"/>
                  </a:fontRef>
                </p:style>
                <p:txBody>
                  <a:bodyPr anchor="ctr" bIns="63360" tIns="63360">
                    <a:noAutofit/>
                  </a:bodyPr>
                  <a:p>
                    <a:pPr algn="ctr" defTabSz="9144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b="0" sz="1800" lang="en-US" strike="noStrike" u="none">
                      <a:solidFill>
                        <a:srgbClr val="FFFFFF"/>
                      </a:solidFill>
                      <a:effectLst/>
                      <a:latin typeface="OpenSymbol"/>
                    </a:endParaRPr>
                  </a:p>
                </p:txBody>
              </p:sp>
              <p:sp>
                <p:nvSpPr>
                  <p:cNvPr id="1048813" name="Google Shape;907;p11"/>
                  <p:cNvSpPr/>
                  <p:nvPr/>
                </p:nvSpPr>
                <p:spPr>
                  <a:xfrm>
                    <a:off x="8226360" y="-357480"/>
                    <a:ext cx="117360" cy="117720"/>
                  </a:xfrm>
                  <a:prstGeom prst="rect"/>
                  <a:solidFill>
                    <a:srgbClr val="009F8C">
                      <a:alpha val="30000"/>
                    </a:srgbClr>
                  </a:solidFill>
                  <a:ln w="0">
                    <a:noFill/>
                  </a:ln>
                </p:spPr>
                <p:style>
                  <a:lnRef idx="0">
                    <a:srgbClr val="000000"/>
                  </a:lnRef>
                  <a:fillRef idx="0">
                    <a:srgbClr val="000000"/>
                  </a:fillRef>
                  <a:effectRef idx="0">
                    <a:srgbClr val="000000"/>
                  </a:effectRef>
                  <a:fontRef idx="minor">
                    <a:srgbClr val="000000"/>
                  </a:fontRef>
                </p:style>
                <p:txBody>
                  <a:bodyPr anchor="ctr" bIns="59040" tIns="59040">
                    <a:noAutofit/>
                  </a:bodyPr>
                  <a:p>
                    <a:pPr algn="ctr" defTabSz="9144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b="0" sz="1800" lang="en-US" strike="noStrike" u="none">
                      <a:solidFill>
                        <a:srgbClr val="FFFFFF"/>
                      </a:solidFill>
                      <a:effectLst/>
                      <a:latin typeface="OpenSymbol"/>
                    </a:endParaRPr>
                  </a:p>
                </p:txBody>
              </p:sp>
              <p:sp>
                <p:nvSpPr>
                  <p:cNvPr id="1048814" name="Google Shape;908;p11"/>
                  <p:cNvSpPr/>
                  <p:nvPr/>
                </p:nvSpPr>
                <p:spPr>
                  <a:xfrm>
                    <a:off x="8226360" y="-568080"/>
                    <a:ext cx="117360" cy="117720"/>
                  </a:xfrm>
                  <a:prstGeom prst="rect"/>
                  <a:solidFill>
                    <a:srgbClr val="009F8C">
                      <a:alpha val="40000"/>
                    </a:srgbClr>
                  </a:solidFill>
                  <a:ln w="0">
                    <a:noFill/>
                  </a:ln>
                </p:spPr>
                <p:style>
                  <a:lnRef idx="0">
                    <a:srgbClr val="000000"/>
                  </a:lnRef>
                  <a:fillRef idx="0">
                    <a:srgbClr val="000000"/>
                  </a:fillRef>
                  <a:effectRef idx="0">
                    <a:srgbClr val="000000"/>
                  </a:effectRef>
                  <a:fontRef idx="minor">
                    <a:srgbClr val="000000"/>
                  </a:fontRef>
                </p:style>
                <p:txBody>
                  <a:bodyPr anchor="ctr" bIns="59040" tIns="59040">
                    <a:noAutofit/>
                  </a:bodyPr>
                  <a:p>
                    <a:pPr algn="ctr" defTabSz="9144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b="0" sz="1800" lang="en-US" strike="noStrike" u="none">
                      <a:solidFill>
                        <a:srgbClr val="FFFFFF"/>
                      </a:solidFill>
                      <a:effectLst/>
                      <a:latin typeface="OpenSymbol"/>
                    </a:endParaRPr>
                  </a:p>
                </p:txBody>
              </p:sp>
              <p:sp>
                <p:nvSpPr>
                  <p:cNvPr id="1048815" name="Google Shape;909;p11"/>
                  <p:cNvSpPr/>
                  <p:nvPr/>
                </p:nvSpPr>
                <p:spPr>
                  <a:xfrm>
                    <a:off x="8228160" y="-779040"/>
                    <a:ext cx="113040" cy="113040"/>
                  </a:xfrm>
                  <a:prstGeom prst="rect"/>
                  <a:solidFill>
                    <a:srgbClr val="009F8C">
                      <a:alpha val="50000"/>
                    </a:srgbClr>
                  </a:solidFill>
                  <a:ln w="0">
                    <a:noFill/>
                  </a:ln>
                </p:spPr>
                <p:style>
                  <a:lnRef idx="0">
                    <a:srgbClr val="000000"/>
                  </a:lnRef>
                  <a:fillRef idx="0">
                    <a:srgbClr val="000000"/>
                  </a:fillRef>
                  <a:effectRef idx="0">
                    <a:srgbClr val="000000"/>
                  </a:effectRef>
                  <a:fontRef idx="minor">
                    <a:srgbClr val="000000"/>
                  </a:fontRef>
                </p:style>
                <p:txBody>
                  <a:bodyPr anchor="ctr" bIns="56520" tIns="56520">
                    <a:noAutofit/>
                  </a:bodyPr>
                  <a:p>
                    <a:pPr algn="ctr" defTabSz="9144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b="0" sz="1800" lang="en-US" strike="noStrike" u="none">
                      <a:solidFill>
                        <a:srgbClr val="FFFFFF"/>
                      </a:solidFill>
                      <a:effectLst/>
                      <a:latin typeface="OpenSymbol"/>
                    </a:endParaRPr>
                  </a:p>
                </p:txBody>
              </p:sp>
              <p:sp>
                <p:nvSpPr>
                  <p:cNvPr id="1048816" name="Google Shape;910;p11"/>
                  <p:cNvSpPr/>
                  <p:nvPr/>
                </p:nvSpPr>
                <p:spPr>
                  <a:xfrm>
                    <a:off x="8230680" y="-989640"/>
                    <a:ext cx="108720" cy="108720"/>
                  </a:xfrm>
                  <a:prstGeom prst="rect"/>
                  <a:solidFill>
                    <a:srgbClr val="009F8C">
                      <a:alpha val="55000"/>
                    </a:srgbClr>
                  </a:solidFill>
                  <a:ln w="0">
                    <a:noFill/>
                  </a:ln>
                </p:spPr>
                <p:style>
                  <a:lnRef idx="0">
                    <a:srgbClr val="000000"/>
                  </a:lnRef>
                  <a:fillRef idx="0">
                    <a:srgbClr val="000000"/>
                  </a:fillRef>
                  <a:effectRef idx="0">
                    <a:srgbClr val="000000"/>
                  </a:effectRef>
                  <a:fontRef idx="minor">
                    <a:srgbClr val="000000"/>
                  </a:fontRef>
                </p:style>
                <p:txBody>
                  <a:bodyPr anchor="ctr" bIns="54360" tIns="54360">
                    <a:noAutofit/>
                  </a:bodyPr>
                  <a:p>
                    <a:pPr algn="ctr" defTabSz="9144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b="0" sz="1800" lang="en-US" strike="noStrike" u="none">
                      <a:solidFill>
                        <a:srgbClr val="FFFFFF"/>
                      </a:solidFill>
                      <a:effectLst/>
                      <a:latin typeface="OpenSymbol"/>
                    </a:endParaRPr>
                  </a:p>
                </p:txBody>
              </p:sp>
              <p:sp>
                <p:nvSpPr>
                  <p:cNvPr id="1048817" name="Google Shape;911;p11"/>
                  <p:cNvSpPr/>
                  <p:nvPr/>
                </p:nvSpPr>
                <p:spPr>
                  <a:xfrm>
                    <a:off x="8235360" y="-1195920"/>
                    <a:ext cx="98640" cy="98640"/>
                  </a:xfrm>
                  <a:prstGeom prst="rect"/>
                  <a:solidFill>
                    <a:srgbClr val="009F8C">
                      <a:alpha val="60000"/>
                    </a:srgbClr>
                  </a:solidFill>
                  <a:ln w="0">
                    <a:noFill/>
                  </a:ln>
                </p:spPr>
                <p:style>
                  <a:lnRef idx="0">
                    <a:srgbClr val="000000"/>
                  </a:lnRef>
                  <a:fillRef idx="0">
                    <a:srgbClr val="000000"/>
                  </a:fillRef>
                  <a:effectRef idx="0">
                    <a:srgbClr val="000000"/>
                  </a:effectRef>
                  <a:fontRef idx="minor">
                    <a:srgbClr val="000000"/>
                  </a:fontRef>
                </p:style>
                <p:txBody>
                  <a:bodyPr anchor="ctr" bIns="49320" tIns="49320">
                    <a:noAutofit/>
                  </a:bodyPr>
                  <a:p>
                    <a:pPr algn="ctr" defTabSz="9144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b="0" sz="1800" lang="en-US" strike="noStrike" u="none">
                      <a:solidFill>
                        <a:srgbClr val="FFFFFF"/>
                      </a:solidFill>
                      <a:effectLst/>
                      <a:latin typeface="OpenSymbol"/>
                    </a:endParaRPr>
                  </a:p>
                </p:txBody>
              </p:sp>
              <p:sp>
                <p:nvSpPr>
                  <p:cNvPr id="1048818" name="Google Shape;912;p11"/>
                  <p:cNvSpPr/>
                  <p:nvPr/>
                </p:nvSpPr>
                <p:spPr>
                  <a:xfrm>
                    <a:off x="8240400" y="-1402200"/>
                    <a:ext cx="88920" cy="88920"/>
                  </a:xfrm>
                  <a:prstGeom prst="rect"/>
                  <a:solidFill>
                    <a:srgbClr val="009F8C">
                      <a:alpha val="65000"/>
                    </a:srgbClr>
                  </a:solidFill>
                  <a:ln w="0">
                    <a:noFill/>
                  </a:ln>
                </p:spPr>
                <p:style>
                  <a:lnRef idx="0">
                    <a:srgbClr val="000000"/>
                  </a:lnRef>
                  <a:fillRef idx="0">
                    <a:srgbClr val="000000"/>
                  </a:fillRef>
                  <a:effectRef idx="0">
                    <a:srgbClr val="000000"/>
                  </a:effectRef>
                  <a:fontRef idx="minor">
                    <a:srgbClr val="000000"/>
                  </a:fontRef>
                </p:style>
                <p:txBody>
                  <a:bodyPr anchor="ctr" bIns="44640" tIns="44640">
                    <a:noAutofit/>
                  </a:bodyPr>
                  <a:p>
                    <a:pPr algn="ctr" defTabSz="9144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b="0" sz="1800" lang="en-US" strike="noStrike" u="none">
                      <a:solidFill>
                        <a:srgbClr val="FFFFFF"/>
                      </a:solidFill>
                      <a:effectLst/>
                      <a:latin typeface="OpenSymbol"/>
                    </a:endParaRPr>
                  </a:p>
                </p:txBody>
              </p:sp>
              <p:sp>
                <p:nvSpPr>
                  <p:cNvPr id="1048819" name="Google Shape;913;p11"/>
                  <p:cNvSpPr/>
                  <p:nvPr/>
                </p:nvSpPr>
                <p:spPr>
                  <a:xfrm>
                    <a:off x="8240400" y="-1608480"/>
                    <a:ext cx="88920" cy="88920"/>
                  </a:xfrm>
                  <a:prstGeom prst="rect"/>
                  <a:solidFill>
                    <a:srgbClr val="009F8C">
                      <a:alpha val="70000"/>
                    </a:srgbClr>
                  </a:solidFill>
                  <a:ln w="0">
                    <a:noFill/>
                  </a:ln>
                </p:spPr>
                <p:style>
                  <a:lnRef idx="0">
                    <a:srgbClr val="000000"/>
                  </a:lnRef>
                  <a:fillRef idx="0">
                    <a:srgbClr val="000000"/>
                  </a:fillRef>
                  <a:effectRef idx="0">
                    <a:srgbClr val="000000"/>
                  </a:effectRef>
                  <a:fontRef idx="minor">
                    <a:srgbClr val="000000"/>
                  </a:fontRef>
                </p:style>
                <p:txBody>
                  <a:bodyPr anchor="ctr" bIns="44640" tIns="44640">
                    <a:noAutofit/>
                  </a:bodyPr>
                  <a:p>
                    <a:pPr algn="ctr" defTabSz="9144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b="0" sz="1800" lang="en-US" strike="noStrike" u="none">
                      <a:solidFill>
                        <a:srgbClr val="FFFFFF"/>
                      </a:solidFill>
                      <a:effectLst/>
                      <a:latin typeface="OpenSymbol"/>
                    </a:endParaRPr>
                  </a:p>
                </p:txBody>
              </p:sp>
              <p:sp>
                <p:nvSpPr>
                  <p:cNvPr id="1048820" name="Google Shape;914;p11"/>
                  <p:cNvSpPr/>
                  <p:nvPr/>
                </p:nvSpPr>
                <p:spPr>
                  <a:xfrm>
                    <a:off x="8245080" y="-1825560"/>
                    <a:ext cx="79200" cy="79200"/>
                  </a:xfrm>
                  <a:prstGeom prst="rect"/>
                  <a:solidFill>
                    <a:srgbClr val="009F8C">
                      <a:alpha val="80000"/>
                    </a:srgbClr>
                  </a:solidFill>
                  <a:ln w="0">
                    <a:noFill/>
                  </a:ln>
                </p:spPr>
                <p:style>
                  <a:lnRef idx="0">
                    <a:srgbClr val="000000"/>
                  </a:lnRef>
                  <a:fillRef idx="0">
                    <a:srgbClr val="000000"/>
                  </a:fillRef>
                  <a:effectRef idx="0">
                    <a:srgbClr val="000000"/>
                  </a:effectRef>
                  <a:fontRef idx="minor">
                    <a:srgbClr val="000000"/>
                  </a:fontRef>
                </p:style>
                <p:txBody>
                  <a:bodyPr anchor="ctr" bIns="39600" tIns="39600">
                    <a:noAutofit/>
                  </a:bodyPr>
                  <a:p>
                    <a:pPr algn="ctr" defTabSz="9144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b="0" sz="1800" lang="en-US" strike="noStrike" u="none">
                      <a:solidFill>
                        <a:srgbClr val="FFFFFF"/>
                      </a:solidFill>
                      <a:effectLst/>
                      <a:latin typeface="OpenSymbol"/>
                    </a:endParaRPr>
                  </a:p>
                </p:txBody>
              </p:sp>
            </p:grpSp>
          </p:grpSp>
          <p:grpSp>
            <p:nvGrpSpPr>
              <p:cNvPr id="82" name="Google Shape;915;p11"/>
              <p:cNvGrpSpPr/>
              <p:nvPr/>
            </p:nvGrpSpPr>
            <p:grpSpPr>
              <a:xfrm>
                <a:off x="8719560" y="1659960"/>
                <a:ext cx="142920" cy="2453760"/>
                <a:chOff x="8719560" y="1659960"/>
                <a:chExt cx="142920" cy="2453760"/>
              </a:xfrm>
            </p:grpSpPr>
            <p:grpSp>
              <p:nvGrpSpPr>
                <p:cNvPr id="83" name="Google Shape;916;p11"/>
                <p:cNvGrpSpPr/>
                <p:nvPr/>
              </p:nvGrpSpPr>
              <p:grpSpPr>
                <a:xfrm>
                  <a:off x="8719560" y="1659960"/>
                  <a:ext cx="142920" cy="2453760"/>
                  <a:chOff x="8719560" y="1659960"/>
                  <a:chExt cx="142920" cy="2453760"/>
                </a:xfrm>
              </p:grpSpPr>
              <p:sp>
                <p:nvSpPr>
                  <p:cNvPr id="1048821" name="Google Shape;917;p11"/>
                  <p:cNvSpPr/>
                  <p:nvPr/>
                </p:nvSpPr>
                <p:spPr>
                  <a:xfrm>
                    <a:off x="8719560" y="3970800"/>
                    <a:ext cx="142920" cy="142920"/>
                  </a:xfrm>
                  <a:prstGeom prst="rect"/>
                  <a:gradFill rotWithShape="0">
                    <a:gsLst>
                      <a:gs pos="0">
                        <a:srgbClr val="7DF3E5"/>
                      </a:gs>
                      <a:gs pos="100000">
                        <a:srgbClr val="02C5AE"/>
                      </a:gs>
                    </a:gsLst>
                    <a:lin ang="2700000"/>
                  </a:gradFill>
                  <a:ln w="0">
                    <a:noFill/>
                  </a:ln>
                  <a:effectLst>
                    <a:outerShdw algn="bl" blurRad="185760" rotWithShape="0">
                      <a:schemeClr val="dk1">
                        <a:alpha val="31000"/>
                      </a:schemeClr>
                    </a:outerShdw>
                  </a:effectLst>
                </p:spPr>
                <p:style>
                  <a:lnRef idx="0">
                    <a:srgbClr val="000000"/>
                  </a:lnRef>
                  <a:fillRef idx="0">
                    <a:srgbClr val="000000"/>
                  </a:fillRef>
                  <a:effectRef idx="0">
                    <a:srgbClr val="000000"/>
                  </a:effectRef>
                  <a:fontRef idx="minor">
                    <a:srgbClr val="000000"/>
                  </a:fontRef>
                </p:style>
                <p:txBody>
                  <a:bodyPr anchor="ctr" bIns="71640" tIns="71640">
                    <a:noAutofit/>
                  </a:bodyPr>
                  <a:p>
                    <a:pPr algn="ctr" defTabSz="9144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b="0" sz="1800" lang="en-US" strike="noStrike" u="none">
                      <a:solidFill>
                        <a:srgbClr val="000000"/>
                      </a:solidFill>
                      <a:effectLst/>
                      <a:latin typeface="OpenSymbol"/>
                    </a:endParaRPr>
                  </a:p>
                </p:txBody>
              </p:sp>
              <p:sp>
                <p:nvSpPr>
                  <p:cNvPr id="1048822" name="Google Shape;918;p11"/>
                  <p:cNvSpPr/>
                  <p:nvPr/>
                </p:nvSpPr>
                <p:spPr>
                  <a:xfrm>
                    <a:off x="8728200" y="3760200"/>
                    <a:ext cx="126000" cy="126360"/>
                  </a:xfrm>
                  <a:prstGeom prst="rect"/>
                  <a:gradFill rotWithShape="0">
                    <a:gsLst>
                      <a:gs pos="0">
                        <a:srgbClr val="7DF3E5"/>
                      </a:gs>
                      <a:gs pos="100000">
                        <a:srgbClr val="02C5AE"/>
                      </a:gs>
                    </a:gsLst>
                    <a:lin ang="2700000"/>
                  </a:gradFill>
                  <a:ln w="0">
                    <a:noFill/>
                  </a:ln>
                  <a:effectLst>
                    <a:outerShdw algn="bl" blurRad="185760" rotWithShape="0">
                      <a:schemeClr val="dk1">
                        <a:alpha val="31000"/>
                      </a:schemeClr>
                    </a:outerShdw>
                  </a:effectLst>
                </p:spPr>
                <p:style>
                  <a:lnRef idx="0">
                    <a:srgbClr val="000000"/>
                  </a:lnRef>
                  <a:fillRef idx="0">
                    <a:srgbClr val="000000"/>
                  </a:fillRef>
                  <a:effectRef idx="0">
                    <a:srgbClr val="000000"/>
                  </a:effectRef>
                  <a:fontRef idx="minor">
                    <a:srgbClr val="000000"/>
                  </a:fontRef>
                </p:style>
                <p:txBody>
                  <a:bodyPr anchor="ctr" bIns="63360" tIns="63360">
                    <a:noAutofit/>
                  </a:bodyPr>
                  <a:p>
                    <a:pPr algn="ctr" defTabSz="9144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b="0" sz="1800" lang="en-US" strike="noStrike" u="none">
                      <a:solidFill>
                        <a:srgbClr val="000000"/>
                      </a:solidFill>
                      <a:effectLst/>
                      <a:latin typeface="OpenSymbol"/>
                    </a:endParaRPr>
                  </a:p>
                </p:txBody>
              </p:sp>
              <p:sp>
                <p:nvSpPr>
                  <p:cNvPr id="1048823" name="Google Shape;919;p11"/>
                  <p:cNvSpPr/>
                  <p:nvPr/>
                </p:nvSpPr>
                <p:spPr>
                  <a:xfrm>
                    <a:off x="8728200" y="3549240"/>
                    <a:ext cx="126000" cy="126360"/>
                  </a:xfrm>
                  <a:prstGeom prst="rect"/>
                  <a:gradFill rotWithShape="0">
                    <a:gsLst>
                      <a:gs pos="0">
                        <a:srgbClr val="7DF3E5"/>
                      </a:gs>
                      <a:gs pos="100000">
                        <a:srgbClr val="02C5AE"/>
                      </a:gs>
                    </a:gsLst>
                    <a:lin ang="2700000"/>
                  </a:gradFill>
                  <a:ln w="0">
                    <a:noFill/>
                  </a:ln>
                  <a:effectLst>
                    <a:outerShdw algn="bl" blurRad="185760" rotWithShape="0">
                      <a:schemeClr val="dk1">
                        <a:alpha val="31000"/>
                      </a:schemeClr>
                    </a:outerShdw>
                  </a:effectLst>
                </p:spPr>
                <p:style>
                  <a:lnRef idx="0">
                    <a:srgbClr val="000000"/>
                  </a:lnRef>
                  <a:fillRef idx="0">
                    <a:srgbClr val="000000"/>
                  </a:fillRef>
                  <a:effectRef idx="0">
                    <a:srgbClr val="000000"/>
                  </a:effectRef>
                  <a:fontRef idx="minor">
                    <a:srgbClr val="000000"/>
                  </a:fontRef>
                </p:style>
                <p:txBody>
                  <a:bodyPr anchor="ctr" bIns="63360" tIns="63360">
                    <a:noAutofit/>
                  </a:bodyPr>
                  <a:p>
                    <a:pPr algn="ctr" defTabSz="9144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b="0" sz="1800" lang="en-US" strike="noStrike" u="none">
                      <a:solidFill>
                        <a:srgbClr val="000000"/>
                      </a:solidFill>
                      <a:effectLst/>
                      <a:latin typeface="OpenSymbol"/>
                    </a:endParaRPr>
                  </a:p>
                </p:txBody>
              </p:sp>
              <p:sp>
                <p:nvSpPr>
                  <p:cNvPr id="1048824" name="Google Shape;920;p11"/>
                  <p:cNvSpPr/>
                  <p:nvPr/>
                </p:nvSpPr>
                <p:spPr>
                  <a:xfrm>
                    <a:off x="8728200" y="3338640"/>
                    <a:ext cx="126000" cy="126360"/>
                  </a:xfrm>
                  <a:prstGeom prst="rect"/>
                  <a:gradFill rotWithShape="0">
                    <a:gsLst>
                      <a:gs pos="0">
                        <a:srgbClr val="7DF3E5"/>
                      </a:gs>
                      <a:gs pos="100000">
                        <a:srgbClr val="02C5AE"/>
                      </a:gs>
                    </a:gsLst>
                    <a:lin ang="2700000"/>
                  </a:gradFill>
                  <a:ln w="0">
                    <a:noFill/>
                  </a:ln>
                  <a:effectLst>
                    <a:outerShdw algn="bl" blurRad="185760" rotWithShape="0">
                      <a:schemeClr val="dk1">
                        <a:alpha val="31000"/>
                      </a:schemeClr>
                    </a:outerShdw>
                  </a:effectLst>
                </p:spPr>
                <p:style>
                  <a:lnRef idx="0">
                    <a:srgbClr val="000000"/>
                  </a:lnRef>
                  <a:fillRef idx="0">
                    <a:srgbClr val="000000"/>
                  </a:fillRef>
                  <a:effectRef idx="0">
                    <a:srgbClr val="000000"/>
                  </a:effectRef>
                  <a:fontRef idx="minor">
                    <a:srgbClr val="000000"/>
                  </a:fontRef>
                </p:style>
                <p:txBody>
                  <a:bodyPr anchor="ctr" bIns="63360" tIns="63360">
                    <a:noAutofit/>
                  </a:bodyPr>
                  <a:p>
                    <a:pPr algn="ctr" defTabSz="9144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b="0" sz="1800" lang="en-US" strike="noStrike" u="none">
                      <a:solidFill>
                        <a:srgbClr val="000000"/>
                      </a:solidFill>
                      <a:effectLst/>
                      <a:latin typeface="OpenSymbol"/>
                    </a:endParaRPr>
                  </a:p>
                </p:txBody>
              </p:sp>
              <p:sp>
                <p:nvSpPr>
                  <p:cNvPr id="1048825" name="Google Shape;921;p11"/>
                  <p:cNvSpPr/>
                  <p:nvPr/>
                </p:nvSpPr>
                <p:spPr>
                  <a:xfrm>
                    <a:off x="8732520" y="3127680"/>
                    <a:ext cx="117360" cy="117720"/>
                  </a:xfrm>
                  <a:prstGeom prst="rect"/>
                  <a:gradFill rotWithShape="0">
                    <a:gsLst>
                      <a:gs pos="0">
                        <a:srgbClr val="7DF3E5"/>
                      </a:gs>
                      <a:gs pos="100000">
                        <a:srgbClr val="02C5AE"/>
                      </a:gs>
                    </a:gsLst>
                    <a:lin ang="2700000"/>
                  </a:gradFill>
                  <a:ln w="0">
                    <a:noFill/>
                  </a:ln>
                  <a:effectLst>
                    <a:outerShdw algn="bl" blurRad="185760" rotWithShape="0">
                      <a:schemeClr val="dk1">
                        <a:alpha val="31000"/>
                      </a:schemeClr>
                    </a:outerShdw>
                  </a:effectLst>
                </p:spPr>
                <p:style>
                  <a:lnRef idx="0">
                    <a:srgbClr val="000000"/>
                  </a:lnRef>
                  <a:fillRef idx="0">
                    <a:srgbClr val="000000"/>
                  </a:fillRef>
                  <a:effectRef idx="0">
                    <a:srgbClr val="000000"/>
                  </a:effectRef>
                  <a:fontRef idx="minor">
                    <a:srgbClr val="000000"/>
                  </a:fontRef>
                </p:style>
                <p:txBody>
                  <a:bodyPr anchor="ctr" bIns="59040" tIns="59040">
                    <a:noAutofit/>
                  </a:bodyPr>
                  <a:p>
                    <a:pPr algn="ctr" defTabSz="9144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b="0" sz="1800" lang="en-US" strike="noStrike" u="none">
                      <a:solidFill>
                        <a:srgbClr val="000000"/>
                      </a:solidFill>
                      <a:effectLst/>
                      <a:latin typeface="OpenSymbol"/>
                    </a:endParaRPr>
                  </a:p>
                </p:txBody>
              </p:sp>
              <p:sp>
                <p:nvSpPr>
                  <p:cNvPr id="1048826" name="Google Shape;922;p11"/>
                  <p:cNvSpPr/>
                  <p:nvPr/>
                </p:nvSpPr>
                <p:spPr>
                  <a:xfrm>
                    <a:off x="8732520" y="2917080"/>
                    <a:ext cx="117360" cy="117720"/>
                  </a:xfrm>
                  <a:prstGeom prst="rect"/>
                  <a:gradFill rotWithShape="0">
                    <a:gsLst>
                      <a:gs pos="0">
                        <a:srgbClr val="7DF3E5"/>
                      </a:gs>
                      <a:gs pos="100000">
                        <a:srgbClr val="02C5AE"/>
                      </a:gs>
                    </a:gsLst>
                    <a:lin ang="2700000"/>
                  </a:gradFill>
                  <a:ln w="0">
                    <a:noFill/>
                  </a:ln>
                  <a:effectLst>
                    <a:outerShdw algn="bl" blurRad="185760" rotWithShape="0">
                      <a:schemeClr val="dk1">
                        <a:alpha val="31000"/>
                      </a:schemeClr>
                    </a:outerShdw>
                  </a:effectLst>
                </p:spPr>
                <p:style>
                  <a:lnRef idx="0">
                    <a:srgbClr val="000000"/>
                  </a:lnRef>
                  <a:fillRef idx="0">
                    <a:srgbClr val="000000"/>
                  </a:fillRef>
                  <a:effectRef idx="0">
                    <a:srgbClr val="000000"/>
                  </a:effectRef>
                  <a:fontRef idx="minor">
                    <a:srgbClr val="000000"/>
                  </a:fontRef>
                </p:style>
                <p:txBody>
                  <a:bodyPr anchor="ctr" bIns="59040" tIns="59040">
                    <a:noAutofit/>
                  </a:bodyPr>
                  <a:p>
                    <a:pPr algn="ctr" defTabSz="9144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b="0" sz="1800" lang="en-US" strike="noStrike" u="none">
                      <a:solidFill>
                        <a:srgbClr val="000000"/>
                      </a:solidFill>
                      <a:effectLst/>
                      <a:latin typeface="OpenSymbol"/>
                    </a:endParaRPr>
                  </a:p>
                </p:txBody>
              </p:sp>
              <p:sp>
                <p:nvSpPr>
                  <p:cNvPr id="1048827" name="Google Shape;923;p11"/>
                  <p:cNvSpPr/>
                  <p:nvPr/>
                </p:nvSpPr>
                <p:spPr>
                  <a:xfrm>
                    <a:off x="8734680" y="2706480"/>
                    <a:ext cx="113040" cy="113040"/>
                  </a:xfrm>
                  <a:prstGeom prst="rect"/>
                  <a:gradFill rotWithShape="0">
                    <a:gsLst>
                      <a:gs pos="0">
                        <a:srgbClr val="7DF3E5"/>
                      </a:gs>
                      <a:gs pos="100000">
                        <a:srgbClr val="02C5AE"/>
                      </a:gs>
                    </a:gsLst>
                    <a:lin ang="2700000"/>
                  </a:gradFill>
                  <a:ln w="0">
                    <a:noFill/>
                  </a:ln>
                  <a:effectLst>
                    <a:outerShdw algn="bl" blurRad="185760" rotWithShape="0">
                      <a:schemeClr val="dk1">
                        <a:alpha val="31000"/>
                      </a:schemeClr>
                    </a:outerShdw>
                  </a:effectLst>
                </p:spPr>
                <p:style>
                  <a:lnRef idx="0">
                    <a:srgbClr val="000000"/>
                  </a:lnRef>
                  <a:fillRef idx="0">
                    <a:srgbClr val="000000"/>
                  </a:fillRef>
                  <a:effectRef idx="0">
                    <a:srgbClr val="000000"/>
                  </a:effectRef>
                  <a:fontRef idx="minor">
                    <a:srgbClr val="000000"/>
                  </a:fontRef>
                </p:style>
                <p:txBody>
                  <a:bodyPr anchor="ctr" bIns="56520" tIns="56520">
                    <a:noAutofit/>
                  </a:bodyPr>
                  <a:p>
                    <a:pPr algn="ctr" defTabSz="9144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b="0" sz="1800" lang="en-US" strike="noStrike" u="none">
                      <a:solidFill>
                        <a:srgbClr val="000000"/>
                      </a:solidFill>
                      <a:effectLst/>
                      <a:latin typeface="OpenSymbol"/>
                    </a:endParaRPr>
                  </a:p>
                </p:txBody>
              </p:sp>
              <p:sp>
                <p:nvSpPr>
                  <p:cNvPr id="1048828" name="Google Shape;924;p11"/>
                  <p:cNvSpPr/>
                  <p:nvPr/>
                </p:nvSpPr>
                <p:spPr>
                  <a:xfrm>
                    <a:off x="8736840" y="2495520"/>
                    <a:ext cx="108720" cy="108720"/>
                  </a:xfrm>
                  <a:prstGeom prst="rect"/>
                  <a:gradFill rotWithShape="0">
                    <a:gsLst>
                      <a:gs pos="0">
                        <a:srgbClr val="7DF3E5"/>
                      </a:gs>
                      <a:gs pos="100000">
                        <a:srgbClr val="02C5AE"/>
                      </a:gs>
                    </a:gsLst>
                    <a:lin ang="2700000"/>
                  </a:gradFill>
                  <a:ln w="0">
                    <a:noFill/>
                  </a:ln>
                  <a:effectLst>
                    <a:outerShdw algn="bl" blurRad="185760" rotWithShape="0">
                      <a:schemeClr val="dk1">
                        <a:alpha val="31000"/>
                      </a:schemeClr>
                    </a:outerShdw>
                  </a:effectLst>
                </p:spPr>
                <p:style>
                  <a:lnRef idx="0">
                    <a:srgbClr val="000000"/>
                  </a:lnRef>
                  <a:fillRef idx="0">
                    <a:srgbClr val="000000"/>
                  </a:fillRef>
                  <a:effectRef idx="0">
                    <a:srgbClr val="000000"/>
                  </a:effectRef>
                  <a:fontRef idx="minor">
                    <a:srgbClr val="000000"/>
                  </a:fontRef>
                </p:style>
                <p:txBody>
                  <a:bodyPr anchor="ctr" bIns="54360" tIns="54360">
                    <a:noAutofit/>
                  </a:bodyPr>
                  <a:p>
                    <a:pPr algn="ctr" defTabSz="9144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b="0" sz="1800" lang="en-US" strike="noStrike" u="none">
                      <a:solidFill>
                        <a:srgbClr val="000000"/>
                      </a:solidFill>
                      <a:effectLst/>
                      <a:latin typeface="OpenSymbol"/>
                    </a:endParaRPr>
                  </a:p>
                </p:txBody>
              </p:sp>
              <p:sp>
                <p:nvSpPr>
                  <p:cNvPr id="1048829" name="Google Shape;925;p11"/>
                  <p:cNvSpPr/>
                  <p:nvPr/>
                </p:nvSpPr>
                <p:spPr>
                  <a:xfrm>
                    <a:off x="8741880" y="2289600"/>
                    <a:ext cx="98640" cy="98640"/>
                  </a:xfrm>
                  <a:prstGeom prst="rect"/>
                  <a:gradFill rotWithShape="0">
                    <a:gsLst>
                      <a:gs pos="0">
                        <a:srgbClr val="7DF3E5"/>
                      </a:gs>
                      <a:gs pos="100000">
                        <a:srgbClr val="02C5AE"/>
                      </a:gs>
                    </a:gsLst>
                    <a:lin ang="2700000"/>
                  </a:gradFill>
                  <a:ln w="0">
                    <a:noFill/>
                  </a:ln>
                  <a:effectLst>
                    <a:outerShdw algn="bl" blurRad="185760" rotWithShape="0">
                      <a:schemeClr val="dk1">
                        <a:alpha val="31000"/>
                      </a:schemeClr>
                    </a:outerShdw>
                  </a:effectLst>
                </p:spPr>
                <p:style>
                  <a:lnRef idx="0">
                    <a:srgbClr val="000000"/>
                  </a:lnRef>
                  <a:fillRef idx="0">
                    <a:srgbClr val="000000"/>
                  </a:fillRef>
                  <a:effectRef idx="0">
                    <a:srgbClr val="000000"/>
                  </a:effectRef>
                  <a:fontRef idx="minor">
                    <a:srgbClr val="000000"/>
                  </a:fontRef>
                </p:style>
                <p:txBody>
                  <a:bodyPr anchor="ctr" bIns="49320" tIns="49320">
                    <a:noAutofit/>
                  </a:bodyPr>
                  <a:p>
                    <a:pPr algn="ctr" defTabSz="9144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b="0" sz="1800" lang="en-US" strike="noStrike" u="none">
                      <a:solidFill>
                        <a:srgbClr val="000000"/>
                      </a:solidFill>
                      <a:effectLst/>
                      <a:latin typeface="OpenSymbol"/>
                    </a:endParaRPr>
                  </a:p>
                </p:txBody>
              </p:sp>
              <p:sp>
                <p:nvSpPr>
                  <p:cNvPr id="1048830" name="Google Shape;926;p11"/>
                  <p:cNvSpPr/>
                  <p:nvPr/>
                </p:nvSpPr>
                <p:spPr>
                  <a:xfrm>
                    <a:off x="8746560" y="2083320"/>
                    <a:ext cx="88920" cy="88920"/>
                  </a:xfrm>
                  <a:prstGeom prst="rect"/>
                  <a:gradFill rotWithShape="0">
                    <a:gsLst>
                      <a:gs pos="0">
                        <a:srgbClr val="7DF3E5"/>
                      </a:gs>
                      <a:gs pos="100000">
                        <a:srgbClr val="02C5AE"/>
                      </a:gs>
                    </a:gsLst>
                    <a:lin ang="2700000"/>
                  </a:gradFill>
                  <a:ln w="0">
                    <a:noFill/>
                  </a:ln>
                  <a:effectLst>
                    <a:outerShdw algn="bl" blurRad="185760" rotWithShape="0">
                      <a:schemeClr val="dk1">
                        <a:alpha val="31000"/>
                      </a:schemeClr>
                    </a:outerShdw>
                  </a:effectLst>
                </p:spPr>
                <p:style>
                  <a:lnRef idx="0">
                    <a:srgbClr val="000000"/>
                  </a:lnRef>
                  <a:fillRef idx="0">
                    <a:srgbClr val="000000"/>
                  </a:fillRef>
                  <a:effectRef idx="0">
                    <a:srgbClr val="000000"/>
                  </a:effectRef>
                  <a:fontRef idx="minor">
                    <a:srgbClr val="000000"/>
                  </a:fontRef>
                </p:style>
                <p:txBody>
                  <a:bodyPr anchor="ctr" bIns="44640" tIns="44640">
                    <a:noAutofit/>
                  </a:bodyPr>
                  <a:p>
                    <a:pPr algn="ctr" defTabSz="9144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b="0" sz="1800" lang="en-US" strike="noStrike" u="none">
                      <a:solidFill>
                        <a:srgbClr val="000000"/>
                      </a:solidFill>
                      <a:effectLst/>
                      <a:latin typeface="OpenSymbol"/>
                    </a:endParaRPr>
                  </a:p>
                </p:txBody>
              </p:sp>
              <p:sp>
                <p:nvSpPr>
                  <p:cNvPr id="1048831" name="Google Shape;927;p11"/>
                  <p:cNvSpPr/>
                  <p:nvPr/>
                </p:nvSpPr>
                <p:spPr>
                  <a:xfrm>
                    <a:off x="8746560" y="1877040"/>
                    <a:ext cx="88920" cy="88920"/>
                  </a:xfrm>
                  <a:prstGeom prst="rect"/>
                  <a:gradFill rotWithShape="0">
                    <a:gsLst>
                      <a:gs pos="0">
                        <a:srgbClr val="7DF3E5"/>
                      </a:gs>
                      <a:gs pos="100000">
                        <a:srgbClr val="02C5AE"/>
                      </a:gs>
                    </a:gsLst>
                    <a:lin ang="2700000"/>
                  </a:gradFill>
                  <a:ln w="0">
                    <a:noFill/>
                  </a:ln>
                  <a:effectLst>
                    <a:outerShdw algn="bl" blurRad="185760" rotWithShape="0">
                      <a:schemeClr val="dk1">
                        <a:alpha val="31000"/>
                      </a:schemeClr>
                    </a:outerShdw>
                  </a:effectLst>
                </p:spPr>
                <p:style>
                  <a:lnRef idx="0">
                    <a:srgbClr val="000000"/>
                  </a:lnRef>
                  <a:fillRef idx="0">
                    <a:srgbClr val="000000"/>
                  </a:fillRef>
                  <a:effectRef idx="0">
                    <a:srgbClr val="000000"/>
                  </a:effectRef>
                  <a:fontRef idx="minor">
                    <a:srgbClr val="000000"/>
                  </a:fontRef>
                </p:style>
                <p:txBody>
                  <a:bodyPr anchor="ctr" bIns="44640" tIns="44640">
                    <a:noAutofit/>
                  </a:bodyPr>
                  <a:p>
                    <a:pPr algn="ctr" defTabSz="9144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b="0" sz="1800" lang="en-US" strike="noStrike" u="none">
                      <a:solidFill>
                        <a:srgbClr val="000000"/>
                      </a:solidFill>
                      <a:effectLst/>
                      <a:latin typeface="OpenSymbol"/>
                    </a:endParaRPr>
                  </a:p>
                </p:txBody>
              </p:sp>
              <p:sp>
                <p:nvSpPr>
                  <p:cNvPr id="1048832" name="Google Shape;928;p11"/>
                  <p:cNvSpPr/>
                  <p:nvPr/>
                </p:nvSpPr>
                <p:spPr>
                  <a:xfrm>
                    <a:off x="8751600" y="1659960"/>
                    <a:ext cx="79200" cy="79200"/>
                  </a:xfrm>
                  <a:prstGeom prst="rect"/>
                  <a:gradFill rotWithShape="0">
                    <a:gsLst>
                      <a:gs pos="0">
                        <a:srgbClr val="7DF3E5"/>
                      </a:gs>
                      <a:gs pos="100000">
                        <a:srgbClr val="02C5AE"/>
                      </a:gs>
                    </a:gsLst>
                    <a:lin ang="2700000"/>
                  </a:gradFill>
                  <a:ln w="0">
                    <a:noFill/>
                  </a:ln>
                  <a:effectLst>
                    <a:outerShdw algn="bl" blurRad="185760" rotWithShape="0">
                      <a:schemeClr val="dk1">
                        <a:alpha val="31000"/>
                      </a:schemeClr>
                    </a:outerShdw>
                  </a:effectLst>
                </p:spPr>
                <p:style>
                  <a:lnRef idx="0">
                    <a:srgbClr val="000000"/>
                  </a:lnRef>
                  <a:fillRef idx="0">
                    <a:srgbClr val="000000"/>
                  </a:fillRef>
                  <a:effectRef idx="0">
                    <a:srgbClr val="000000"/>
                  </a:effectRef>
                  <a:fontRef idx="minor">
                    <a:srgbClr val="000000"/>
                  </a:fontRef>
                </p:style>
                <p:txBody>
                  <a:bodyPr anchor="ctr" bIns="39600" tIns="39600">
                    <a:noAutofit/>
                  </a:bodyPr>
                  <a:p>
                    <a:pPr algn="ctr" defTabSz="9144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b="0" sz="1800" lang="en-US" strike="noStrike" u="none">
                      <a:solidFill>
                        <a:srgbClr val="000000"/>
                      </a:solidFill>
                      <a:effectLst/>
                      <a:latin typeface="OpenSymbol"/>
                    </a:endParaRPr>
                  </a:p>
                </p:txBody>
              </p:sp>
            </p:grpSp>
            <p:grpSp>
              <p:nvGrpSpPr>
                <p:cNvPr id="84" name="Google Shape;929;p11"/>
                <p:cNvGrpSpPr/>
                <p:nvPr/>
              </p:nvGrpSpPr>
              <p:grpSpPr>
                <a:xfrm>
                  <a:off x="8719560" y="1659960"/>
                  <a:ext cx="142920" cy="2453760"/>
                  <a:chOff x="8719560" y="1659960"/>
                  <a:chExt cx="142920" cy="2453760"/>
                </a:xfrm>
              </p:grpSpPr>
              <p:sp>
                <p:nvSpPr>
                  <p:cNvPr id="1048833" name="Google Shape;930;p11"/>
                  <p:cNvSpPr/>
                  <p:nvPr/>
                </p:nvSpPr>
                <p:spPr>
                  <a:xfrm>
                    <a:off x="8719560" y="3970800"/>
                    <a:ext cx="142920" cy="142920"/>
                  </a:xfrm>
                  <a:prstGeom prst="rect"/>
                  <a:noFill/>
                  <a:ln w="0">
                    <a:noFill/>
                  </a:ln>
                </p:spPr>
                <p:style>
                  <a:lnRef idx="0">
                    <a:srgbClr val="000000"/>
                  </a:lnRef>
                  <a:fillRef idx="0">
                    <a:srgbClr val="000000"/>
                  </a:fillRef>
                  <a:effectRef idx="0">
                    <a:srgbClr val="000000"/>
                  </a:effectRef>
                  <a:fontRef idx="minor">
                    <a:srgbClr val="000000"/>
                  </a:fontRef>
                </p:style>
                <p:txBody>
                  <a:bodyPr anchor="ctr" bIns="71640" tIns="71640">
                    <a:noAutofit/>
                  </a:bodyPr>
                  <a:p>
                    <a:pPr algn="ctr" defTabSz="9144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b="0" sz="1800" lang="en-US" strike="noStrike" u="none">
                      <a:solidFill>
                        <a:srgbClr val="FFFFFF"/>
                      </a:solidFill>
                      <a:effectLst/>
                      <a:latin typeface="OpenSymbol"/>
                    </a:endParaRPr>
                  </a:p>
                </p:txBody>
              </p:sp>
              <p:sp>
                <p:nvSpPr>
                  <p:cNvPr id="1048834" name="Google Shape;931;p11"/>
                  <p:cNvSpPr/>
                  <p:nvPr/>
                </p:nvSpPr>
                <p:spPr>
                  <a:xfrm>
                    <a:off x="8728200" y="3760200"/>
                    <a:ext cx="126000" cy="126360"/>
                  </a:xfrm>
                  <a:prstGeom prst="rect"/>
                  <a:solidFill>
                    <a:srgbClr val="009F8C">
                      <a:alpha val="5000"/>
                    </a:srgbClr>
                  </a:solidFill>
                  <a:ln w="0">
                    <a:noFill/>
                  </a:ln>
                </p:spPr>
                <p:style>
                  <a:lnRef idx="0">
                    <a:srgbClr val="000000"/>
                  </a:lnRef>
                  <a:fillRef idx="0">
                    <a:srgbClr val="000000"/>
                  </a:fillRef>
                  <a:effectRef idx="0">
                    <a:srgbClr val="000000"/>
                  </a:effectRef>
                  <a:fontRef idx="minor">
                    <a:srgbClr val="000000"/>
                  </a:fontRef>
                </p:style>
                <p:txBody>
                  <a:bodyPr anchor="ctr" bIns="63360" tIns="63360">
                    <a:noAutofit/>
                  </a:bodyPr>
                  <a:p>
                    <a:pPr algn="ctr" defTabSz="9144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b="0" sz="1800" lang="en-US" strike="noStrike" u="none">
                      <a:solidFill>
                        <a:srgbClr val="FFFFFF"/>
                      </a:solidFill>
                      <a:effectLst/>
                      <a:latin typeface="OpenSymbol"/>
                    </a:endParaRPr>
                  </a:p>
                </p:txBody>
              </p:sp>
              <p:sp>
                <p:nvSpPr>
                  <p:cNvPr id="1048835" name="Google Shape;932;p11"/>
                  <p:cNvSpPr/>
                  <p:nvPr/>
                </p:nvSpPr>
                <p:spPr>
                  <a:xfrm>
                    <a:off x="8728200" y="3549240"/>
                    <a:ext cx="126000" cy="126360"/>
                  </a:xfrm>
                  <a:prstGeom prst="rect"/>
                  <a:solidFill>
                    <a:srgbClr val="009F8C">
                      <a:alpha val="10000"/>
                    </a:srgbClr>
                  </a:solidFill>
                  <a:ln w="0">
                    <a:noFill/>
                  </a:ln>
                </p:spPr>
                <p:style>
                  <a:lnRef idx="0">
                    <a:srgbClr val="000000"/>
                  </a:lnRef>
                  <a:fillRef idx="0">
                    <a:srgbClr val="000000"/>
                  </a:fillRef>
                  <a:effectRef idx="0">
                    <a:srgbClr val="000000"/>
                  </a:effectRef>
                  <a:fontRef idx="minor">
                    <a:srgbClr val="000000"/>
                  </a:fontRef>
                </p:style>
                <p:txBody>
                  <a:bodyPr anchor="ctr" bIns="63360" tIns="63360">
                    <a:noAutofit/>
                  </a:bodyPr>
                  <a:p>
                    <a:pPr algn="ctr" defTabSz="9144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b="0" sz="1800" lang="en-US" strike="noStrike" u="none">
                      <a:solidFill>
                        <a:srgbClr val="FFFFFF"/>
                      </a:solidFill>
                      <a:effectLst/>
                      <a:latin typeface="OpenSymbol"/>
                    </a:endParaRPr>
                  </a:p>
                </p:txBody>
              </p:sp>
              <p:sp>
                <p:nvSpPr>
                  <p:cNvPr id="1048836" name="Google Shape;933;p11"/>
                  <p:cNvSpPr/>
                  <p:nvPr/>
                </p:nvSpPr>
                <p:spPr>
                  <a:xfrm>
                    <a:off x="8728200" y="3338640"/>
                    <a:ext cx="126000" cy="126360"/>
                  </a:xfrm>
                  <a:prstGeom prst="rect"/>
                  <a:solidFill>
                    <a:srgbClr val="009F8C">
                      <a:alpha val="20000"/>
                    </a:srgbClr>
                  </a:solidFill>
                  <a:ln w="0">
                    <a:noFill/>
                  </a:ln>
                </p:spPr>
                <p:style>
                  <a:lnRef idx="0">
                    <a:srgbClr val="000000"/>
                  </a:lnRef>
                  <a:fillRef idx="0">
                    <a:srgbClr val="000000"/>
                  </a:fillRef>
                  <a:effectRef idx="0">
                    <a:srgbClr val="000000"/>
                  </a:effectRef>
                  <a:fontRef idx="minor">
                    <a:srgbClr val="000000"/>
                  </a:fontRef>
                </p:style>
                <p:txBody>
                  <a:bodyPr anchor="ctr" bIns="63360" tIns="63360">
                    <a:noAutofit/>
                  </a:bodyPr>
                  <a:p>
                    <a:pPr algn="ctr" defTabSz="9144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b="0" sz="1800" lang="en-US" strike="noStrike" u="none">
                      <a:solidFill>
                        <a:srgbClr val="FFFFFF"/>
                      </a:solidFill>
                      <a:effectLst/>
                      <a:latin typeface="OpenSymbol"/>
                    </a:endParaRPr>
                  </a:p>
                </p:txBody>
              </p:sp>
              <p:sp>
                <p:nvSpPr>
                  <p:cNvPr id="1048837" name="Google Shape;934;p11"/>
                  <p:cNvSpPr/>
                  <p:nvPr/>
                </p:nvSpPr>
                <p:spPr>
                  <a:xfrm>
                    <a:off x="8732520" y="3127680"/>
                    <a:ext cx="117360" cy="117720"/>
                  </a:xfrm>
                  <a:prstGeom prst="rect"/>
                  <a:solidFill>
                    <a:srgbClr val="009F8C">
                      <a:alpha val="30000"/>
                    </a:srgbClr>
                  </a:solidFill>
                  <a:ln w="0">
                    <a:noFill/>
                  </a:ln>
                </p:spPr>
                <p:style>
                  <a:lnRef idx="0">
                    <a:srgbClr val="000000"/>
                  </a:lnRef>
                  <a:fillRef idx="0">
                    <a:srgbClr val="000000"/>
                  </a:fillRef>
                  <a:effectRef idx="0">
                    <a:srgbClr val="000000"/>
                  </a:effectRef>
                  <a:fontRef idx="minor">
                    <a:srgbClr val="000000"/>
                  </a:fontRef>
                </p:style>
                <p:txBody>
                  <a:bodyPr anchor="ctr" bIns="59040" tIns="59040">
                    <a:noAutofit/>
                  </a:bodyPr>
                  <a:p>
                    <a:pPr algn="ctr" defTabSz="9144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b="0" sz="1800" lang="en-US" strike="noStrike" u="none">
                      <a:solidFill>
                        <a:srgbClr val="FFFFFF"/>
                      </a:solidFill>
                      <a:effectLst/>
                      <a:latin typeface="OpenSymbol"/>
                    </a:endParaRPr>
                  </a:p>
                </p:txBody>
              </p:sp>
              <p:sp>
                <p:nvSpPr>
                  <p:cNvPr id="1048838" name="Google Shape;935;p11"/>
                  <p:cNvSpPr/>
                  <p:nvPr/>
                </p:nvSpPr>
                <p:spPr>
                  <a:xfrm>
                    <a:off x="8732520" y="2917080"/>
                    <a:ext cx="117360" cy="117720"/>
                  </a:xfrm>
                  <a:prstGeom prst="rect"/>
                  <a:solidFill>
                    <a:srgbClr val="009F8C">
                      <a:alpha val="40000"/>
                    </a:srgbClr>
                  </a:solidFill>
                  <a:ln w="0">
                    <a:noFill/>
                  </a:ln>
                </p:spPr>
                <p:style>
                  <a:lnRef idx="0">
                    <a:srgbClr val="000000"/>
                  </a:lnRef>
                  <a:fillRef idx="0">
                    <a:srgbClr val="000000"/>
                  </a:fillRef>
                  <a:effectRef idx="0">
                    <a:srgbClr val="000000"/>
                  </a:effectRef>
                  <a:fontRef idx="minor">
                    <a:srgbClr val="000000"/>
                  </a:fontRef>
                </p:style>
                <p:txBody>
                  <a:bodyPr anchor="ctr" bIns="59040" tIns="59040">
                    <a:noAutofit/>
                  </a:bodyPr>
                  <a:p>
                    <a:pPr algn="ctr" defTabSz="9144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b="0" sz="1800" lang="en-US" strike="noStrike" u="none">
                      <a:solidFill>
                        <a:srgbClr val="FFFFFF"/>
                      </a:solidFill>
                      <a:effectLst/>
                      <a:latin typeface="OpenSymbol"/>
                    </a:endParaRPr>
                  </a:p>
                </p:txBody>
              </p:sp>
              <p:sp>
                <p:nvSpPr>
                  <p:cNvPr id="1048839" name="Google Shape;936;p11"/>
                  <p:cNvSpPr/>
                  <p:nvPr/>
                </p:nvSpPr>
                <p:spPr>
                  <a:xfrm>
                    <a:off x="8734680" y="2706480"/>
                    <a:ext cx="113040" cy="113040"/>
                  </a:xfrm>
                  <a:prstGeom prst="rect"/>
                  <a:solidFill>
                    <a:srgbClr val="009F8C">
                      <a:alpha val="50000"/>
                    </a:srgbClr>
                  </a:solidFill>
                  <a:ln w="0">
                    <a:noFill/>
                  </a:ln>
                </p:spPr>
                <p:style>
                  <a:lnRef idx="0">
                    <a:srgbClr val="000000"/>
                  </a:lnRef>
                  <a:fillRef idx="0">
                    <a:srgbClr val="000000"/>
                  </a:fillRef>
                  <a:effectRef idx="0">
                    <a:srgbClr val="000000"/>
                  </a:effectRef>
                  <a:fontRef idx="minor">
                    <a:srgbClr val="000000"/>
                  </a:fontRef>
                </p:style>
                <p:txBody>
                  <a:bodyPr anchor="ctr" bIns="56520" tIns="56520">
                    <a:noAutofit/>
                  </a:bodyPr>
                  <a:p>
                    <a:pPr algn="ctr" defTabSz="9144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b="0" sz="1800" lang="en-US" strike="noStrike" u="none">
                      <a:solidFill>
                        <a:srgbClr val="FFFFFF"/>
                      </a:solidFill>
                      <a:effectLst/>
                      <a:latin typeface="OpenSymbol"/>
                    </a:endParaRPr>
                  </a:p>
                </p:txBody>
              </p:sp>
              <p:sp>
                <p:nvSpPr>
                  <p:cNvPr id="1048840" name="Google Shape;937;p11"/>
                  <p:cNvSpPr/>
                  <p:nvPr/>
                </p:nvSpPr>
                <p:spPr>
                  <a:xfrm>
                    <a:off x="8736840" y="2495520"/>
                    <a:ext cx="108720" cy="108720"/>
                  </a:xfrm>
                  <a:prstGeom prst="rect"/>
                  <a:solidFill>
                    <a:srgbClr val="009F8C">
                      <a:alpha val="55000"/>
                    </a:srgbClr>
                  </a:solidFill>
                  <a:ln w="0">
                    <a:noFill/>
                  </a:ln>
                </p:spPr>
                <p:style>
                  <a:lnRef idx="0">
                    <a:srgbClr val="000000"/>
                  </a:lnRef>
                  <a:fillRef idx="0">
                    <a:srgbClr val="000000"/>
                  </a:fillRef>
                  <a:effectRef idx="0">
                    <a:srgbClr val="000000"/>
                  </a:effectRef>
                  <a:fontRef idx="minor">
                    <a:srgbClr val="000000"/>
                  </a:fontRef>
                </p:style>
                <p:txBody>
                  <a:bodyPr anchor="ctr" bIns="54360" tIns="54360">
                    <a:noAutofit/>
                  </a:bodyPr>
                  <a:p>
                    <a:pPr algn="ctr" defTabSz="9144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b="0" sz="1800" lang="en-US" strike="noStrike" u="none">
                      <a:solidFill>
                        <a:srgbClr val="FFFFFF"/>
                      </a:solidFill>
                      <a:effectLst/>
                      <a:latin typeface="OpenSymbol"/>
                    </a:endParaRPr>
                  </a:p>
                </p:txBody>
              </p:sp>
              <p:sp>
                <p:nvSpPr>
                  <p:cNvPr id="1048841" name="Google Shape;938;p11"/>
                  <p:cNvSpPr/>
                  <p:nvPr/>
                </p:nvSpPr>
                <p:spPr>
                  <a:xfrm>
                    <a:off x="8741880" y="2289600"/>
                    <a:ext cx="98640" cy="98640"/>
                  </a:xfrm>
                  <a:prstGeom prst="rect"/>
                  <a:solidFill>
                    <a:srgbClr val="009F8C">
                      <a:alpha val="60000"/>
                    </a:srgbClr>
                  </a:solidFill>
                  <a:ln w="0">
                    <a:noFill/>
                  </a:ln>
                </p:spPr>
                <p:style>
                  <a:lnRef idx="0">
                    <a:srgbClr val="000000"/>
                  </a:lnRef>
                  <a:fillRef idx="0">
                    <a:srgbClr val="000000"/>
                  </a:fillRef>
                  <a:effectRef idx="0">
                    <a:srgbClr val="000000"/>
                  </a:effectRef>
                  <a:fontRef idx="minor">
                    <a:srgbClr val="000000"/>
                  </a:fontRef>
                </p:style>
                <p:txBody>
                  <a:bodyPr anchor="ctr" bIns="49320" tIns="49320">
                    <a:noAutofit/>
                  </a:bodyPr>
                  <a:p>
                    <a:pPr algn="ctr" defTabSz="9144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b="0" sz="1800" lang="en-US" strike="noStrike" u="none">
                      <a:solidFill>
                        <a:srgbClr val="FFFFFF"/>
                      </a:solidFill>
                      <a:effectLst/>
                      <a:latin typeface="OpenSymbol"/>
                    </a:endParaRPr>
                  </a:p>
                </p:txBody>
              </p:sp>
              <p:sp>
                <p:nvSpPr>
                  <p:cNvPr id="1048842" name="Google Shape;939;p11"/>
                  <p:cNvSpPr/>
                  <p:nvPr/>
                </p:nvSpPr>
                <p:spPr>
                  <a:xfrm>
                    <a:off x="8746560" y="2083320"/>
                    <a:ext cx="88920" cy="88920"/>
                  </a:xfrm>
                  <a:prstGeom prst="rect"/>
                  <a:solidFill>
                    <a:srgbClr val="009F8C">
                      <a:alpha val="65000"/>
                    </a:srgbClr>
                  </a:solidFill>
                  <a:ln w="0">
                    <a:noFill/>
                  </a:ln>
                </p:spPr>
                <p:style>
                  <a:lnRef idx="0">
                    <a:srgbClr val="000000"/>
                  </a:lnRef>
                  <a:fillRef idx="0">
                    <a:srgbClr val="000000"/>
                  </a:fillRef>
                  <a:effectRef idx="0">
                    <a:srgbClr val="000000"/>
                  </a:effectRef>
                  <a:fontRef idx="minor">
                    <a:srgbClr val="000000"/>
                  </a:fontRef>
                </p:style>
                <p:txBody>
                  <a:bodyPr anchor="ctr" bIns="44640" tIns="44640">
                    <a:noAutofit/>
                  </a:bodyPr>
                  <a:p>
                    <a:pPr algn="ctr" defTabSz="9144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b="0" sz="1800" lang="en-US" strike="noStrike" u="none">
                      <a:solidFill>
                        <a:srgbClr val="FFFFFF"/>
                      </a:solidFill>
                      <a:effectLst/>
                      <a:latin typeface="OpenSymbol"/>
                    </a:endParaRPr>
                  </a:p>
                </p:txBody>
              </p:sp>
              <p:sp>
                <p:nvSpPr>
                  <p:cNvPr id="1048843" name="Google Shape;940;p11"/>
                  <p:cNvSpPr/>
                  <p:nvPr/>
                </p:nvSpPr>
                <p:spPr>
                  <a:xfrm>
                    <a:off x="8746560" y="1877040"/>
                    <a:ext cx="88920" cy="88920"/>
                  </a:xfrm>
                  <a:prstGeom prst="rect"/>
                  <a:solidFill>
                    <a:srgbClr val="009F8C">
                      <a:alpha val="70000"/>
                    </a:srgbClr>
                  </a:solidFill>
                  <a:ln w="0">
                    <a:noFill/>
                  </a:ln>
                </p:spPr>
                <p:style>
                  <a:lnRef idx="0">
                    <a:srgbClr val="000000"/>
                  </a:lnRef>
                  <a:fillRef idx="0">
                    <a:srgbClr val="000000"/>
                  </a:fillRef>
                  <a:effectRef idx="0">
                    <a:srgbClr val="000000"/>
                  </a:effectRef>
                  <a:fontRef idx="minor">
                    <a:srgbClr val="000000"/>
                  </a:fontRef>
                </p:style>
                <p:txBody>
                  <a:bodyPr anchor="ctr" bIns="44640" tIns="44640">
                    <a:noAutofit/>
                  </a:bodyPr>
                  <a:p>
                    <a:pPr algn="ctr" defTabSz="9144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b="0" sz="1800" lang="en-US" strike="noStrike" u="none">
                      <a:solidFill>
                        <a:srgbClr val="FFFFFF"/>
                      </a:solidFill>
                      <a:effectLst/>
                      <a:latin typeface="OpenSymbol"/>
                    </a:endParaRPr>
                  </a:p>
                </p:txBody>
              </p:sp>
              <p:sp>
                <p:nvSpPr>
                  <p:cNvPr id="1048844" name="Google Shape;941;p11"/>
                  <p:cNvSpPr/>
                  <p:nvPr/>
                </p:nvSpPr>
                <p:spPr>
                  <a:xfrm>
                    <a:off x="8751600" y="1659960"/>
                    <a:ext cx="79200" cy="79200"/>
                  </a:xfrm>
                  <a:prstGeom prst="rect"/>
                  <a:solidFill>
                    <a:srgbClr val="009F8C">
                      <a:alpha val="80000"/>
                    </a:srgbClr>
                  </a:solidFill>
                  <a:ln w="0">
                    <a:noFill/>
                  </a:ln>
                </p:spPr>
                <p:style>
                  <a:lnRef idx="0">
                    <a:srgbClr val="000000"/>
                  </a:lnRef>
                  <a:fillRef idx="0">
                    <a:srgbClr val="000000"/>
                  </a:fillRef>
                  <a:effectRef idx="0">
                    <a:srgbClr val="000000"/>
                  </a:effectRef>
                  <a:fontRef idx="minor">
                    <a:srgbClr val="000000"/>
                  </a:fontRef>
                </p:style>
                <p:txBody>
                  <a:bodyPr anchor="ctr" bIns="39600" tIns="39600">
                    <a:noAutofit/>
                  </a:bodyPr>
                  <a:p>
                    <a:pPr algn="ctr" defTabSz="9144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b="0" sz="1800" lang="en-US" strike="noStrike" u="none">
                      <a:solidFill>
                        <a:srgbClr val="FFFFFF"/>
                      </a:solidFill>
                      <a:effectLst/>
                      <a:latin typeface="OpenSymbol"/>
                    </a:endParaRPr>
                  </a:p>
                </p:txBody>
              </p:sp>
            </p:grpSp>
          </p:grpSp>
        </p:grpSp>
        <p:grpSp>
          <p:nvGrpSpPr>
            <p:cNvPr id="85" name="Google Shape;942;p11"/>
            <p:cNvGrpSpPr/>
            <p:nvPr/>
          </p:nvGrpSpPr>
          <p:grpSpPr>
            <a:xfrm>
              <a:off x="713160" y="3726720"/>
              <a:ext cx="142920" cy="2453760"/>
              <a:chOff x="713160" y="3726720"/>
              <a:chExt cx="142920" cy="2453760"/>
            </a:xfrm>
          </p:grpSpPr>
          <p:grpSp>
            <p:nvGrpSpPr>
              <p:cNvPr id="86" name="Google Shape;943;p11"/>
              <p:cNvGrpSpPr/>
              <p:nvPr/>
            </p:nvGrpSpPr>
            <p:grpSpPr>
              <a:xfrm>
                <a:off x="713160" y="3726720"/>
                <a:ext cx="142920" cy="2453760"/>
                <a:chOff x="713160" y="3726720"/>
                <a:chExt cx="142920" cy="2453760"/>
              </a:xfrm>
            </p:grpSpPr>
            <p:sp>
              <p:nvSpPr>
                <p:cNvPr id="1048845" name="Google Shape;944;p11"/>
                <p:cNvSpPr/>
                <p:nvPr/>
              </p:nvSpPr>
              <p:spPr>
                <a:xfrm>
                  <a:off x="713160" y="6037560"/>
                  <a:ext cx="142920" cy="142920"/>
                </a:xfrm>
                <a:prstGeom prst="rect"/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71640" tIns="7164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48846" name="Google Shape;945;p11"/>
                <p:cNvSpPr/>
                <p:nvPr/>
              </p:nvSpPr>
              <p:spPr>
                <a:xfrm>
                  <a:off x="721800" y="5826960"/>
                  <a:ext cx="126000" cy="126360"/>
                </a:xfrm>
                <a:prstGeom prst="rect"/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63360" tIns="6336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48847" name="Google Shape;946;p11"/>
                <p:cNvSpPr/>
                <p:nvPr/>
              </p:nvSpPr>
              <p:spPr>
                <a:xfrm>
                  <a:off x="721800" y="5616360"/>
                  <a:ext cx="126000" cy="126360"/>
                </a:xfrm>
                <a:prstGeom prst="rect"/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63360" tIns="6336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48848" name="Google Shape;947;p11"/>
                <p:cNvSpPr/>
                <p:nvPr/>
              </p:nvSpPr>
              <p:spPr>
                <a:xfrm>
                  <a:off x="721800" y="5405400"/>
                  <a:ext cx="126000" cy="126360"/>
                </a:xfrm>
                <a:prstGeom prst="rect"/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63360" tIns="6336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48849" name="Google Shape;948;p11"/>
                <p:cNvSpPr/>
                <p:nvPr/>
              </p:nvSpPr>
              <p:spPr>
                <a:xfrm>
                  <a:off x="726120" y="5194800"/>
                  <a:ext cx="117360" cy="117720"/>
                </a:xfrm>
                <a:prstGeom prst="rect"/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59040" tIns="5904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48850" name="Google Shape;949;p11"/>
                <p:cNvSpPr/>
                <p:nvPr/>
              </p:nvSpPr>
              <p:spPr>
                <a:xfrm>
                  <a:off x="726120" y="4984200"/>
                  <a:ext cx="117360" cy="117720"/>
                </a:xfrm>
                <a:prstGeom prst="rect"/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59040" tIns="5904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48851" name="Google Shape;950;p11"/>
                <p:cNvSpPr/>
                <p:nvPr/>
              </p:nvSpPr>
              <p:spPr>
                <a:xfrm>
                  <a:off x="728280" y="4773240"/>
                  <a:ext cx="113040" cy="113040"/>
                </a:xfrm>
                <a:prstGeom prst="rect"/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56520" tIns="5652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48852" name="Google Shape;951;p11"/>
                <p:cNvSpPr/>
                <p:nvPr/>
              </p:nvSpPr>
              <p:spPr>
                <a:xfrm>
                  <a:off x="730440" y="4562640"/>
                  <a:ext cx="108720" cy="108720"/>
                </a:xfrm>
                <a:prstGeom prst="rect"/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54360" tIns="5436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48853" name="Google Shape;952;p11"/>
                <p:cNvSpPr/>
                <p:nvPr/>
              </p:nvSpPr>
              <p:spPr>
                <a:xfrm>
                  <a:off x="735480" y="4356360"/>
                  <a:ext cx="98640" cy="98640"/>
                </a:xfrm>
                <a:prstGeom prst="rect"/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49320" tIns="4932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48854" name="Google Shape;953;p11"/>
                <p:cNvSpPr/>
                <p:nvPr/>
              </p:nvSpPr>
              <p:spPr>
                <a:xfrm>
                  <a:off x="740160" y="4150080"/>
                  <a:ext cx="88920" cy="88920"/>
                </a:xfrm>
                <a:prstGeom prst="rect"/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44640" tIns="4464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48855" name="Google Shape;954;p11"/>
                <p:cNvSpPr/>
                <p:nvPr/>
              </p:nvSpPr>
              <p:spPr>
                <a:xfrm>
                  <a:off x="740160" y="3943800"/>
                  <a:ext cx="88920" cy="88920"/>
                </a:xfrm>
                <a:prstGeom prst="rect"/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44640" tIns="4464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48856" name="Google Shape;955;p11"/>
                <p:cNvSpPr/>
                <p:nvPr/>
              </p:nvSpPr>
              <p:spPr>
                <a:xfrm>
                  <a:off x="745200" y="3726720"/>
                  <a:ext cx="79200" cy="79200"/>
                </a:xfrm>
                <a:prstGeom prst="rect"/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39600" tIns="3960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</p:grpSp>
          <p:grpSp>
            <p:nvGrpSpPr>
              <p:cNvPr id="87" name="Google Shape;956;p11"/>
              <p:cNvGrpSpPr/>
              <p:nvPr/>
            </p:nvGrpSpPr>
            <p:grpSpPr>
              <a:xfrm>
                <a:off x="713160" y="3726720"/>
                <a:ext cx="142920" cy="2453760"/>
                <a:chOff x="713160" y="3726720"/>
                <a:chExt cx="142920" cy="2453760"/>
              </a:xfrm>
            </p:grpSpPr>
            <p:sp>
              <p:nvSpPr>
                <p:cNvPr id="1048857" name="Google Shape;957;p11"/>
                <p:cNvSpPr/>
                <p:nvPr/>
              </p:nvSpPr>
              <p:spPr>
                <a:xfrm>
                  <a:off x="713160" y="6037560"/>
                  <a:ext cx="142920" cy="142920"/>
                </a:xfrm>
                <a:prstGeom prst="rect"/>
                <a:noFill/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71640" tIns="7164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48858" name="Google Shape;958;p11"/>
                <p:cNvSpPr/>
                <p:nvPr/>
              </p:nvSpPr>
              <p:spPr>
                <a:xfrm>
                  <a:off x="721800" y="5826960"/>
                  <a:ext cx="126000" cy="126360"/>
                </a:xfrm>
                <a:prstGeom prst="rect"/>
                <a:solidFill>
                  <a:srgbClr val="009F8C">
                    <a:alpha val="5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63360" tIns="6336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48859" name="Google Shape;959;p11"/>
                <p:cNvSpPr/>
                <p:nvPr/>
              </p:nvSpPr>
              <p:spPr>
                <a:xfrm>
                  <a:off x="721800" y="5616360"/>
                  <a:ext cx="126000" cy="126360"/>
                </a:xfrm>
                <a:prstGeom prst="rect"/>
                <a:solidFill>
                  <a:srgbClr val="009F8C">
                    <a:alpha val="10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63360" tIns="6336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48860" name="Google Shape;960;p11"/>
                <p:cNvSpPr/>
                <p:nvPr/>
              </p:nvSpPr>
              <p:spPr>
                <a:xfrm>
                  <a:off x="721800" y="5405400"/>
                  <a:ext cx="126000" cy="126360"/>
                </a:xfrm>
                <a:prstGeom prst="rect"/>
                <a:solidFill>
                  <a:srgbClr val="009F8C">
                    <a:alpha val="20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63360" tIns="6336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48861" name="Google Shape;961;p11"/>
                <p:cNvSpPr/>
                <p:nvPr/>
              </p:nvSpPr>
              <p:spPr>
                <a:xfrm>
                  <a:off x="726120" y="5194800"/>
                  <a:ext cx="117360" cy="117720"/>
                </a:xfrm>
                <a:prstGeom prst="rect"/>
                <a:solidFill>
                  <a:srgbClr val="009F8C">
                    <a:alpha val="30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59040" tIns="5904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48862" name="Google Shape;962;p11"/>
                <p:cNvSpPr/>
                <p:nvPr/>
              </p:nvSpPr>
              <p:spPr>
                <a:xfrm>
                  <a:off x="726120" y="4984200"/>
                  <a:ext cx="117360" cy="117720"/>
                </a:xfrm>
                <a:prstGeom prst="rect"/>
                <a:solidFill>
                  <a:srgbClr val="009F8C">
                    <a:alpha val="40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59040" tIns="5904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48863" name="Google Shape;963;p11"/>
                <p:cNvSpPr/>
                <p:nvPr/>
              </p:nvSpPr>
              <p:spPr>
                <a:xfrm>
                  <a:off x="728280" y="4773240"/>
                  <a:ext cx="113040" cy="113040"/>
                </a:xfrm>
                <a:prstGeom prst="rect"/>
                <a:solidFill>
                  <a:srgbClr val="009F8C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56520" tIns="5652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48864" name="Google Shape;964;p11"/>
                <p:cNvSpPr/>
                <p:nvPr/>
              </p:nvSpPr>
              <p:spPr>
                <a:xfrm>
                  <a:off x="730440" y="4562640"/>
                  <a:ext cx="108720" cy="108720"/>
                </a:xfrm>
                <a:prstGeom prst="rect"/>
                <a:solidFill>
                  <a:srgbClr val="009F8C">
                    <a:alpha val="55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54360" tIns="5436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48865" name="Google Shape;965;p11"/>
                <p:cNvSpPr/>
                <p:nvPr/>
              </p:nvSpPr>
              <p:spPr>
                <a:xfrm>
                  <a:off x="735480" y="4356360"/>
                  <a:ext cx="98640" cy="98640"/>
                </a:xfrm>
                <a:prstGeom prst="rect"/>
                <a:solidFill>
                  <a:srgbClr val="009F8C">
                    <a:alpha val="60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49320" tIns="4932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48866" name="Google Shape;966;p11"/>
                <p:cNvSpPr/>
                <p:nvPr/>
              </p:nvSpPr>
              <p:spPr>
                <a:xfrm>
                  <a:off x="740160" y="4150080"/>
                  <a:ext cx="88920" cy="88920"/>
                </a:xfrm>
                <a:prstGeom prst="rect"/>
                <a:solidFill>
                  <a:srgbClr val="009F8C">
                    <a:alpha val="65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44640" tIns="4464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48867" name="Google Shape;967;p11"/>
                <p:cNvSpPr/>
                <p:nvPr/>
              </p:nvSpPr>
              <p:spPr>
                <a:xfrm>
                  <a:off x="740160" y="3943800"/>
                  <a:ext cx="88920" cy="88920"/>
                </a:xfrm>
                <a:prstGeom prst="rect"/>
                <a:solidFill>
                  <a:srgbClr val="009F8C">
                    <a:alpha val="70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44640" tIns="4464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48868" name="Google Shape;968;p11"/>
                <p:cNvSpPr/>
                <p:nvPr/>
              </p:nvSpPr>
              <p:spPr>
                <a:xfrm>
                  <a:off x="745200" y="3726720"/>
                  <a:ext cx="79200" cy="79200"/>
                </a:xfrm>
                <a:prstGeom prst="rect"/>
                <a:solidFill>
                  <a:srgbClr val="009F8C">
                    <a:alpha val="80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39600" tIns="3960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</p:grpSp>
        </p:grp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blank">
  <p:cSld name="BLANK_1_1_1_1_1_1">
    <p:bg>
      <p:bgPr>
        <a:solidFill>
          <a:schemeClr val="lt1"/>
        </a:solidFill>
      </p:bgPr>
    </p:bg>
    <p:spTree>
      <p:nvGrpSpPr>
        <p:cNvPr id="23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9" name="Google Shape;971;p13"/>
          <p:cNvGrpSpPr/>
          <p:nvPr/>
        </p:nvGrpSpPr>
        <p:grpSpPr>
          <a:xfrm>
            <a:off x="132120" y="-570240"/>
            <a:ext cx="8828640" cy="5421600"/>
            <a:chOff x="132120" y="-570240"/>
            <a:chExt cx="8828640" cy="5421600"/>
          </a:xfrm>
        </p:grpSpPr>
        <p:grpSp>
          <p:nvGrpSpPr>
            <p:cNvPr id="240" name="Google Shape;972;p13"/>
            <p:cNvGrpSpPr/>
            <p:nvPr/>
          </p:nvGrpSpPr>
          <p:grpSpPr>
            <a:xfrm>
              <a:off x="132120" y="-570240"/>
              <a:ext cx="142920" cy="2453760"/>
              <a:chOff x="132120" y="-570240"/>
              <a:chExt cx="142920" cy="2453760"/>
            </a:xfrm>
          </p:grpSpPr>
          <p:grpSp>
            <p:nvGrpSpPr>
              <p:cNvPr id="241" name="Google Shape;973;p13"/>
              <p:cNvGrpSpPr/>
              <p:nvPr/>
            </p:nvGrpSpPr>
            <p:grpSpPr>
              <a:xfrm>
                <a:off x="132120" y="-570240"/>
                <a:ext cx="142920" cy="2453760"/>
                <a:chOff x="132120" y="-570240"/>
                <a:chExt cx="142920" cy="2453760"/>
              </a:xfrm>
            </p:grpSpPr>
            <p:sp>
              <p:nvSpPr>
                <p:cNvPr id="1049842" name="Google Shape;974;p13"/>
                <p:cNvSpPr/>
                <p:nvPr/>
              </p:nvSpPr>
              <p:spPr>
                <a:xfrm>
                  <a:off x="132120" y="1740600"/>
                  <a:ext cx="142920" cy="142920"/>
                </a:xfrm>
                <a:prstGeom prst="rect"/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71640" tIns="7164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49843" name="Google Shape;975;p13"/>
                <p:cNvSpPr/>
                <p:nvPr/>
              </p:nvSpPr>
              <p:spPr>
                <a:xfrm>
                  <a:off x="140760" y="1530000"/>
                  <a:ext cx="126000" cy="126360"/>
                </a:xfrm>
                <a:prstGeom prst="rect"/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63360" tIns="6336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49844" name="Google Shape;976;p13"/>
                <p:cNvSpPr/>
                <p:nvPr/>
              </p:nvSpPr>
              <p:spPr>
                <a:xfrm>
                  <a:off x="140760" y="1319040"/>
                  <a:ext cx="126000" cy="126360"/>
                </a:xfrm>
                <a:prstGeom prst="rect"/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63360" tIns="6336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49845" name="Google Shape;977;p13"/>
                <p:cNvSpPr/>
                <p:nvPr/>
              </p:nvSpPr>
              <p:spPr>
                <a:xfrm>
                  <a:off x="140760" y="1108440"/>
                  <a:ext cx="126000" cy="126360"/>
                </a:xfrm>
                <a:prstGeom prst="rect"/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63360" tIns="6336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49846" name="Google Shape;978;p13"/>
                <p:cNvSpPr/>
                <p:nvPr/>
              </p:nvSpPr>
              <p:spPr>
                <a:xfrm>
                  <a:off x="145080" y="897840"/>
                  <a:ext cx="117360" cy="117720"/>
                </a:xfrm>
                <a:prstGeom prst="rect"/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59040" tIns="5904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49847" name="Google Shape;979;p13"/>
                <p:cNvSpPr/>
                <p:nvPr/>
              </p:nvSpPr>
              <p:spPr>
                <a:xfrm>
                  <a:off x="145080" y="686880"/>
                  <a:ext cx="117360" cy="117720"/>
                </a:xfrm>
                <a:prstGeom prst="rect"/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59040" tIns="5904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49848" name="Google Shape;980;p13"/>
                <p:cNvSpPr/>
                <p:nvPr/>
              </p:nvSpPr>
              <p:spPr>
                <a:xfrm>
                  <a:off x="147240" y="476280"/>
                  <a:ext cx="113040" cy="113040"/>
                </a:xfrm>
                <a:prstGeom prst="rect"/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56520" tIns="5652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49849" name="Google Shape;981;p13"/>
                <p:cNvSpPr/>
                <p:nvPr/>
              </p:nvSpPr>
              <p:spPr>
                <a:xfrm>
                  <a:off x="149400" y="265680"/>
                  <a:ext cx="108720" cy="108720"/>
                </a:xfrm>
                <a:prstGeom prst="rect"/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54360" tIns="5436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49850" name="Google Shape;982;p13"/>
                <p:cNvSpPr/>
                <p:nvPr/>
              </p:nvSpPr>
              <p:spPr>
                <a:xfrm>
                  <a:off x="154440" y="59400"/>
                  <a:ext cx="98640" cy="98640"/>
                </a:xfrm>
                <a:prstGeom prst="rect"/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49320" tIns="4932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49851" name="Google Shape;983;p13"/>
                <p:cNvSpPr/>
                <p:nvPr/>
              </p:nvSpPr>
              <p:spPr>
                <a:xfrm>
                  <a:off x="159120" y="-146880"/>
                  <a:ext cx="88920" cy="88920"/>
                </a:xfrm>
                <a:prstGeom prst="rect"/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44640" tIns="4464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49852" name="Google Shape;984;p13"/>
                <p:cNvSpPr/>
                <p:nvPr/>
              </p:nvSpPr>
              <p:spPr>
                <a:xfrm>
                  <a:off x="159120" y="-353160"/>
                  <a:ext cx="88920" cy="88920"/>
                </a:xfrm>
                <a:prstGeom prst="rect"/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44640" tIns="4464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49853" name="Google Shape;985;p13"/>
                <p:cNvSpPr/>
                <p:nvPr/>
              </p:nvSpPr>
              <p:spPr>
                <a:xfrm>
                  <a:off x="164160" y="-570240"/>
                  <a:ext cx="79200" cy="79200"/>
                </a:xfrm>
                <a:prstGeom prst="rect"/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39600" tIns="3960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</p:grpSp>
          <p:grpSp>
            <p:nvGrpSpPr>
              <p:cNvPr id="242" name="Google Shape;986;p13"/>
              <p:cNvGrpSpPr/>
              <p:nvPr/>
            </p:nvGrpSpPr>
            <p:grpSpPr>
              <a:xfrm>
                <a:off x="132120" y="-570240"/>
                <a:ext cx="142920" cy="2453760"/>
                <a:chOff x="132120" y="-570240"/>
                <a:chExt cx="142920" cy="2453760"/>
              </a:xfrm>
            </p:grpSpPr>
            <p:sp>
              <p:nvSpPr>
                <p:cNvPr id="1049854" name="Google Shape;987;p13"/>
                <p:cNvSpPr/>
                <p:nvPr/>
              </p:nvSpPr>
              <p:spPr>
                <a:xfrm>
                  <a:off x="132120" y="1740600"/>
                  <a:ext cx="142920" cy="142920"/>
                </a:xfrm>
                <a:prstGeom prst="rect"/>
                <a:noFill/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71640" tIns="7164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49855" name="Google Shape;988;p13"/>
                <p:cNvSpPr/>
                <p:nvPr/>
              </p:nvSpPr>
              <p:spPr>
                <a:xfrm>
                  <a:off x="140760" y="1530000"/>
                  <a:ext cx="126000" cy="126360"/>
                </a:xfrm>
                <a:prstGeom prst="rect"/>
                <a:solidFill>
                  <a:srgbClr val="009F8C">
                    <a:alpha val="5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63360" tIns="6336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49856" name="Google Shape;989;p13"/>
                <p:cNvSpPr/>
                <p:nvPr/>
              </p:nvSpPr>
              <p:spPr>
                <a:xfrm>
                  <a:off x="140760" y="1319040"/>
                  <a:ext cx="126000" cy="126360"/>
                </a:xfrm>
                <a:prstGeom prst="rect"/>
                <a:solidFill>
                  <a:srgbClr val="009F8C">
                    <a:alpha val="10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63360" tIns="6336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49857" name="Google Shape;990;p13"/>
                <p:cNvSpPr/>
                <p:nvPr/>
              </p:nvSpPr>
              <p:spPr>
                <a:xfrm>
                  <a:off x="140760" y="1108440"/>
                  <a:ext cx="126000" cy="126360"/>
                </a:xfrm>
                <a:prstGeom prst="rect"/>
                <a:solidFill>
                  <a:srgbClr val="009F8C">
                    <a:alpha val="20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63360" tIns="6336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49858" name="Google Shape;991;p13"/>
                <p:cNvSpPr/>
                <p:nvPr/>
              </p:nvSpPr>
              <p:spPr>
                <a:xfrm>
                  <a:off x="145080" y="897840"/>
                  <a:ext cx="117360" cy="117720"/>
                </a:xfrm>
                <a:prstGeom prst="rect"/>
                <a:solidFill>
                  <a:srgbClr val="009F8C">
                    <a:alpha val="30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59040" tIns="5904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49859" name="Google Shape;992;p13"/>
                <p:cNvSpPr/>
                <p:nvPr/>
              </p:nvSpPr>
              <p:spPr>
                <a:xfrm>
                  <a:off x="145080" y="686880"/>
                  <a:ext cx="117360" cy="117720"/>
                </a:xfrm>
                <a:prstGeom prst="rect"/>
                <a:solidFill>
                  <a:srgbClr val="009F8C">
                    <a:alpha val="40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59040" tIns="5904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49860" name="Google Shape;993;p13"/>
                <p:cNvSpPr/>
                <p:nvPr/>
              </p:nvSpPr>
              <p:spPr>
                <a:xfrm>
                  <a:off x="147240" y="476280"/>
                  <a:ext cx="113040" cy="113040"/>
                </a:xfrm>
                <a:prstGeom prst="rect"/>
                <a:solidFill>
                  <a:srgbClr val="009F8C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56520" tIns="5652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49861" name="Google Shape;994;p13"/>
                <p:cNvSpPr/>
                <p:nvPr/>
              </p:nvSpPr>
              <p:spPr>
                <a:xfrm>
                  <a:off x="149400" y="265680"/>
                  <a:ext cx="108720" cy="108720"/>
                </a:xfrm>
                <a:prstGeom prst="rect"/>
                <a:solidFill>
                  <a:srgbClr val="009F8C">
                    <a:alpha val="55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54360" tIns="5436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49862" name="Google Shape;995;p13"/>
                <p:cNvSpPr/>
                <p:nvPr/>
              </p:nvSpPr>
              <p:spPr>
                <a:xfrm>
                  <a:off x="154440" y="59400"/>
                  <a:ext cx="98640" cy="98640"/>
                </a:xfrm>
                <a:prstGeom prst="rect"/>
                <a:solidFill>
                  <a:srgbClr val="009F8C">
                    <a:alpha val="60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49320" tIns="4932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49863" name="Google Shape;996;p13"/>
                <p:cNvSpPr/>
                <p:nvPr/>
              </p:nvSpPr>
              <p:spPr>
                <a:xfrm>
                  <a:off x="159120" y="-146880"/>
                  <a:ext cx="88920" cy="88920"/>
                </a:xfrm>
                <a:prstGeom prst="rect"/>
                <a:solidFill>
                  <a:srgbClr val="009F8C">
                    <a:alpha val="65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44640" tIns="4464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49864" name="Google Shape;997;p13"/>
                <p:cNvSpPr/>
                <p:nvPr/>
              </p:nvSpPr>
              <p:spPr>
                <a:xfrm>
                  <a:off x="159120" y="-353160"/>
                  <a:ext cx="88920" cy="88920"/>
                </a:xfrm>
                <a:prstGeom prst="rect"/>
                <a:solidFill>
                  <a:srgbClr val="009F8C">
                    <a:alpha val="70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44640" tIns="4464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49865" name="Google Shape;998;p13"/>
                <p:cNvSpPr/>
                <p:nvPr/>
              </p:nvSpPr>
              <p:spPr>
                <a:xfrm>
                  <a:off x="164160" y="-570240"/>
                  <a:ext cx="79200" cy="79200"/>
                </a:xfrm>
                <a:prstGeom prst="rect"/>
                <a:solidFill>
                  <a:srgbClr val="009F8C">
                    <a:alpha val="80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39600" tIns="3960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</p:grpSp>
        </p:grpSp>
        <p:grpSp>
          <p:nvGrpSpPr>
            <p:cNvPr id="243" name="Google Shape;999;p13"/>
            <p:cNvGrpSpPr/>
            <p:nvPr/>
          </p:nvGrpSpPr>
          <p:grpSpPr>
            <a:xfrm>
              <a:off x="426240" y="1344600"/>
              <a:ext cx="142920" cy="2453760"/>
              <a:chOff x="426240" y="1344600"/>
              <a:chExt cx="142920" cy="2453760"/>
            </a:xfrm>
          </p:grpSpPr>
          <p:grpSp>
            <p:nvGrpSpPr>
              <p:cNvPr id="244" name="Google Shape;1000;p13"/>
              <p:cNvGrpSpPr/>
              <p:nvPr/>
            </p:nvGrpSpPr>
            <p:grpSpPr>
              <a:xfrm>
                <a:off x="426240" y="1344600"/>
                <a:ext cx="142920" cy="2453760"/>
                <a:chOff x="426240" y="1344600"/>
                <a:chExt cx="142920" cy="2453760"/>
              </a:xfrm>
            </p:grpSpPr>
            <p:sp>
              <p:nvSpPr>
                <p:cNvPr id="1049866" name="Google Shape;1001;p13"/>
                <p:cNvSpPr/>
                <p:nvPr/>
              </p:nvSpPr>
              <p:spPr>
                <a:xfrm>
                  <a:off x="426240" y="3655440"/>
                  <a:ext cx="142920" cy="142920"/>
                </a:xfrm>
                <a:prstGeom prst="rect"/>
                <a:gradFill rotWithShape="0">
                  <a:gsLst>
                    <a:gs pos="0">
                      <a:srgbClr val="B6F8F0"/>
                    </a:gs>
                    <a:gs pos="100000">
                      <a:srgbClr val="7DF3E5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71640" tIns="7164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49867" name="Google Shape;1002;p13"/>
                <p:cNvSpPr/>
                <p:nvPr/>
              </p:nvSpPr>
              <p:spPr>
                <a:xfrm>
                  <a:off x="434520" y="3444840"/>
                  <a:ext cx="126000" cy="126360"/>
                </a:xfrm>
                <a:prstGeom prst="rect"/>
                <a:gradFill rotWithShape="0">
                  <a:gsLst>
                    <a:gs pos="0">
                      <a:srgbClr val="B6F8F0"/>
                    </a:gs>
                    <a:gs pos="100000">
                      <a:srgbClr val="7DF3E5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63360" tIns="6336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49868" name="Google Shape;1003;p13"/>
                <p:cNvSpPr/>
                <p:nvPr/>
              </p:nvSpPr>
              <p:spPr>
                <a:xfrm>
                  <a:off x="434520" y="3234240"/>
                  <a:ext cx="126000" cy="126360"/>
                </a:xfrm>
                <a:prstGeom prst="rect"/>
                <a:gradFill rotWithShape="0">
                  <a:gsLst>
                    <a:gs pos="0">
                      <a:srgbClr val="B6F8F0"/>
                    </a:gs>
                    <a:gs pos="100000">
                      <a:srgbClr val="7DF3E5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63360" tIns="6336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49869" name="Google Shape;1004;p13"/>
                <p:cNvSpPr/>
                <p:nvPr/>
              </p:nvSpPr>
              <p:spPr>
                <a:xfrm>
                  <a:off x="434520" y="3023280"/>
                  <a:ext cx="126000" cy="126360"/>
                </a:xfrm>
                <a:prstGeom prst="rect"/>
                <a:gradFill rotWithShape="0">
                  <a:gsLst>
                    <a:gs pos="0">
                      <a:srgbClr val="B6F8F0"/>
                    </a:gs>
                    <a:gs pos="100000">
                      <a:srgbClr val="7DF3E5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63360" tIns="6336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49870" name="Google Shape;1005;p13"/>
                <p:cNvSpPr/>
                <p:nvPr/>
              </p:nvSpPr>
              <p:spPr>
                <a:xfrm>
                  <a:off x="438840" y="2812680"/>
                  <a:ext cx="117360" cy="117720"/>
                </a:xfrm>
                <a:prstGeom prst="rect"/>
                <a:gradFill rotWithShape="0">
                  <a:gsLst>
                    <a:gs pos="0">
                      <a:srgbClr val="B6F8F0"/>
                    </a:gs>
                    <a:gs pos="100000">
                      <a:srgbClr val="7DF3E5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59040" tIns="5904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49871" name="Google Shape;1006;p13"/>
                <p:cNvSpPr/>
                <p:nvPr/>
              </p:nvSpPr>
              <p:spPr>
                <a:xfrm>
                  <a:off x="438840" y="2602080"/>
                  <a:ext cx="117360" cy="117720"/>
                </a:xfrm>
                <a:prstGeom prst="rect"/>
                <a:gradFill rotWithShape="0">
                  <a:gsLst>
                    <a:gs pos="0">
                      <a:srgbClr val="B6F8F0"/>
                    </a:gs>
                    <a:gs pos="100000">
                      <a:srgbClr val="7DF3E5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59040" tIns="5904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49872" name="Google Shape;1007;p13"/>
                <p:cNvSpPr/>
                <p:nvPr/>
              </p:nvSpPr>
              <p:spPr>
                <a:xfrm>
                  <a:off x="441000" y="2391120"/>
                  <a:ext cx="113040" cy="113040"/>
                </a:xfrm>
                <a:prstGeom prst="rect"/>
                <a:gradFill rotWithShape="0">
                  <a:gsLst>
                    <a:gs pos="0">
                      <a:srgbClr val="B6F8F0"/>
                    </a:gs>
                    <a:gs pos="100000">
                      <a:srgbClr val="7DF3E5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56520" tIns="5652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49873" name="Google Shape;1008;p13"/>
                <p:cNvSpPr/>
                <p:nvPr/>
              </p:nvSpPr>
              <p:spPr>
                <a:xfrm>
                  <a:off x="443160" y="2180520"/>
                  <a:ext cx="108720" cy="108720"/>
                </a:xfrm>
                <a:prstGeom prst="rect"/>
                <a:gradFill rotWithShape="0">
                  <a:gsLst>
                    <a:gs pos="0">
                      <a:srgbClr val="B6F8F0"/>
                    </a:gs>
                    <a:gs pos="100000">
                      <a:srgbClr val="7DF3E5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54360" tIns="5436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49874" name="Google Shape;1009;p13"/>
                <p:cNvSpPr/>
                <p:nvPr/>
              </p:nvSpPr>
              <p:spPr>
                <a:xfrm>
                  <a:off x="448200" y="1974240"/>
                  <a:ext cx="98640" cy="98640"/>
                </a:xfrm>
                <a:prstGeom prst="rect"/>
                <a:gradFill rotWithShape="0">
                  <a:gsLst>
                    <a:gs pos="0">
                      <a:srgbClr val="B6F8F0"/>
                    </a:gs>
                    <a:gs pos="100000">
                      <a:srgbClr val="7DF3E5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49320" tIns="4932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49875" name="Google Shape;1010;p13"/>
                <p:cNvSpPr/>
                <p:nvPr/>
              </p:nvSpPr>
              <p:spPr>
                <a:xfrm>
                  <a:off x="453240" y="1767960"/>
                  <a:ext cx="88920" cy="88920"/>
                </a:xfrm>
                <a:prstGeom prst="rect"/>
                <a:gradFill rotWithShape="0">
                  <a:gsLst>
                    <a:gs pos="0">
                      <a:srgbClr val="B6F8F0"/>
                    </a:gs>
                    <a:gs pos="100000">
                      <a:srgbClr val="7DF3E5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44640" tIns="4464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49876" name="Google Shape;1011;p13"/>
                <p:cNvSpPr/>
                <p:nvPr/>
              </p:nvSpPr>
              <p:spPr>
                <a:xfrm>
                  <a:off x="453240" y="1561680"/>
                  <a:ext cx="88920" cy="88920"/>
                </a:xfrm>
                <a:prstGeom prst="rect"/>
                <a:gradFill rotWithShape="0">
                  <a:gsLst>
                    <a:gs pos="0">
                      <a:srgbClr val="B6F8F0"/>
                    </a:gs>
                    <a:gs pos="100000">
                      <a:srgbClr val="7DF3E5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44640" tIns="4464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49877" name="Google Shape;1012;p13"/>
                <p:cNvSpPr/>
                <p:nvPr/>
              </p:nvSpPr>
              <p:spPr>
                <a:xfrm>
                  <a:off x="457920" y="1344600"/>
                  <a:ext cx="79200" cy="79200"/>
                </a:xfrm>
                <a:prstGeom prst="rect"/>
                <a:gradFill rotWithShape="0">
                  <a:gsLst>
                    <a:gs pos="0">
                      <a:srgbClr val="B6F8F0"/>
                    </a:gs>
                    <a:gs pos="100000">
                      <a:srgbClr val="7DF3E5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39600" tIns="3960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</p:grpSp>
          <p:grpSp>
            <p:nvGrpSpPr>
              <p:cNvPr id="245" name="Google Shape;1013;p13"/>
              <p:cNvGrpSpPr/>
              <p:nvPr/>
            </p:nvGrpSpPr>
            <p:grpSpPr>
              <a:xfrm>
                <a:off x="426240" y="1344600"/>
                <a:ext cx="142920" cy="2453760"/>
                <a:chOff x="426240" y="1344600"/>
                <a:chExt cx="142920" cy="2453760"/>
              </a:xfrm>
            </p:grpSpPr>
            <p:sp>
              <p:nvSpPr>
                <p:cNvPr id="1049878" name="Google Shape;1014;p13"/>
                <p:cNvSpPr/>
                <p:nvPr/>
              </p:nvSpPr>
              <p:spPr>
                <a:xfrm>
                  <a:off x="426240" y="3655440"/>
                  <a:ext cx="142920" cy="142920"/>
                </a:xfrm>
                <a:prstGeom prst="rect"/>
                <a:noFill/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71640" tIns="7164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49879" name="Google Shape;1015;p13"/>
                <p:cNvSpPr/>
                <p:nvPr/>
              </p:nvSpPr>
              <p:spPr>
                <a:xfrm>
                  <a:off x="434520" y="3444840"/>
                  <a:ext cx="126000" cy="126360"/>
                </a:xfrm>
                <a:prstGeom prst="rect"/>
                <a:solidFill>
                  <a:srgbClr val="009F8C">
                    <a:alpha val="5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63360" tIns="6336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49880" name="Google Shape;1016;p13"/>
                <p:cNvSpPr/>
                <p:nvPr/>
              </p:nvSpPr>
              <p:spPr>
                <a:xfrm>
                  <a:off x="434520" y="3234240"/>
                  <a:ext cx="126000" cy="126360"/>
                </a:xfrm>
                <a:prstGeom prst="rect"/>
                <a:solidFill>
                  <a:srgbClr val="009F8C">
                    <a:alpha val="10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63360" tIns="6336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49881" name="Google Shape;1017;p13"/>
                <p:cNvSpPr/>
                <p:nvPr/>
              </p:nvSpPr>
              <p:spPr>
                <a:xfrm>
                  <a:off x="434520" y="3023280"/>
                  <a:ext cx="126000" cy="126360"/>
                </a:xfrm>
                <a:prstGeom prst="rect"/>
                <a:solidFill>
                  <a:srgbClr val="009F8C">
                    <a:alpha val="20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63360" tIns="6336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49882" name="Google Shape;1018;p13"/>
                <p:cNvSpPr/>
                <p:nvPr/>
              </p:nvSpPr>
              <p:spPr>
                <a:xfrm>
                  <a:off x="438840" y="2812680"/>
                  <a:ext cx="117360" cy="117720"/>
                </a:xfrm>
                <a:prstGeom prst="rect"/>
                <a:solidFill>
                  <a:srgbClr val="009F8C">
                    <a:alpha val="30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59040" tIns="5904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49883" name="Google Shape;1019;p13"/>
                <p:cNvSpPr/>
                <p:nvPr/>
              </p:nvSpPr>
              <p:spPr>
                <a:xfrm>
                  <a:off x="438840" y="2602080"/>
                  <a:ext cx="117360" cy="117720"/>
                </a:xfrm>
                <a:prstGeom prst="rect"/>
                <a:solidFill>
                  <a:srgbClr val="009F8C">
                    <a:alpha val="40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59040" tIns="5904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49884" name="Google Shape;1020;p13"/>
                <p:cNvSpPr/>
                <p:nvPr/>
              </p:nvSpPr>
              <p:spPr>
                <a:xfrm>
                  <a:off x="441000" y="2391120"/>
                  <a:ext cx="113040" cy="113040"/>
                </a:xfrm>
                <a:prstGeom prst="rect"/>
                <a:solidFill>
                  <a:srgbClr val="009F8C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56520" tIns="5652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49885" name="Google Shape;1021;p13"/>
                <p:cNvSpPr/>
                <p:nvPr/>
              </p:nvSpPr>
              <p:spPr>
                <a:xfrm>
                  <a:off x="443160" y="2180520"/>
                  <a:ext cx="108720" cy="108720"/>
                </a:xfrm>
                <a:prstGeom prst="rect"/>
                <a:solidFill>
                  <a:srgbClr val="009F8C">
                    <a:alpha val="55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54360" tIns="5436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49886" name="Google Shape;1022;p13"/>
                <p:cNvSpPr/>
                <p:nvPr/>
              </p:nvSpPr>
              <p:spPr>
                <a:xfrm>
                  <a:off x="448200" y="1974240"/>
                  <a:ext cx="98640" cy="98640"/>
                </a:xfrm>
                <a:prstGeom prst="rect"/>
                <a:solidFill>
                  <a:srgbClr val="009F8C">
                    <a:alpha val="60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49320" tIns="4932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49887" name="Google Shape;1023;p13"/>
                <p:cNvSpPr/>
                <p:nvPr/>
              </p:nvSpPr>
              <p:spPr>
                <a:xfrm>
                  <a:off x="453240" y="1767960"/>
                  <a:ext cx="88920" cy="88920"/>
                </a:xfrm>
                <a:prstGeom prst="rect"/>
                <a:solidFill>
                  <a:srgbClr val="009F8C">
                    <a:alpha val="65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44640" tIns="4464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49888" name="Google Shape;1024;p13"/>
                <p:cNvSpPr/>
                <p:nvPr/>
              </p:nvSpPr>
              <p:spPr>
                <a:xfrm>
                  <a:off x="453240" y="1561680"/>
                  <a:ext cx="88920" cy="88920"/>
                </a:xfrm>
                <a:prstGeom prst="rect"/>
                <a:solidFill>
                  <a:srgbClr val="009F8C">
                    <a:alpha val="70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44640" tIns="4464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49889" name="Google Shape;1025;p13"/>
                <p:cNvSpPr/>
                <p:nvPr/>
              </p:nvSpPr>
              <p:spPr>
                <a:xfrm>
                  <a:off x="457920" y="1344600"/>
                  <a:ext cx="79200" cy="79200"/>
                </a:xfrm>
                <a:prstGeom prst="rect"/>
                <a:solidFill>
                  <a:srgbClr val="009F8C">
                    <a:alpha val="80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39600" tIns="3960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</p:grpSp>
        </p:grpSp>
        <p:grpSp>
          <p:nvGrpSpPr>
            <p:cNvPr id="246" name="Google Shape;1026;p13"/>
            <p:cNvGrpSpPr/>
            <p:nvPr/>
          </p:nvGrpSpPr>
          <p:grpSpPr>
            <a:xfrm>
              <a:off x="8520840" y="-117000"/>
              <a:ext cx="142920" cy="2453760"/>
              <a:chOff x="8520840" y="-117000"/>
              <a:chExt cx="142920" cy="2453760"/>
            </a:xfrm>
          </p:grpSpPr>
          <p:grpSp>
            <p:nvGrpSpPr>
              <p:cNvPr id="247" name="Google Shape;1027;p13"/>
              <p:cNvGrpSpPr/>
              <p:nvPr/>
            </p:nvGrpSpPr>
            <p:grpSpPr>
              <a:xfrm>
                <a:off x="8520840" y="-117000"/>
                <a:ext cx="142920" cy="2453760"/>
                <a:chOff x="8520840" y="-117000"/>
                <a:chExt cx="142920" cy="2453760"/>
              </a:xfrm>
            </p:grpSpPr>
            <p:sp>
              <p:nvSpPr>
                <p:cNvPr id="1049890" name="Google Shape;1028;p13"/>
                <p:cNvSpPr/>
                <p:nvPr/>
              </p:nvSpPr>
              <p:spPr>
                <a:xfrm>
                  <a:off x="8520840" y="2193840"/>
                  <a:ext cx="142920" cy="142920"/>
                </a:xfrm>
                <a:prstGeom prst="rect"/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71640" tIns="7164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49891" name="Google Shape;1029;p13"/>
                <p:cNvSpPr/>
                <p:nvPr/>
              </p:nvSpPr>
              <p:spPr>
                <a:xfrm>
                  <a:off x="8529480" y="1983240"/>
                  <a:ext cx="126000" cy="126360"/>
                </a:xfrm>
                <a:prstGeom prst="rect"/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63360" tIns="6336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49892" name="Google Shape;1030;p13"/>
                <p:cNvSpPr/>
                <p:nvPr/>
              </p:nvSpPr>
              <p:spPr>
                <a:xfrm>
                  <a:off x="8529480" y="1772640"/>
                  <a:ext cx="126000" cy="126360"/>
                </a:xfrm>
                <a:prstGeom prst="rect"/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63360" tIns="6336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49893" name="Google Shape;1031;p13"/>
                <p:cNvSpPr/>
                <p:nvPr/>
              </p:nvSpPr>
              <p:spPr>
                <a:xfrm>
                  <a:off x="8529480" y="1561680"/>
                  <a:ext cx="126000" cy="126360"/>
                </a:xfrm>
                <a:prstGeom prst="rect"/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63360" tIns="6336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49894" name="Google Shape;1032;p13"/>
                <p:cNvSpPr/>
                <p:nvPr/>
              </p:nvSpPr>
              <p:spPr>
                <a:xfrm>
                  <a:off x="8533800" y="1351080"/>
                  <a:ext cx="117360" cy="117720"/>
                </a:xfrm>
                <a:prstGeom prst="rect"/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59040" tIns="5904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49895" name="Google Shape;1033;p13"/>
                <p:cNvSpPr/>
                <p:nvPr/>
              </p:nvSpPr>
              <p:spPr>
                <a:xfrm>
                  <a:off x="8533800" y="1140480"/>
                  <a:ext cx="117360" cy="117720"/>
                </a:xfrm>
                <a:prstGeom prst="rect"/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59040" tIns="5904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49896" name="Google Shape;1034;p13"/>
                <p:cNvSpPr/>
                <p:nvPr/>
              </p:nvSpPr>
              <p:spPr>
                <a:xfrm>
                  <a:off x="8535960" y="929520"/>
                  <a:ext cx="113040" cy="113040"/>
                </a:xfrm>
                <a:prstGeom prst="rect"/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56520" tIns="5652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49897" name="Google Shape;1035;p13"/>
                <p:cNvSpPr/>
                <p:nvPr/>
              </p:nvSpPr>
              <p:spPr>
                <a:xfrm>
                  <a:off x="8538120" y="718920"/>
                  <a:ext cx="108720" cy="108720"/>
                </a:xfrm>
                <a:prstGeom prst="rect"/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54360" tIns="5436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49898" name="Google Shape;1036;p13"/>
                <p:cNvSpPr/>
                <p:nvPr/>
              </p:nvSpPr>
              <p:spPr>
                <a:xfrm>
                  <a:off x="8543160" y="512640"/>
                  <a:ext cx="98640" cy="98640"/>
                </a:xfrm>
                <a:prstGeom prst="rect"/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49320" tIns="4932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49899" name="Google Shape;1037;p13"/>
                <p:cNvSpPr/>
                <p:nvPr/>
              </p:nvSpPr>
              <p:spPr>
                <a:xfrm>
                  <a:off x="8547840" y="306360"/>
                  <a:ext cx="88920" cy="88920"/>
                </a:xfrm>
                <a:prstGeom prst="rect"/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44640" tIns="4464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49900" name="Google Shape;1038;p13"/>
                <p:cNvSpPr/>
                <p:nvPr/>
              </p:nvSpPr>
              <p:spPr>
                <a:xfrm>
                  <a:off x="8547840" y="100080"/>
                  <a:ext cx="88920" cy="88920"/>
                </a:xfrm>
                <a:prstGeom prst="rect"/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44640" tIns="4464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49901" name="Google Shape;1039;p13"/>
                <p:cNvSpPr/>
                <p:nvPr/>
              </p:nvSpPr>
              <p:spPr>
                <a:xfrm>
                  <a:off x="8552880" y="-117000"/>
                  <a:ext cx="79200" cy="79200"/>
                </a:xfrm>
                <a:prstGeom prst="rect"/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39600" tIns="3960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</p:grpSp>
          <p:grpSp>
            <p:nvGrpSpPr>
              <p:cNvPr id="248" name="Google Shape;1040;p13"/>
              <p:cNvGrpSpPr/>
              <p:nvPr/>
            </p:nvGrpSpPr>
            <p:grpSpPr>
              <a:xfrm>
                <a:off x="8520840" y="-117000"/>
                <a:ext cx="142920" cy="2453760"/>
                <a:chOff x="8520840" y="-117000"/>
                <a:chExt cx="142920" cy="2453760"/>
              </a:xfrm>
            </p:grpSpPr>
            <p:sp>
              <p:nvSpPr>
                <p:cNvPr id="1049902" name="Google Shape;1041;p13"/>
                <p:cNvSpPr/>
                <p:nvPr/>
              </p:nvSpPr>
              <p:spPr>
                <a:xfrm>
                  <a:off x="8520840" y="2193840"/>
                  <a:ext cx="142920" cy="142920"/>
                </a:xfrm>
                <a:prstGeom prst="rect"/>
                <a:noFill/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71640" tIns="7164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49903" name="Google Shape;1042;p13"/>
                <p:cNvSpPr/>
                <p:nvPr/>
              </p:nvSpPr>
              <p:spPr>
                <a:xfrm>
                  <a:off x="8529480" y="1983240"/>
                  <a:ext cx="126000" cy="126360"/>
                </a:xfrm>
                <a:prstGeom prst="rect"/>
                <a:solidFill>
                  <a:srgbClr val="009F8C">
                    <a:alpha val="5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63360" tIns="6336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49904" name="Google Shape;1043;p13"/>
                <p:cNvSpPr/>
                <p:nvPr/>
              </p:nvSpPr>
              <p:spPr>
                <a:xfrm>
                  <a:off x="8529480" y="1772640"/>
                  <a:ext cx="126000" cy="126360"/>
                </a:xfrm>
                <a:prstGeom prst="rect"/>
                <a:solidFill>
                  <a:srgbClr val="009F8C">
                    <a:alpha val="10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63360" tIns="6336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49905" name="Google Shape;1044;p13"/>
                <p:cNvSpPr/>
                <p:nvPr/>
              </p:nvSpPr>
              <p:spPr>
                <a:xfrm>
                  <a:off x="8529480" y="1561680"/>
                  <a:ext cx="126000" cy="126360"/>
                </a:xfrm>
                <a:prstGeom prst="rect"/>
                <a:solidFill>
                  <a:srgbClr val="009F8C">
                    <a:alpha val="20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63360" tIns="6336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49906" name="Google Shape;1045;p13"/>
                <p:cNvSpPr/>
                <p:nvPr/>
              </p:nvSpPr>
              <p:spPr>
                <a:xfrm>
                  <a:off x="8533800" y="1351080"/>
                  <a:ext cx="117360" cy="117720"/>
                </a:xfrm>
                <a:prstGeom prst="rect"/>
                <a:solidFill>
                  <a:srgbClr val="009F8C">
                    <a:alpha val="30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59040" tIns="5904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49907" name="Google Shape;1046;p13"/>
                <p:cNvSpPr/>
                <p:nvPr/>
              </p:nvSpPr>
              <p:spPr>
                <a:xfrm>
                  <a:off x="8533800" y="1140480"/>
                  <a:ext cx="117360" cy="117720"/>
                </a:xfrm>
                <a:prstGeom prst="rect"/>
                <a:solidFill>
                  <a:srgbClr val="009F8C">
                    <a:alpha val="40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59040" tIns="5904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49908" name="Google Shape;1047;p13"/>
                <p:cNvSpPr/>
                <p:nvPr/>
              </p:nvSpPr>
              <p:spPr>
                <a:xfrm>
                  <a:off x="8535960" y="929520"/>
                  <a:ext cx="113040" cy="113040"/>
                </a:xfrm>
                <a:prstGeom prst="rect"/>
                <a:solidFill>
                  <a:srgbClr val="009F8C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56520" tIns="5652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49909" name="Google Shape;1048;p13"/>
                <p:cNvSpPr/>
                <p:nvPr/>
              </p:nvSpPr>
              <p:spPr>
                <a:xfrm>
                  <a:off x="8538120" y="718920"/>
                  <a:ext cx="108720" cy="108720"/>
                </a:xfrm>
                <a:prstGeom prst="rect"/>
                <a:solidFill>
                  <a:srgbClr val="009F8C">
                    <a:alpha val="55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54360" tIns="5436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49910" name="Google Shape;1049;p13"/>
                <p:cNvSpPr/>
                <p:nvPr/>
              </p:nvSpPr>
              <p:spPr>
                <a:xfrm>
                  <a:off x="8543160" y="512640"/>
                  <a:ext cx="98640" cy="98640"/>
                </a:xfrm>
                <a:prstGeom prst="rect"/>
                <a:solidFill>
                  <a:srgbClr val="009F8C">
                    <a:alpha val="60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49320" tIns="4932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49911" name="Google Shape;1050;p13"/>
                <p:cNvSpPr/>
                <p:nvPr/>
              </p:nvSpPr>
              <p:spPr>
                <a:xfrm>
                  <a:off x="8547840" y="306360"/>
                  <a:ext cx="88920" cy="88920"/>
                </a:xfrm>
                <a:prstGeom prst="rect"/>
                <a:solidFill>
                  <a:srgbClr val="009F8C">
                    <a:alpha val="65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44640" tIns="4464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49912" name="Google Shape;1051;p13"/>
                <p:cNvSpPr/>
                <p:nvPr/>
              </p:nvSpPr>
              <p:spPr>
                <a:xfrm>
                  <a:off x="8547840" y="100080"/>
                  <a:ext cx="88920" cy="88920"/>
                </a:xfrm>
                <a:prstGeom prst="rect"/>
                <a:solidFill>
                  <a:srgbClr val="009F8C">
                    <a:alpha val="70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44640" tIns="4464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49913" name="Google Shape;1052;p13"/>
                <p:cNvSpPr/>
                <p:nvPr/>
              </p:nvSpPr>
              <p:spPr>
                <a:xfrm>
                  <a:off x="8552880" y="-117000"/>
                  <a:ext cx="79200" cy="79200"/>
                </a:xfrm>
                <a:prstGeom prst="rect"/>
                <a:solidFill>
                  <a:srgbClr val="009F8C">
                    <a:alpha val="80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39600" tIns="3960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</p:grpSp>
        </p:grpSp>
        <p:grpSp>
          <p:nvGrpSpPr>
            <p:cNvPr id="249" name="Google Shape;1053;p13"/>
            <p:cNvGrpSpPr/>
            <p:nvPr/>
          </p:nvGrpSpPr>
          <p:grpSpPr>
            <a:xfrm>
              <a:off x="8817840" y="2397600"/>
              <a:ext cx="142920" cy="2453760"/>
              <a:chOff x="8817840" y="2397600"/>
              <a:chExt cx="142920" cy="2453760"/>
            </a:xfrm>
          </p:grpSpPr>
          <p:grpSp>
            <p:nvGrpSpPr>
              <p:cNvPr id="250" name="Google Shape;1054;p13"/>
              <p:cNvGrpSpPr/>
              <p:nvPr/>
            </p:nvGrpSpPr>
            <p:grpSpPr>
              <a:xfrm>
                <a:off x="8817840" y="2397600"/>
                <a:ext cx="142920" cy="2453760"/>
                <a:chOff x="8817840" y="2397600"/>
                <a:chExt cx="142920" cy="2453760"/>
              </a:xfrm>
            </p:grpSpPr>
            <p:sp>
              <p:nvSpPr>
                <p:cNvPr id="1049914" name="Google Shape;1055;p13"/>
                <p:cNvSpPr/>
                <p:nvPr/>
              </p:nvSpPr>
              <p:spPr>
                <a:xfrm>
                  <a:off x="8817840" y="4708440"/>
                  <a:ext cx="142920" cy="142920"/>
                </a:xfrm>
                <a:prstGeom prst="rect"/>
                <a:gradFill rotWithShape="0">
                  <a:gsLst>
                    <a:gs pos="0">
                      <a:srgbClr val="B6F8F0"/>
                    </a:gs>
                    <a:gs pos="100000">
                      <a:srgbClr val="7DF3E5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71640" tIns="7164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49915" name="Google Shape;1056;p13"/>
                <p:cNvSpPr/>
                <p:nvPr/>
              </p:nvSpPr>
              <p:spPr>
                <a:xfrm>
                  <a:off x="8826480" y="4497840"/>
                  <a:ext cx="126000" cy="126360"/>
                </a:xfrm>
                <a:prstGeom prst="rect"/>
                <a:gradFill rotWithShape="0">
                  <a:gsLst>
                    <a:gs pos="0">
                      <a:srgbClr val="B6F8F0"/>
                    </a:gs>
                    <a:gs pos="100000">
                      <a:srgbClr val="7DF3E5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63360" tIns="6336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49916" name="Google Shape;1057;p13"/>
                <p:cNvSpPr/>
                <p:nvPr/>
              </p:nvSpPr>
              <p:spPr>
                <a:xfrm>
                  <a:off x="8826480" y="4287240"/>
                  <a:ext cx="126000" cy="126360"/>
                </a:xfrm>
                <a:prstGeom prst="rect"/>
                <a:gradFill rotWithShape="0">
                  <a:gsLst>
                    <a:gs pos="0">
                      <a:srgbClr val="B6F8F0"/>
                    </a:gs>
                    <a:gs pos="100000">
                      <a:srgbClr val="7DF3E5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63360" tIns="6336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49917" name="Google Shape;1058;p13"/>
                <p:cNvSpPr/>
                <p:nvPr/>
              </p:nvSpPr>
              <p:spPr>
                <a:xfrm>
                  <a:off x="8826480" y="4076280"/>
                  <a:ext cx="126000" cy="126360"/>
                </a:xfrm>
                <a:prstGeom prst="rect"/>
                <a:gradFill rotWithShape="0">
                  <a:gsLst>
                    <a:gs pos="0">
                      <a:srgbClr val="B6F8F0"/>
                    </a:gs>
                    <a:gs pos="100000">
                      <a:srgbClr val="7DF3E5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63360" tIns="6336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49918" name="Google Shape;1059;p13"/>
                <p:cNvSpPr/>
                <p:nvPr/>
              </p:nvSpPr>
              <p:spPr>
                <a:xfrm>
                  <a:off x="8830800" y="3865680"/>
                  <a:ext cx="117360" cy="117720"/>
                </a:xfrm>
                <a:prstGeom prst="rect"/>
                <a:gradFill rotWithShape="0">
                  <a:gsLst>
                    <a:gs pos="0">
                      <a:srgbClr val="B6F8F0"/>
                    </a:gs>
                    <a:gs pos="100000">
                      <a:srgbClr val="7DF3E5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59040" tIns="5904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49919" name="Google Shape;1060;p13"/>
                <p:cNvSpPr/>
                <p:nvPr/>
              </p:nvSpPr>
              <p:spPr>
                <a:xfrm>
                  <a:off x="8830800" y="3655080"/>
                  <a:ext cx="117360" cy="117720"/>
                </a:xfrm>
                <a:prstGeom prst="rect"/>
                <a:gradFill rotWithShape="0">
                  <a:gsLst>
                    <a:gs pos="0">
                      <a:srgbClr val="B6F8F0"/>
                    </a:gs>
                    <a:gs pos="100000">
                      <a:srgbClr val="7DF3E5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59040" tIns="5904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49920" name="Google Shape;1061;p13"/>
                <p:cNvSpPr/>
                <p:nvPr/>
              </p:nvSpPr>
              <p:spPr>
                <a:xfrm>
                  <a:off x="8832960" y="3444120"/>
                  <a:ext cx="113040" cy="113040"/>
                </a:xfrm>
                <a:prstGeom prst="rect"/>
                <a:gradFill rotWithShape="0">
                  <a:gsLst>
                    <a:gs pos="0">
                      <a:srgbClr val="B6F8F0"/>
                    </a:gs>
                    <a:gs pos="100000">
                      <a:srgbClr val="7DF3E5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56520" tIns="5652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49921" name="Google Shape;1062;p13"/>
                <p:cNvSpPr/>
                <p:nvPr/>
              </p:nvSpPr>
              <p:spPr>
                <a:xfrm>
                  <a:off x="8835120" y="3233520"/>
                  <a:ext cx="108720" cy="108720"/>
                </a:xfrm>
                <a:prstGeom prst="rect"/>
                <a:gradFill rotWithShape="0">
                  <a:gsLst>
                    <a:gs pos="0">
                      <a:srgbClr val="B6F8F0"/>
                    </a:gs>
                    <a:gs pos="100000">
                      <a:srgbClr val="7DF3E5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54360" tIns="5436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49922" name="Google Shape;1063;p13"/>
                <p:cNvSpPr/>
                <p:nvPr/>
              </p:nvSpPr>
              <p:spPr>
                <a:xfrm>
                  <a:off x="8840160" y="3027240"/>
                  <a:ext cx="98640" cy="98640"/>
                </a:xfrm>
                <a:prstGeom prst="rect"/>
                <a:gradFill rotWithShape="0">
                  <a:gsLst>
                    <a:gs pos="0">
                      <a:srgbClr val="B6F8F0"/>
                    </a:gs>
                    <a:gs pos="100000">
                      <a:srgbClr val="7DF3E5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49320" tIns="4932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49923" name="Google Shape;1064;p13"/>
                <p:cNvSpPr/>
                <p:nvPr/>
              </p:nvSpPr>
              <p:spPr>
                <a:xfrm>
                  <a:off x="8844840" y="2820960"/>
                  <a:ext cx="88920" cy="88920"/>
                </a:xfrm>
                <a:prstGeom prst="rect"/>
                <a:gradFill rotWithShape="0">
                  <a:gsLst>
                    <a:gs pos="0">
                      <a:srgbClr val="B6F8F0"/>
                    </a:gs>
                    <a:gs pos="100000">
                      <a:srgbClr val="7DF3E5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44640" tIns="4464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49924" name="Google Shape;1065;p13"/>
                <p:cNvSpPr/>
                <p:nvPr/>
              </p:nvSpPr>
              <p:spPr>
                <a:xfrm>
                  <a:off x="8844840" y="2614680"/>
                  <a:ext cx="88920" cy="88920"/>
                </a:xfrm>
                <a:prstGeom prst="rect"/>
                <a:gradFill rotWithShape="0">
                  <a:gsLst>
                    <a:gs pos="0">
                      <a:srgbClr val="B6F8F0"/>
                    </a:gs>
                    <a:gs pos="100000">
                      <a:srgbClr val="7DF3E5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44640" tIns="4464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49925" name="Google Shape;1066;p13"/>
                <p:cNvSpPr/>
                <p:nvPr/>
              </p:nvSpPr>
              <p:spPr>
                <a:xfrm>
                  <a:off x="8849880" y="2397600"/>
                  <a:ext cx="79200" cy="79200"/>
                </a:xfrm>
                <a:prstGeom prst="rect"/>
                <a:gradFill rotWithShape="0">
                  <a:gsLst>
                    <a:gs pos="0">
                      <a:srgbClr val="B6F8F0"/>
                    </a:gs>
                    <a:gs pos="100000">
                      <a:srgbClr val="7DF3E5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39600" tIns="3960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</p:grpSp>
          <p:grpSp>
            <p:nvGrpSpPr>
              <p:cNvPr id="251" name="Google Shape;1067;p13"/>
              <p:cNvGrpSpPr/>
              <p:nvPr/>
            </p:nvGrpSpPr>
            <p:grpSpPr>
              <a:xfrm>
                <a:off x="8817840" y="2397600"/>
                <a:ext cx="142920" cy="2453760"/>
                <a:chOff x="8817840" y="2397600"/>
                <a:chExt cx="142920" cy="2453760"/>
              </a:xfrm>
            </p:grpSpPr>
            <p:sp>
              <p:nvSpPr>
                <p:cNvPr id="1049926" name="Google Shape;1068;p13"/>
                <p:cNvSpPr/>
                <p:nvPr/>
              </p:nvSpPr>
              <p:spPr>
                <a:xfrm>
                  <a:off x="8817840" y="4708440"/>
                  <a:ext cx="142920" cy="142920"/>
                </a:xfrm>
                <a:prstGeom prst="rect"/>
                <a:noFill/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71640" tIns="7164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49927" name="Google Shape;1069;p13"/>
                <p:cNvSpPr/>
                <p:nvPr/>
              </p:nvSpPr>
              <p:spPr>
                <a:xfrm>
                  <a:off x="8826480" y="4497840"/>
                  <a:ext cx="126000" cy="126360"/>
                </a:xfrm>
                <a:prstGeom prst="rect"/>
                <a:solidFill>
                  <a:srgbClr val="009F8C">
                    <a:alpha val="5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63360" tIns="6336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49928" name="Google Shape;1070;p13"/>
                <p:cNvSpPr/>
                <p:nvPr/>
              </p:nvSpPr>
              <p:spPr>
                <a:xfrm>
                  <a:off x="8826480" y="4287240"/>
                  <a:ext cx="126000" cy="126360"/>
                </a:xfrm>
                <a:prstGeom prst="rect"/>
                <a:solidFill>
                  <a:srgbClr val="009F8C">
                    <a:alpha val="10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63360" tIns="6336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49929" name="Google Shape;1071;p13"/>
                <p:cNvSpPr/>
                <p:nvPr/>
              </p:nvSpPr>
              <p:spPr>
                <a:xfrm>
                  <a:off x="8826480" y="4076280"/>
                  <a:ext cx="126000" cy="126360"/>
                </a:xfrm>
                <a:prstGeom prst="rect"/>
                <a:solidFill>
                  <a:srgbClr val="009F8C">
                    <a:alpha val="20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63360" tIns="6336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49930" name="Google Shape;1072;p13"/>
                <p:cNvSpPr/>
                <p:nvPr/>
              </p:nvSpPr>
              <p:spPr>
                <a:xfrm>
                  <a:off x="8830800" y="3865680"/>
                  <a:ext cx="117360" cy="117720"/>
                </a:xfrm>
                <a:prstGeom prst="rect"/>
                <a:solidFill>
                  <a:srgbClr val="009F8C">
                    <a:alpha val="30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59040" tIns="5904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49931" name="Google Shape;1073;p13"/>
                <p:cNvSpPr/>
                <p:nvPr/>
              </p:nvSpPr>
              <p:spPr>
                <a:xfrm>
                  <a:off x="8830800" y="3655080"/>
                  <a:ext cx="117360" cy="117720"/>
                </a:xfrm>
                <a:prstGeom prst="rect"/>
                <a:solidFill>
                  <a:srgbClr val="009F8C">
                    <a:alpha val="40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59040" tIns="5904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49932" name="Google Shape;1074;p13"/>
                <p:cNvSpPr/>
                <p:nvPr/>
              </p:nvSpPr>
              <p:spPr>
                <a:xfrm>
                  <a:off x="8832960" y="3444120"/>
                  <a:ext cx="113040" cy="113040"/>
                </a:xfrm>
                <a:prstGeom prst="rect"/>
                <a:solidFill>
                  <a:srgbClr val="009F8C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56520" tIns="5652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49933" name="Google Shape;1075;p13"/>
                <p:cNvSpPr/>
                <p:nvPr/>
              </p:nvSpPr>
              <p:spPr>
                <a:xfrm>
                  <a:off x="8835120" y="3233520"/>
                  <a:ext cx="108720" cy="108720"/>
                </a:xfrm>
                <a:prstGeom prst="rect"/>
                <a:solidFill>
                  <a:srgbClr val="009F8C">
                    <a:alpha val="55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54360" tIns="5436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49934" name="Google Shape;1076;p13"/>
                <p:cNvSpPr/>
                <p:nvPr/>
              </p:nvSpPr>
              <p:spPr>
                <a:xfrm>
                  <a:off x="8840160" y="3027240"/>
                  <a:ext cx="98640" cy="98640"/>
                </a:xfrm>
                <a:prstGeom prst="rect"/>
                <a:solidFill>
                  <a:srgbClr val="009F8C">
                    <a:alpha val="60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49320" tIns="4932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49935" name="Google Shape;1077;p13"/>
                <p:cNvSpPr/>
                <p:nvPr/>
              </p:nvSpPr>
              <p:spPr>
                <a:xfrm>
                  <a:off x="8844840" y="2820960"/>
                  <a:ext cx="88920" cy="88920"/>
                </a:xfrm>
                <a:prstGeom prst="rect"/>
                <a:solidFill>
                  <a:srgbClr val="009F8C">
                    <a:alpha val="65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44640" tIns="4464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49936" name="Google Shape;1078;p13"/>
                <p:cNvSpPr/>
                <p:nvPr/>
              </p:nvSpPr>
              <p:spPr>
                <a:xfrm>
                  <a:off x="8844840" y="2614680"/>
                  <a:ext cx="88920" cy="88920"/>
                </a:xfrm>
                <a:prstGeom prst="rect"/>
                <a:solidFill>
                  <a:srgbClr val="009F8C">
                    <a:alpha val="70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44640" tIns="4464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49937" name="Google Shape;1079;p13"/>
                <p:cNvSpPr/>
                <p:nvPr/>
              </p:nvSpPr>
              <p:spPr>
                <a:xfrm>
                  <a:off x="8849880" y="2397600"/>
                  <a:ext cx="79200" cy="79200"/>
                </a:xfrm>
                <a:prstGeom prst="rect"/>
                <a:solidFill>
                  <a:srgbClr val="009F8C">
                    <a:alpha val="80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39600" tIns="3960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</p:grpSp>
        </p:grpSp>
      </p:grpSp>
      <p:sp>
        <p:nvSpPr>
          <p:cNvPr id="1049938" name="PlaceHolder 1"/>
          <p:cNvSpPr>
            <a:spLocks noGrp="1"/>
          </p:cNvSpPr>
          <p:nvPr>
            <p:ph type="title"/>
          </p:nvPr>
        </p:nvSpPr>
        <p:spPr>
          <a:xfrm>
            <a:off x="720000" y="444960"/>
            <a:ext cx="7703640" cy="572400"/>
          </a:xfrm>
          <a:prstGeom prst="rect"/>
          <a:noFill/>
          <a:ln w="0">
            <a:noFill/>
          </a:ln>
        </p:spPr>
        <p:txBody>
          <a:bodyPr anchor="t" bIns="91440" lIns="91440" rIns="91440" tIns="91440">
            <a:noAutofit/>
          </a:bodyPr>
          <a:p>
            <a:pPr indent="0">
              <a:buNone/>
            </a:pPr>
            <a:r>
              <a:rPr b="0" sz="3500" lang="fr-FR" strike="noStrike" u="none">
                <a:solidFill>
                  <a:schemeClr val="dk1"/>
                </a:solidFill>
                <a:effectLst/>
                <a:latin typeface="Arial"/>
              </a:rPr>
              <a:t>Click to edit the title text format</a:t>
            </a:r>
            <a:endParaRPr b="0" sz="3500" lang="fr-FR" strike="noStrike" u="none">
              <a:solidFill>
                <a:schemeClr val="dk1"/>
              </a:solidFill>
              <a:effectLst/>
              <a:latin typeface="Arial"/>
            </a:endParaRPr>
          </a:p>
        </p:txBody>
      </p:sp>
      <p:sp>
        <p:nvSpPr>
          <p:cNvPr id="1049939" name="PlaceHolder 2"/>
          <p:cNvSpPr>
            <a:spLocks noGrp="1"/>
          </p:cNvSpPr>
          <p:nvPr>
            <p:ph type="title"/>
          </p:nvPr>
        </p:nvSpPr>
        <p:spPr>
          <a:xfrm>
            <a:off x="720000" y="1332000"/>
            <a:ext cx="2305080" cy="447120"/>
          </a:xfrm>
          <a:prstGeom prst="rect"/>
          <a:noFill/>
          <a:ln w="0">
            <a:noFill/>
          </a:ln>
        </p:spPr>
        <p:txBody>
          <a:bodyPr anchor="b" bIns="91440" lIns="91440" rIns="91440" tIns="91440">
            <a:noAutofit/>
          </a:bodyPr>
          <a:p>
            <a:pPr algn="ctr" indent="0">
              <a:lnSpc>
                <a:spcPct val="100000"/>
              </a:lnSpc>
              <a:buNone/>
            </a:pPr>
            <a:r>
              <a:rPr b="1" sz="3000" lang="fr-FR" strike="noStrike" u="none">
                <a:solidFill>
                  <a:schemeClr val="accent1"/>
                </a:solidFill>
                <a:effectLst/>
                <a:latin typeface="Outfit"/>
                <a:ea typeface="Outfit"/>
              </a:rPr>
              <a:t>xx%</a:t>
            </a:r>
            <a:endParaRPr b="0" sz="3000" lang="fr-FR" strike="noStrike" u="none">
              <a:solidFill>
                <a:schemeClr val="dk1"/>
              </a:solidFill>
              <a:effectLst/>
              <a:latin typeface="Arial"/>
            </a:endParaRPr>
          </a:p>
        </p:txBody>
      </p:sp>
      <p:sp>
        <p:nvSpPr>
          <p:cNvPr id="1049940" name="PlaceHolder 3"/>
          <p:cNvSpPr>
            <a:spLocks noGrp="1"/>
          </p:cNvSpPr>
          <p:nvPr>
            <p:ph type="title"/>
          </p:nvPr>
        </p:nvSpPr>
        <p:spPr>
          <a:xfrm>
            <a:off x="720000" y="3064680"/>
            <a:ext cx="2305080" cy="447120"/>
          </a:xfrm>
          <a:prstGeom prst="rect"/>
          <a:noFill/>
          <a:ln w="0">
            <a:noFill/>
          </a:ln>
        </p:spPr>
        <p:txBody>
          <a:bodyPr anchor="b" bIns="91440" lIns="91440" rIns="91440" tIns="91440">
            <a:noAutofit/>
          </a:bodyPr>
          <a:p>
            <a:pPr algn="ctr" indent="0">
              <a:lnSpc>
                <a:spcPct val="100000"/>
              </a:lnSpc>
              <a:buNone/>
            </a:pPr>
            <a:r>
              <a:rPr b="1" sz="3000" lang="fr-FR" strike="noStrike" u="none">
                <a:solidFill>
                  <a:schemeClr val="accent1"/>
                </a:solidFill>
                <a:effectLst/>
                <a:latin typeface="Outfit"/>
                <a:ea typeface="Outfit"/>
              </a:rPr>
              <a:t>xx%</a:t>
            </a:r>
            <a:endParaRPr b="0" sz="3000" lang="fr-FR" strike="noStrike" u="none">
              <a:solidFill>
                <a:schemeClr val="dk1"/>
              </a:solidFill>
              <a:effectLst/>
              <a:latin typeface="Arial"/>
            </a:endParaRPr>
          </a:p>
        </p:txBody>
      </p:sp>
      <p:sp>
        <p:nvSpPr>
          <p:cNvPr id="1049941" name="PlaceHolder 4"/>
          <p:cNvSpPr>
            <a:spLocks noGrp="1"/>
          </p:cNvSpPr>
          <p:nvPr>
            <p:ph type="title"/>
          </p:nvPr>
        </p:nvSpPr>
        <p:spPr>
          <a:xfrm>
            <a:off x="3419280" y="1332000"/>
            <a:ext cx="2305080" cy="447120"/>
          </a:xfrm>
          <a:prstGeom prst="rect"/>
          <a:noFill/>
          <a:ln w="0">
            <a:noFill/>
          </a:ln>
        </p:spPr>
        <p:txBody>
          <a:bodyPr anchor="b" bIns="91440" lIns="91440" rIns="91440" tIns="91440">
            <a:noAutofit/>
          </a:bodyPr>
          <a:p>
            <a:pPr algn="ctr" indent="0">
              <a:lnSpc>
                <a:spcPct val="100000"/>
              </a:lnSpc>
              <a:buNone/>
            </a:pPr>
            <a:r>
              <a:rPr b="1" sz="3000" lang="fr-FR" strike="noStrike" u="none">
                <a:solidFill>
                  <a:schemeClr val="accent1"/>
                </a:solidFill>
                <a:effectLst/>
                <a:latin typeface="Outfit"/>
                <a:ea typeface="Outfit"/>
              </a:rPr>
              <a:t>xx%</a:t>
            </a:r>
            <a:endParaRPr b="0" sz="3000" lang="fr-FR" strike="noStrike" u="none">
              <a:solidFill>
                <a:schemeClr val="dk1"/>
              </a:solidFill>
              <a:effectLst/>
              <a:latin typeface="Arial"/>
            </a:endParaRPr>
          </a:p>
        </p:txBody>
      </p:sp>
      <p:sp>
        <p:nvSpPr>
          <p:cNvPr id="1049942" name="PlaceHolder 5"/>
          <p:cNvSpPr>
            <a:spLocks noGrp="1"/>
          </p:cNvSpPr>
          <p:nvPr>
            <p:ph type="title"/>
          </p:nvPr>
        </p:nvSpPr>
        <p:spPr>
          <a:xfrm>
            <a:off x="3419280" y="3064680"/>
            <a:ext cx="2305080" cy="447120"/>
          </a:xfrm>
          <a:prstGeom prst="rect"/>
          <a:noFill/>
          <a:ln w="0">
            <a:noFill/>
          </a:ln>
        </p:spPr>
        <p:txBody>
          <a:bodyPr anchor="b" bIns="91440" lIns="91440" rIns="91440" tIns="91440">
            <a:noAutofit/>
          </a:bodyPr>
          <a:p>
            <a:pPr algn="ctr" indent="0">
              <a:lnSpc>
                <a:spcPct val="100000"/>
              </a:lnSpc>
              <a:buNone/>
            </a:pPr>
            <a:r>
              <a:rPr b="1" sz="3000" lang="fr-FR" strike="noStrike" u="none">
                <a:solidFill>
                  <a:schemeClr val="accent1"/>
                </a:solidFill>
                <a:effectLst/>
                <a:latin typeface="Outfit"/>
                <a:ea typeface="Outfit"/>
              </a:rPr>
              <a:t>xx%</a:t>
            </a:r>
            <a:endParaRPr b="0" sz="3000" lang="fr-FR" strike="noStrike" u="none">
              <a:solidFill>
                <a:schemeClr val="dk1"/>
              </a:solidFill>
              <a:effectLst/>
              <a:latin typeface="Arial"/>
            </a:endParaRPr>
          </a:p>
        </p:txBody>
      </p:sp>
      <p:sp>
        <p:nvSpPr>
          <p:cNvPr id="1049943" name="PlaceHolder 6"/>
          <p:cNvSpPr>
            <a:spLocks noGrp="1"/>
          </p:cNvSpPr>
          <p:nvPr>
            <p:ph type="title"/>
          </p:nvPr>
        </p:nvSpPr>
        <p:spPr>
          <a:xfrm>
            <a:off x="6118560" y="1332000"/>
            <a:ext cx="2305080" cy="447120"/>
          </a:xfrm>
          <a:prstGeom prst="rect"/>
          <a:noFill/>
          <a:ln w="0">
            <a:noFill/>
          </a:ln>
        </p:spPr>
        <p:txBody>
          <a:bodyPr anchor="b" bIns="91440" lIns="91440" rIns="91440" tIns="91440">
            <a:noAutofit/>
          </a:bodyPr>
          <a:p>
            <a:pPr algn="ctr" indent="0">
              <a:lnSpc>
                <a:spcPct val="100000"/>
              </a:lnSpc>
              <a:buNone/>
            </a:pPr>
            <a:r>
              <a:rPr b="1" sz="3000" lang="fr-FR" strike="noStrike" u="none">
                <a:solidFill>
                  <a:schemeClr val="accent1"/>
                </a:solidFill>
                <a:effectLst/>
                <a:latin typeface="Outfit"/>
                <a:ea typeface="Outfit"/>
              </a:rPr>
              <a:t>xx%</a:t>
            </a:r>
            <a:endParaRPr b="0" sz="3000" lang="fr-FR" strike="noStrike" u="none">
              <a:solidFill>
                <a:schemeClr val="dk1"/>
              </a:solidFill>
              <a:effectLst/>
              <a:latin typeface="Arial"/>
            </a:endParaRPr>
          </a:p>
        </p:txBody>
      </p:sp>
      <p:sp>
        <p:nvSpPr>
          <p:cNvPr id="1049944" name="PlaceHolder 7"/>
          <p:cNvSpPr>
            <a:spLocks noGrp="1"/>
          </p:cNvSpPr>
          <p:nvPr>
            <p:ph type="title"/>
          </p:nvPr>
        </p:nvSpPr>
        <p:spPr>
          <a:xfrm>
            <a:off x="6118560" y="3064680"/>
            <a:ext cx="2305080" cy="447120"/>
          </a:xfrm>
          <a:prstGeom prst="rect"/>
          <a:noFill/>
          <a:ln w="0">
            <a:noFill/>
          </a:ln>
        </p:spPr>
        <p:txBody>
          <a:bodyPr anchor="b" bIns="91440" lIns="91440" rIns="91440" tIns="91440">
            <a:noAutofit/>
          </a:bodyPr>
          <a:p>
            <a:pPr algn="ctr" indent="0">
              <a:lnSpc>
                <a:spcPct val="100000"/>
              </a:lnSpc>
              <a:buNone/>
            </a:pPr>
            <a:r>
              <a:rPr b="1" sz="3000" lang="fr-FR" strike="noStrike" u="none">
                <a:solidFill>
                  <a:schemeClr val="accent1"/>
                </a:solidFill>
                <a:effectLst/>
                <a:latin typeface="Outfit"/>
                <a:ea typeface="Outfit"/>
              </a:rPr>
              <a:t>xx%</a:t>
            </a:r>
            <a:endParaRPr b="0" sz="3000" lang="fr-FR" strike="noStrike" u="none">
              <a:solidFill>
                <a:schemeClr val="dk1"/>
              </a:solidFill>
              <a:effectLst/>
              <a:latin typeface="Arial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blank">
  <p:cSld name="CUSTOM_10">
    <p:bg>
      <p:bgPr>
        <a:solidFill>
          <a:schemeClr val="lt1"/>
        </a:solidFill>
      </p:bgPr>
    </p:bg>
    <p:spTree>
      <p:nvGrpSpPr>
        <p:cNvPr id="48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1523" name="PlaceHolder 1"/>
          <p:cNvSpPr>
            <a:spLocks noGrp="1"/>
          </p:cNvSpPr>
          <p:nvPr>
            <p:ph type="title"/>
          </p:nvPr>
        </p:nvSpPr>
        <p:spPr>
          <a:xfrm>
            <a:off x="720000" y="444960"/>
            <a:ext cx="7703640" cy="572400"/>
          </a:xfrm>
          <a:prstGeom prst="rect"/>
          <a:noFill/>
          <a:ln w="0">
            <a:noFill/>
          </a:ln>
        </p:spPr>
        <p:txBody>
          <a:bodyPr anchor="t" bIns="91440" lIns="91440" rIns="91440" tIns="91440">
            <a:noAutofit/>
          </a:bodyPr>
          <a:p>
            <a:pPr indent="0">
              <a:buNone/>
            </a:pPr>
            <a:r>
              <a:rPr b="0" sz="3500" lang="fr-FR" strike="noStrike" u="none">
                <a:solidFill>
                  <a:schemeClr val="dk1"/>
                </a:solidFill>
                <a:effectLst/>
                <a:latin typeface="Arial"/>
              </a:rPr>
              <a:t>Click to edit the title text format</a:t>
            </a:r>
            <a:endParaRPr b="0" sz="3500" lang="fr-FR" strike="noStrike" u="none">
              <a:solidFill>
                <a:schemeClr val="dk1"/>
              </a:solidFill>
              <a:effectLst/>
              <a:latin typeface="Arial"/>
            </a:endParaRPr>
          </a:p>
        </p:txBody>
      </p:sp>
      <p:grpSp>
        <p:nvGrpSpPr>
          <p:cNvPr id="482" name="Google Shape;1101;p14"/>
          <p:cNvGrpSpPr/>
          <p:nvPr/>
        </p:nvGrpSpPr>
        <p:grpSpPr>
          <a:xfrm>
            <a:off x="167400" y="0"/>
            <a:ext cx="8808480" cy="4603680"/>
            <a:chOff x="167400" y="0"/>
            <a:chExt cx="8808480" cy="4603680"/>
          </a:xfrm>
        </p:grpSpPr>
        <p:grpSp>
          <p:nvGrpSpPr>
            <p:cNvPr id="483" name="Google Shape;1102;p14"/>
            <p:cNvGrpSpPr/>
            <p:nvPr/>
          </p:nvGrpSpPr>
          <p:grpSpPr>
            <a:xfrm>
              <a:off x="167400" y="250560"/>
              <a:ext cx="142920" cy="2453760"/>
              <a:chOff x="167400" y="250560"/>
              <a:chExt cx="142920" cy="2453760"/>
            </a:xfrm>
          </p:grpSpPr>
          <p:grpSp>
            <p:nvGrpSpPr>
              <p:cNvPr id="484" name="Google Shape;1103;p14"/>
              <p:cNvGrpSpPr/>
              <p:nvPr/>
            </p:nvGrpSpPr>
            <p:grpSpPr>
              <a:xfrm>
                <a:off x="167400" y="250560"/>
                <a:ext cx="142920" cy="2453760"/>
                <a:chOff x="167400" y="250560"/>
                <a:chExt cx="142920" cy="2453760"/>
              </a:xfrm>
            </p:grpSpPr>
            <p:sp>
              <p:nvSpPr>
                <p:cNvPr id="1051524" name="Google Shape;1104;p14"/>
                <p:cNvSpPr/>
                <p:nvPr/>
              </p:nvSpPr>
              <p:spPr>
                <a:xfrm>
                  <a:off x="167400" y="2561400"/>
                  <a:ext cx="142920" cy="142920"/>
                </a:xfrm>
                <a:prstGeom prst="rect"/>
                <a:gradFill rotWithShape="0">
                  <a:gsLst>
                    <a:gs pos="0">
                      <a:srgbClr val="B6F8F0"/>
                    </a:gs>
                    <a:gs pos="100000">
                      <a:srgbClr val="7DF3E5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71640" tIns="7164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1525" name="Google Shape;1105;p14"/>
                <p:cNvSpPr/>
                <p:nvPr/>
              </p:nvSpPr>
              <p:spPr>
                <a:xfrm>
                  <a:off x="176040" y="2350800"/>
                  <a:ext cx="126000" cy="126360"/>
                </a:xfrm>
                <a:prstGeom prst="rect"/>
                <a:gradFill rotWithShape="0">
                  <a:gsLst>
                    <a:gs pos="0">
                      <a:srgbClr val="B6F8F0"/>
                    </a:gs>
                    <a:gs pos="100000">
                      <a:srgbClr val="7DF3E5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63360" tIns="6336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1526" name="Google Shape;1106;p14"/>
                <p:cNvSpPr/>
                <p:nvPr/>
              </p:nvSpPr>
              <p:spPr>
                <a:xfrm>
                  <a:off x="176040" y="2139840"/>
                  <a:ext cx="126000" cy="126360"/>
                </a:xfrm>
                <a:prstGeom prst="rect"/>
                <a:gradFill rotWithShape="0">
                  <a:gsLst>
                    <a:gs pos="0">
                      <a:srgbClr val="B6F8F0"/>
                    </a:gs>
                    <a:gs pos="100000">
                      <a:srgbClr val="7DF3E5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63360" tIns="6336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1527" name="Google Shape;1107;p14"/>
                <p:cNvSpPr/>
                <p:nvPr/>
              </p:nvSpPr>
              <p:spPr>
                <a:xfrm>
                  <a:off x="176040" y="1929240"/>
                  <a:ext cx="126000" cy="126360"/>
                </a:xfrm>
                <a:prstGeom prst="rect"/>
                <a:gradFill rotWithShape="0">
                  <a:gsLst>
                    <a:gs pos="0">
                      <a:srgbClr val="B6F8F0"/>
                    </a:gs>
                    <a:gs pos="100000">
                      <a:srgbClr val="7DF3E5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63360" tIns="6336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1528" name="Google Shape;1108;p14"/>
                <p:cNvSpPr/>
                <p:nvPr/>
              </p:nvSpPr>
              <p:spPr>
                <a:xfrm>
                  <a:off x="180360" y="1718640"/>
                  <a:ext cx="117360" cy="117720"/>
                </a:xfrm>
                <a:prstGeom prst="rect"/>
                <a:gradFill rotWithShape="0">
                  <a:gsLst>
                    <a:gs pos="0">
                      <a:srgbClr val="B6F8F0"/>
                    </a:gs>
                    <a:gs pos="100000">
                      <a:srgbClr val="7DF3E5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59040" tIns="5904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1529" name="Google Shape;1109;p14"/>
                <p:cNvSpPr/>
                <p:nvPr/>
              </p:nvSpPr>
              <p:spPr>
                <a:xfrm>
                  <a:off x="180360" y="1507680"/>
                  <a:ext cx="117360" cy="117720"/>
                </a:xfrm>
                <a:prstGeom prst="rect"/>
                <a:gradFill rotWithShape="0">
                  <a:gsLst>
                    <a:gs pos="0">
                      <a:srgbClr val="B6F8F0"/>
                    </a:gs>
                    <a:gs pos="100000">
                      <a:srgbClr val="7DF3E5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59040" tIns="5904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1530" name="Google Shape;1110;p14"/>
                <p:cNvSpPr/>
                <p:nvPr/>
              </p:nvSpPr>
              <p:spPr>
                <a:xfrm>
                  <a:off x="182520" y="1297080"/>
                  <a:ext cx="113040" cy="113040"/>
                </a:xfrm>
                <a:prstGeom prst="rect"/>
                <a:gradFill rotWithShape="0">
                  <a:gsLst>
                    <a:gs pos="0">
                      <a:srgbClr val="B6F8F0"/>
                    </a:gs>
                    <a:gs pos="100000">
                      <a:srgbClr val="7DF3E5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56520" tIns="5652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1531" name="Google Shape;1111;p14"/>
                <p:cNvSpPr/>
                <p:nvPr/>
              </p:nvSpPr>
              <p:spPr>
                <a:xfrm>
                  <a:off x="184680" y="1086480"/>
                  <a:ext cx="108720" cy="108720"/>
                </a:xfrm>
                <a:prstGeom prst="rect"/>
                <a:gradFill rotWithShape="0">
                  <a:gsLst>
                    <a:gs pos="0">
                      <a:srgbClr val="B6F8F0"/>
                    </a:gs>
                    <a:gs pos="100000">
                      <a:srgbClr val="7DF3E5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54360" tIns="5436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1532" name="Google Shape;1112;p14"/>
                <p:cNvSpPr/>
                <p:nvPr/>
              </p:nvSpPr>
              <p:spPr>
                <a:xfrm>
                  <a:off x="189720" y="880200"/>
                  <a:ext cx="98640" cy="98640"/>
                </a:xfrm>
                <a:prstGeom prst="rect"/>
                <a:gradFill rotWithShape="0">
                  <a:gsLst>
                    <a:gs pos="0">
                      <a:srgbClr val="B6F8F0"/>
                    </a:gs>
                    <a:gs pos="100000">
                      <a:srgbClr val="7DF3E5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49320" tIns="4932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1533" name="Google Shape;1113;p14"/>
                <p:cNvSpPr/>
                <p:nvPr/>
              </p:nvSpPr>
              <p:spPr>
                <a:xfrm>
                  <a:off x="194400" y="673920"/>
                  <a:ext cx="88920" cy="88920"/>
                </a:xfrm>
                <a:prstGeom prst="rect"/>
                <a:gradFill rotWithShape="0">
                  <a:gsLst>
                    <a:gs pos="0">
                      <a:srgbClr val="B6F8F0"/>
                    </a:gs>
                    <a:gs pos="100000">
                      <a:srgbClr val="7DF3E5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44640" tIns="4464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1534" name="Google Shape;1114;p14"/>
                <p:cNvSpPr/>
                <p:nvPr/>
              </p:nvSpPr>
              <p:spPr>
                <a:xfrm>
                  <a:off x="194400" y="467640"/>
                  <a:ext cx="88920" cy="88920"/>
                </a:xfrm>
                <a:prstGeom prst="rect"/>
                <a:gradFill rotWithShape="0">
                  <a:gsLst>
                    <a:gs pos="0">
                      <a:srgbClr val="B6F8F0"/>
                    </a:gs>
                    <a:gs pos="100000">
                      <a:srgbClr val="7DF3E5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44640" tIns="4464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1535" name="Google Shape;1115;p14"/>
                <p:cNvSpPr/>
                <p:nvPr/>
              </p:nvSpPr>
              <p:spPr>
                <a:xfrm>
                  <a:off x="199440" y="250560"/>
                  <a:ext cx="79200" cy="79200"/>
                </a:xfrm>
                <a:prstGeom prst="rect"/>
                <a:gradFill rotWithShape="0">
                  <a:gsLst>
                    <a:gs pos="0">
                      <a:srgbClr val="B6F8F0"/>
                    </a:gs>
                    <a:gs pos="100000">
                      <a:srgbClr val="7DF3E5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39600" tIns="3960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</p:grpSp>
          <p:grpSp>
            <p:nvGrpSpPr>
              <p:cNvPr id="485" name="Google Shape;1116;p14"/>
              <p:cNvGrpSpPr/>
              <p:nvPr/>
            </p:nvGrpSpPr>
            <p:grpSpPr>
              <a:xfrm>
                <a:off x="167400" y="250560"/>
                <a:ext cx="142920" cy="2453760"/>
                <a:chOff x="167400" y="250560"/>
                <a:chExt cx="142920" cy="2453760"/>
              </a:xfrm>
            </p:grpSpPr>
            <p:sp>
              <p:nvSpPr>
                <p:cNvPr id="1051536" name="Google Shape;1117;p14"/>
                <p:cNvSpPr/>
                <p:nvPr/>
              </p:nvSpPr>
              <p:spPr>
                <a:xfrm>
                  <a:off x="167400" y="2561400"/>
                  <a:ext cx="142920" cy="142920"/>
                </a:xfrm>
                <a:prstGeom prst="rect"/>
                <a:noFill/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71640" tIns="7164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1537" name="Google Shape;1118;p14"/>
                <p:cNvSpPr/>
                <p:nvPr/>
              </p:nvSpPr>
              <p:spPr>
                <a:xfrm>
                  <a:off x="176040" y="2350800"/>
                  <a:ext cx="126000" cy="126360"/>
                </a:xfrm>
                <a:prstGeom prst="rect"/>
                <a:solidFill>
                  <a:srgbClr val="009F8C">
                    <a:alpha val="5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63360" tIns="6336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1538" name="Google Shape;1119;p14"/>
                <p:cNvSpPr/>
                <p:nvPr/>
              </p:nvSpPr>
              <p:spPr>
                <a:xfrm>
                  <a:off x="176040" y="2139840"/>
                  <a:ext cx="126000" cy="126360"/>
                </a:xfrm>
                <a:prstGeom prst="rect"/>
                <a:solidFill>
                  <a:srgbClr val="009F8C">
                    <a:alpha val="10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63360" tIns="6336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1539" name="Google Shape;1120;p14"/>
                <p:cNvSpPr/>
                <p:nvPr/>
              </p:nvSpPr>
              <p:spPr>
                <a:xfrm>
                  <a:off x="176040" y="1929240"/>
                  <a:ext cx="126000" cy="126360"/>
                </a:xfrm>
                <a:prstGeom prst="rect"/>
                <a:solidFill>
                  <a:srgbClr val="009F8C">
                    <a:alpha val="20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63360" tIns="6336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1540" name="Google Shape;1121;p14"/>
                <p:cNvSpPr/>
                <p:nvPr/>
              </p:nvSpPr>
              <p:spPr>
                <a:xfrm>
                  <a:off x="180360" y="1718640"/>
                  <a:ext cx="117360" cy="117720"/>
                </a:xfrm>
                <a:prstGeom prst="rect"/>
                <a:solidFill>
                  <a:srgbClr val="009F8C">
                    <a:alpha val="30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59040" tIns="5904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1541" name="Google Shape;1122;p14"/>
                <p:cNvSpPr/>
                <p:nvPr/>
              </p:nvSpPr>
              <p:spPr>
                <a:xfrm>
                  <a:off x="180360" y="1507680"/>
                  <a:ext cx="117360" cy="117720"/>
                </a:xfrm>
                <a:prstGeom prst="rect"/>
                <a:solidFill>
                  <a:srgbClr val="009F8C">
                    <a:alpha val="40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59040" tIns="5904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1542" name="Google Shape;1123;p14"/>
                <p:cNvSpPr/>
                <p:nvPr/>
              </p:nvSpPr>
              <p:spPr>
                <a:xfrm>
                  <a:off x="182520" y="1297080"/>
                  <a:ext cx="113040" cy="113040"/>
                </a:xfrm>
                <a:prstGeom prst="rect"/>
                <a:solidFill>
                  <a:srgbClr val="009F8C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56520" tIns="5652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1543" name="Google Shape;1124;p14"/>
                <p:cNvSpPr/>
                <p:nvPr/>
              </p:nvSpPr>
              <p:spPr>
                <a:xfrm>
                  <a:off x="184680" y="1086480"/>
                  <a:ext cx="108720" cy="108720"/>
                </a:xfrm>
                <a:prstGeom prst="rect"/>
                <a:solidFill>
                  <a:srgbClr val="009F8C">
                    <a:alpha val="55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54360" tIns="5436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1544" name="Google Shape;1125;p14"/>
                <p:cNvSpPr/>
                <p:nvPr/>
              </p:nvSpPr>
              <p:spPr>
                <a:xfrm>
                  <a:off x="189720" y="880200"/>
                  <a:ext cx="98640" cy="98640"/>
                </a:xfrm>
                <a:prstGeom prst="rect"/>
                <a:solidFill>
                  <a:srgbClr val="009F8C">
                    <a:alpha val="60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49320" tIns="4932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1545" name="Google Shape;1126;p14"/>
                <p:cNvSpPr/>
                <p:nvPr/>
              </p:nvSpPr>
              <p:spPr>
                <a:xfrm>
                  <a:off x="194400" y="673920"/>
                  <a:ext cx="88920" cy="88920"/>
                </a:xfrm>
                <a:prstGeom prst="rect"/>
                <a:solidFill>
                  <a:srgbClr val="009F8C">
                    <a:alpha val="65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44640" tIns="4464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1546" name="Google Shape;1127;p14"/>
                <p:cNvSpPr/>
                <p:nvPr/>
              </p:nvSpPr>
              <p:spPr>
                <a:xfrm>
                  <a:off x="194400" y="467640"/>
                  <a:ext cx="88920" cy="88920"/>
                </a:xfrm>
                <a:prstGeom prst="rect"/>
                <a:solidFill>
                  <a:srgbClr val="009F8C">
                    <a:alpha val="70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44640" tIns="4464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1547" name="Google Shape;1128;p14"/>
                <p:cNvSpPr/>
                <p:nvPr/>
              </p:nvSpPr>
              <p:spPr>
                <a:xfrm>
                  <a:off x="199440" y="250560"/>
                  <a:ext cx="79200" cy="79200"/>
                </a:xfrm>
                <a:prstGeom prst="rect"/>
                <a:solidFill>
                  <a:srgbClr val="009F8C">
                    <a:alpha val="80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39600" tIns="3960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</p:grpSp>
        </p:grpSp>
        <p:grpSp>
          <p:nvGrpSpPr>
            <p:cNvPr id="486" name="Google Shape;1129;p14"/>
            <p:cNvGrpSpPr/>
            <p:nvPr/>
          </p:nvGrpSpPr>
          <p:grpSpPr>
            <a:xfrm>
              <a:off x="567720" y="2149560"/>
              <a:ext cx="142920" cy="2454120"/>
              <a:chOff x="567720" y="2149560"/>
              <a:chExt cx="142920" cy="2454120"/>
            </a:xfrm>
          </p:grpSpPr>
          <p:grpSp>
            <p:nvGrpSpPr>
              <p:cNvPr id="487" name="Google Shape;1130;p14"/>
              <p:cNvGrpSpPr/>
              <p:nvPr/>
            </p:nvGrpSpPr>
            <p:grpSpPr>
              <a:xfrm>
                <a:off x="567720" y="2149560"/>
                <a:ext cx="142920" cy="2454120"/>
                <a:chOff x="567720" y="2149560"/>
                <a:chExt cx="142920" cy="2454120"/>
              </a:xfrm>
            </p:grpSpPr>
            <p:sp>
              <p:nvSpPr>
                <p:cNvPr id="1051548" name="Google Shape;1131;p14"/>
                <p:cNvSpPr/>
                <p:nvPr/>
              </p:nvSpPr>
              <p:spPr>
                <a:xfrm>
                  <a:off x="567720" y="4460760"/>
                  <a:ext cx="142920" cy="142920"/>
                </a:xfrm>
                <a:prstGeom prst="rect"/>
                <a:gradFill rotWithShape="0">
                  <a:gsLst>
                    <a:gs pos="0">
                      <a:srgbClr val="B6F8F0"/>
                    </a:gs>
                    <a:gs pos="100000">
                      <a:srgbClr val="7DF3E5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71640" tIns="7164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1549" name="Google Shape;1132;p14"/>
                <p:cNvSpPr/>
                <p:nvPr/>
              </p:nvSpPr>
              <p:spPr>
                <a:xfrm>
                  <a:off x="576000" y="4249800"/>
                  <a:ext cx="126000" cy="126360"/>
                </a:xfrm>
                <a:prstGeom prst="rect"/>
                <a:gradFill rotWithShape="0">
                  <a:gsLst>
                    <a:gs pos="0">
                      <a:srgbClr val="B6F8F0"/>
                    </a:gs>
                    <a:gs pos="100000">
                      <a:srgbClr val="7DF3E5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63360" tIns="6336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1550" name="Google Shape;1133;p14"/>
                <p:cNvSpPr/>
                <p:nvPr/>
              </p:nvSpPr>
              <p:spPr>
                <a:xfrm>
                  <a:off x="576000" y="4039200"/>
                  <a:ext cx="126000" cy="126360"/>
                </a:xfrm>
                <a:prstGeom prst="rect"/>
                <a:gradFill rotWithShape="0">
                  <a:gsLst>
                    <a:gs pos="0">
                      <a:srgbClr val="B6F8F0"/>
                    </a:gs>
                    <a:gs pos="100000">
                      <a:srgbClr val="7DF3E5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63360" tIns="6336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1551" name="Google Shape;1134;p14"/>
                <p:cNvSpPr/>
                <p:nvPr/>
              </p:nvSpPr>
              <p:spPr>
                <a:xfrm>
                  <a:off x="576000" y="3828600"/>
                  <a:ext cx="126000" cy="126360"/>
                </a:xfrm>
                <a:prstGeom prst="rect"/>
                <a:gradFill rotWithShape="0">
                  <a:gsLst>
                    <a:gs pos="0">
                      <a:srgbClr val="B6F8F0"/>
                    </a:gs>
                    <a:gs pos="100000">
                      <a:srgbClr val="7DF3E5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63360" tIns="6336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1552" name="Google Shape;1135;p14"/>
                <p:cNvSpPr/>
                <p:nvPr/>
              </p:nvSpPr>
              <p:spPr>
                <a:xfrm>
                  <a:off x="580320" y="3617640"/>
                  <a:ext cx="117360" cy="117720"/>
                </a:xfrm>
                <a:prstGeom prst="rect"/>
                <a:gradFill rotWithShape="0">
                  <a:gsLst>
                    <a:gs pos="0">
                      <a:srgbClr val="B6F8F0"/>
                    </a:gs>
                    <a:gs pos="100000">
                      <a:srgbClr val="7DF3E5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59040" tIns="5904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1553" name="Google Shape;1136;p14"/>
                <p:cNvSpPr/>
                <p:nvPr/>
              </p:nvSpPr>
              <p:spPr>
                <a:xfrm>
                  <a:off x="580320" y="3407040"/>
                  <a:ext cx="117360" cy="117720"/>
                </a:xfrm>
                <a:prstGeom prst="rect"/>
                <a:gradFill rotWithShape="0">
                  <a:gsLst>
                    <a:gs pos="0">
                      <a:srgbClr val="B6F8F0"/>
                    </a:gs>
                    <a:gs pos="100000">
                      <a:srgbClr val="7DF3E5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59040" tIns="5904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1554" name="Google Shape;1137;p14"/>
                <p:cNvSpPr/>
                <p:nvPr/>
              </p:nvSpPr>
              <p:spPr>
                <a:xfrm>
                  <a:off x="582480" y="3196080"/>
                  <a:ext cx="113040" cy="113040"/>
                </a:xfrm>
                <a:prstGeom prst="rect"/>
                <a:gradFill rotWithShape="0">
                  <a:gsLst>
                    <a:gs pos="0">
                      <a:srgbClr val="B6F8F0"/>
                    </a:gs>
                    <a:gs pos="100000">
                      <a:srgbClr val="7DF3E5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56520" tIns="5652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1555" name="Google Shape;1138;p14"/>
                <p:cNvSpPr/>
                <p:nvPr/>
              </p:nvSpPr>
              <p:spPr>
                <a:xfrm>
                  <a:off x="585000" y="2985480"/>
                  <a:ext cx="108720" cy="108720"/>
                </a:xfrm>
                <a:prstGeom prst="rect"/>
                <a:gradFill rotWithShape="0">
                  <a:gsLst>
                    <a:gs pos="0">
                      <a:srgbClr val="B6F8F0"/>
                    </a:gs>
                    <a:gs pos="100000">
                      <a:srgbClr val="7DF3E5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54360" tIns="5436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1556" name="Google Shape;1139;p14"/>
                <p:cNvSpPr/>
                <p:nvPr/>
              </p:nvSpPr>
              <p:spPr>
                <a:xfrm>
                  <a:off x="589680" y="2779200"/>
                  <a:ext cx="98640" cy="98640"/>
                </a:xfrm>
                <a:prstGeom prst="rect"/>
                <a:gradFill rotWithShape="0">
                  <a:gsLst>
                    <a:gs pos="0">
                      <a:srgbClr val="B6F8F0"/>
                    </a:gs>
                    <a:gs pos="100000">
                      <a:srgbClr val="7DF3E5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49320" tIns="4932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1557" name="Google Shape;1140;p14"/>
                <p:cNvSpPr/>
                <p:nvPr/>
              </p:nvSpPr>
              <p:spPr>
                <a:xfrm>
                  <a:off x="594720" y="2572920"/>
                  <a:ext cx="88920" cy="88920"/>
                </a:xfrm>
                <a:prstGeom prst="rect"/>
                <a:gradFill rotWithShape="0">
                  <a:gsLst>
                    <a:gs pos="0">
                      <a:srgbClr val="B6F8F0"/>
                    </a:gs>
                    <a:gs pos="100000">
                      <a:srgbClr val="7DF3E5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44640" tIns="4464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1558" name="Google Shape;1141;p14"/>
                <p:cNvSpPr/>
                <p:nvPr/>
              </p:nvSpPr>
              <p:spPr>
                <a:xfrm>
                  <a:off x="594720" y="2367000"/>
                  <a:ext cx="88920" cy="88920"/>
                </a:xfrm>
                <a:prstGeom prst="rect"/>
                <a:gradFill rotWithShape="0">
                  <a:gsLst>
                    <a:gs pos="0">
                      <a:srgbClr val="B6F8F0"/>
                    </a:gs>
                    <a:gs pos="100000">
                      <a:srgbClr val="7DF3E5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44640" tIns="4464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1559" name="Google Shape;1142;p14"/>
                <p:cNvSpPr/>
                <p:nvPr/>
              </p:nvSpPr>
              <p:spPr>
                <a:xfrm>
                  <a:off x="599400" y="2149560"/>
                  <a:ext cx="79200" cy="79200"/>
                </a:xfrm>
                <a:prstGeom prst="rect"/>
                <a:gradFill rotWithShape="0">
                  <a:gsLst>
                    <a:gs pos="0">
                      <a:srgbClr val="B6F8F0"/>
                    </a:gs>
                    <a:gs pos="100000">
                      <a:srgbClr val="7DF3E5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39600" tIns="3960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</p:grpSp>
          <p:grpSp>
            <p:nvGrpSpPr>
              <p:cNvPr id="488" name="Google Shape;1143;p14"/>
              <p:cNvGrpSpPr/>
              <p:nvPr/>
            </p:nvGrpSpPr>
            <p:grpSpPr>
              <a:xfrm>
                <a:off x="567720" y="2149560"/>
                <a:ext cx="142920" cy="2454120"/>
                <a:chOff x="567720" y="2149560"/>
                <a:chExt cx="142920" cy="2454120"/>
              </a:xfrm>
            </p:grpSpPr>
            <p:sp>
              <p:nvSpPr>
                <p:cNvPr id="1051560" name="Google Shape;1144;p14"/>
                <p:cNvSpPr/>
                <p:nvPr/>
              </p:nvSpPr>
              <p:spPr>
                <a:xfrm>
                  <a:off x="567720" y="4460760"/>
                  <a:ext cx="142920" cy="142920"/>
                </a:xfrm>
                <a:prstGeom prst="rect"/>
                <a:noFill/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71640" tIns="7164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1561" name="Google Shape;1145;p14"/>
                <p:cNvSpPr/>
                <p:nvPr/>
              </p:nvSpPr>
              <p:spPr>
                <a:xfrm>
                  <a:off x="576000" y="4249800"/>
                  <a:ext cx="126000" cy="126360"/>
                </a:xfrm>
                <a:prstGeom prst="rect"/>
                <a:solidFill>
                  <a:srgbClr val="009F8C">
                    <a:alpha val="5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63360" tIns="6336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1562" name="Google Shape;1146;p14"/>
                <p:cNvSpPr/>
                <p:nvPr/>
              </p:nvSpPr>
              <p:spPr>
                <a:xfrm>
                  <a:off x="576000" y="4039200"/>
                  <a:ext cx="126000" cy="126360"/>
                </a:xfrm>
                <a:prstGeom prst="rect"/>
                <a:solidFill>
                  <a:srgbClr val="009F8C">
                    <a:alpha val="10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63360" tIns="6336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1563" name="Google Shape;1147;p14"/>
                <p:cNvSpPr/>
                <p:nvPr/>
              </p:nvSpPr>
              <p:spPr>
                <a:xfrm>
                  <a:off x="576000" y="3828600"/>
                  <a:ext cx="126000" cy="126360"/>
                </a:xfrm>
                <a:prstGeom prst="rect"/>
                <a:solidFill>
                  <a:srgbClr val="009F8C">
                    <a:alpha val="20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63360" tIns="6336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1564" name="Google Shape;1148;p14"/>
                <p:cNvSpPr/>
                <p:nvPr/>
              </p:nvSpPr>
              <p:spPr>
                <a:xfrm>
                  <a:off x="580320" y="3617640"/>
                  <a:ext cx="117360" cy="117720"/>
                </a:xfrm>
                <a:prstGeom prst="rect"/>
                <a:solidFill>
                  <a:srgbClr val="009F8C">
                    <a:alpha val="30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59040" tIns="5904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1565" name="Google Shape;1149;p14"/>
                <p:cNvSpPr/>
                <p:nvPr/>
              </p:nvSpPr>
              <p:spPr>
                <a:xfrm>
                  <a:off x="580320" y="3407040"/>
                  <a:ext cx="117360" cy="117720"/>
                </a:xfrm>
                <a:prstGeom prst="rect"/>
                <a:solidFill>
                  <a:srgbClr val="009F8C">
                    <a:alpha val="40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59040" tIns="5904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1566" name="Google Shape;1150;p14"/>
                <p:cNvSpPr/>
                <p:nvPr/>
              </p:nvSpPr>
              <p:spPr>
                <a:xfrm>
                  <a:off x="582480" y="3196080"/>
                  <a:ext cx="113040" cy="113040"/>
                </a:xfrm>
                <a:prstGeom prst="rect"/>
                <a:solidFill>
                  <a:srgbClr val="009F8C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56520" tIns="5652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1567" name="Google Shape;1151;p14"/>
                <p:cNvSpPr/>
                <p:nvPr/>
              </p:nvSpPr>
              <p:spPr>
                <a:xfrm>
                  <a:off x="585000" y="2985480"/>
                  <a:ext cx="108720" cy="108720"/>
                </a:xfrm>
                <a:prstGeom prst="rect"/>
                <a:solidFill>
                  <a:srgbClr val="009F8C">
                    <a:alpha val="55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54360" tIns="5436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1568" name="Google Shape;1152;p14"/>
                <p:cNvSpPr/>
                <p:nvPr/>
              </p:nvSpPr>
              <p:spPr>
                <a:xfrm>
                  <a:off x="589680" y="2779200"/>
                  <a:ext cx="98640" cy="98640"/>
                </a:xfrm>
                <a:prstGeom prst="rect"/>
                <a:solidFill>
                  <a:srgbClr val="009F8C">
                    <a:alpha val="60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49320" tIns="4932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1569" name="Google Shape;1153;p14"/>
                <p:cNvSpPr/>
                <p:nvPr/>
              </p:nvSpPr>
              <p:spPr>
                <a:xfrm>
                  <a:off x="594720" y="2572920"/>
                  <a:ext cx="88920" cy="88920"/>
                </a:xfrm>
                <a:prstGeom prst="rect"/>
                <a:solidFill>
                  <a:srgbClr val="009F8C">
                    <a:alpha val="65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44640" tIns="4464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1570" name="Google Shape;1154;p14"/>
                <p:cNvSpPr/>
                <p:nvPr/>
              </p:nvSpPr>
              <p:spPr>
                <a:xfrm>
                  <a:off x="594720" y="2367000"/>
                  <a:ext cx="88920" cy="88920"/>
                </a:xfrm>
                <a:prstGeom prst="rect"/>
                <a:solidFill>
                  <a:srgbClr val="009F8C">
                    <a:alpha val="70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44640" tIns="4464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1571" name="Google Shape;1155;p14"/>
                <p:cNvSpPr/>
                <p:nvPr/>
              </p:nvSpPr>
              <p:spPr>
                <a:xfrm>
                  <a:off x="599400" y="2149560"/>
                  <a:ext cx="79200" cy="79200"/>
                </a:xfrm>
                <a:prstGeom prst="rect"/>
                <a:solidFill>
                  <a:srgbClr val="009F8C">
                    <a:alpha val="80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39600" tIns="3960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</p:grpSp>
        </p:grpSp>
        <p:grpSp>
          <p:nvGrpSpPr>
            <p:cNvPr id="489" name="Google Shape;1156;p14"/>
            <p:cNvGrpSpPr/>
            <p:nvPr/>
          </p:nvGrpSpPr>
          <p:grpSpPr>
            <a:xfrm>
              <a:off x="8448480" y="0"/>
              <a:ext cx="142920" cy="2453760"/>
              <a:chOff x="8448480" y="0"/>
              <a:chExt cx="142920" cy="2453760"/>
            </a:xfrm>
          </p:grpSpPr>
          <p:grpSp>
            <p:nvGrpSpPr>
              <p:cNvPr id="490" name="Google Shape;1157;p14"/>
              <p:cNvGrpSpPr/>
              <p:nvPr/>
            </p:nvGrpSpPr>
            <p:grpSpPr>
              <a:xfrm>
                <a:off x="8448480" y="0"/>
                <a:ext cx="142920" cy="2453760"/>
                <a:chOff x="8448480" y="0"/>
                <a:chExt cx="142920" cy="2453760"/>
              </a:xfrm>
            </p:grpSpPr>
            <p:sp>
              <p:nvSpPr>
                <p:cNvPr id="1051572" name="Google Shape;1158;p14"/>
                <p:cNvSpPr/>
                <p:nvPr/>
              </p:nvSpPr>
              <p:spPr>
                <a:xfrm>
                  <a:off x="8448480" y="2310840"/>
                  <a:ext cx="142920" cy="142920"/>
                </a:xfrm>
                <a:prstGeom prst="rect"/>
                <a:gradFill rotWithShape="0">
                  <a:gsLst>
                    <a:gs pos="0">
                      <a:srgbClr val="B6F8F0"/>
                    </a:gs>
                    <a:gs pos="100000">
                      <a:srgbClr val="7DF3E5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71640" tIns="7164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1573" name="Google Shape;1159;p14"/>
                <p:cNvSpPr/>
                <p:nvPr/>
              </p:nvSpPr>
              <p:spPr>
                <a:xfrm>
                  <a:off x="8457120" y="2100240"/>
                  <a:ext cx="126000" cy="126360"/>
                </a:xfrm>
                <a:prstGeom prst="rect"/>
                <a:gradFill rotWithShape="0">
                  <a:gsLst>
                    <a:gs pos="0">
                      <a:srgbClr val="B6F8F0"/>
                    </a:gs>
                    <a:gs pos="100000">
                      <a:srgbClr val="7DF3E5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63360" tIns="6336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1574" name="Google Shape;1160;p14"/>
                <p:cNvSpPr/>
                <p:nvPr/>
              </p:nvSpPr>
              <p:spPr>
                <a:xfrm>
                  <a:off x="8457120" y="1889640"/>
                  <a:ext cx="126000" cy="126360"/>
                </a:xfrm>
                <a:prstGeom prst="rect"/>
                <a:gradFill rotWithShape="0">
                  <a:gsLst>
                    <a:gs pos="0">
                      <a:srgbClr val="B6F8F0"/>
                    </a:gs>
                    <a:gs pos="100000">
                      <a:srgbClr val="7DF3E5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63360" tIns="6336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1575" name="Google Shape;1161;p14"/>
                <p:cNvSpPr/>
                <p:nvPr/>
              </p:nvSpPr>
              <p:spPr>
                <a:xfrm>
                  <a:off x="8457120" y="1678680"/>
                  <a:ext cx="126000" cy="126360"/>
                </a:xfrm>
                <a:prstGeom prst="rect"/>
                <a:gradFill rotWithShape="0">
                  <a:gsLst>
                    <a:gs pos="0">
                      <a:srgbClr val="B6F8F0"/>
                    </a:gs>
                    <a:gs pos="100000">
                      <a:srgbClr val="7DF3E5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63360" tIns="6336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1576" name="Google Shape;1162;p14"/>
                <p:cNvSpPr/>
                <p:nvPr/>
              </p:nvSpPr>
              <p:spPr>
                <a:xfrm>
                  <a:off x="8461440" y="1468080"/>
                  <a:ext cx="117360" cy="117720"/>
                </a:xfrm>
                <a:prstGeom prst="rect"/>
                <a:gradFill rotWithShape="0">
                  <a:gsLst>
                    <a:gs pos="0">
                      <a:srgbClr val="B6F8F0"/>
                    </a:gs>
                    <a:gs pos="100000">
                      <a:srgbClr val="7DF3E5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59040" tIns="5904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1577" name="Google Shape;1163;p14"/>
                <p:cNvSpPr/>
                <p:nvPr/>
              </p:nvSpPr>
              <p:spPr>
                <a:xfrm>
                  <a:off x="8461440" y="1257480"/>
                  <a:ext cx="117360" cy="117720"/>
                </a:xfrm>
                <a:prstGeom prst="rect"/>
                <a:gradFill rotWithShape="0">
                  <a:gsLst>
                    <a:gs pos="0">
                      <a:srgbClr val="B6F8F0"/>
                    </a:gs>
                    <a:gs pos="100000">
                      <a:srgbClr val="7DF3E5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59040" tIns="5904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1578" name="Google Shape;1164;p14"/>
                <p:cNvSpPr/>
                <p:nvPr/>
              </p:nvSpPr>
              <p:spPr>
                <a:xfrm>
                  <a:off x="8463600" y="1046520"/>
                  <a:ext cx="113040" cy="113040"/>
                </a:xfrm>
                <a:prstGeom prst="rect"/>
                <a:gradFill rotWithShape="0">
                  <a:gsLst>
                    <a:gs pos="0">
                      <a:srgbClr val="B6F8F0"/>
                    </a:gs>
                    <a:gs pos="100000">
                      <a:srgbClr val="7DF3E5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56520" tIns="5652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1579" name="Google Shape;1165;p14"/>
                <p:cNvSpPr/>
                <p:nvPr/>
              </p:nvSpPr>
              <p:spPr>
                <a:xfrm>
                  <a:off x="8465760" y="835920"/>
                  <a:ext cx="108720" cy="108720"/>
                </a:xfrm>
                <a:prstGeom prst="rect"/>
                <a:gradFill rotWithShape="0">
                  <a:gsLst>
                    <a:gs pos="0">
                      <a:srgbClr val="B6F8F0"/>
                    </a:gs>
                    <a:gs pos="100000">
                      <a:srgbClr val="7DF3E5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54360" tIns="5436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1580" name="Google Shape;1166;p14"/>
                <p:cNvSpPr/>
                <p:nvPr/>
              </p:nvSpPr>
              <p:spPr>
                <a:xfrm>
                  <a:off x="8470800" y="629640"/>
                  <a:ext cx="98640" cy="98640"/>
                </a:xfrm>
                <a:prstGeom prst="rect"/>
                <a:gradFill rotWithShape="0">
                  <a:gsLst>
                    <a:gs pos="0">
                      <a:srgbClr val="B6F8F0"/>
                    </a:gs>
                    <a:gs pos="100000">
                      <a:srgbClr val="7DF3E5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49320" tIns="4932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1581" name="Google Shape;1167;p14"/>
                <p:cNvSpPr/>
                <p:nvPr/>
              </p:nvSpPr>
              <p:spPr>
                <a:xfrm>
                  <a:off x="8475480" y="423360"/>
                  <a:ext cx="88920" cy="88920"/>
                </a:xfrm>
                <a:prstGeom prst="rect"/>
                <a:gradFill rotWithShape="0">
                  <a:gsLst>
                    <a:gs pos="0">
                      <a:srgbClr val="B6F8F0"/>
                    </a:gs>
                    <a:gs pos="100000">
                      <a:srgbClr val="7DF3E5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44640" tIns="4464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1582" name="Google Shape;1168;p14"/>
                <p:cNvSpPr/>
                <p:nvPr/>
              </p:nvSpPr>
              <p:spPr>
                <a:xfrm>
                  <a:off x="8475480" y="217080"/>
                  <a:ext cx="88920" cy="88920"/>
                </a:xfrm>
                <a:prstGeom prst="rect"/>
                <a:gradFill rotWithShape="0">
                  <a:gsLst>
                    <a:gs pos="0">
                      <a:srgbClr val="B6F8F0"/>
                    </a:gs>
                    <a:gs pos="100000">
                      <a:srgbClr val="7DF3E5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44640" tIns="4464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1583" name="Google Shape;1169;p14"/>
                <p:cNvSpPr/>
                <p:nvPr/>
              </p:nvSpPr>
              <p:spPr>
                <a:xfrm>
                  <a:off x="8480520" y="0"/>
                  <a:ext cx="79200" cy="79200"/>
                </a:xfrm>
                <a:prstGeom prst="rect"/>
                <a:gradFill rotWithShape="0">
                  <a:gsLst>
                    <a:gs pos="0">
                      <a:srgbClr val="B6F8F0"/>
                    </a:gs>
                    <a:gs pos="100000">
                      <a:srgbClr val="7DF3E5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39600" tIns="3960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</p:grpSp>
          <p:grpSp>
            <p:nvGrpSpPr>
              <p:cNvPr id="491" name="Google Shape;1170;p14"/>
              <p:cNvGrpSpPr/>
              <p:nvPr/>
            </p:nvGrpSpPr>
            <p:grpSpPr>
              <a:xfrm>
                <a:off x="8448480" y="0"/>
                <a:ext cx="142920" cy="2453760"/>
                <a:chOff x="8448480" y="0"/>
                <a:chExt cx="142920" cy="2453760"/>
              </a:xfrm>
            </p:grpSpPr>
            <p:sp>
              <p:nvSpPr>
                <p:cNvPr id="1051584" name="Google Shape;1171;p14"/>
                <p:cNvSpPr/>
                <p:nvPr/>
              </p:nvSpPr>
              <p:spPr>
                <a:xfrm>
                  <a:off x="8448480" y="2310840"/>
                  <a:ext cx="142920" cy="142920"/>
                </a:xfrm>
                <a:prstGeom prst="rect"/>
                <a:noFill/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71640" tIns="7164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1585" name="Google Shape;1172;p14"/>
                <p:cNvSpPr/>
                <p:nvPr/>
              </p:nvSpPr>
              <p:spPr>
                <a:xfrm>
                  <a:off x="8457120" y="2100240"/>
                  <a:ext cx="126000" cy="126360"/>
                </a:xfrm>
                <a:prstGeom prst="rect"/>
                <a:solidFill>
                  <a:srgbClr val="009F8C">
                    <a:alpha val="5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63360" tIns="6336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1586" name="Google Shape;1173;p14"/>
                <p:cNvSpPr/>
                <p:nvPr/>
              </p:nvSpPr>
              <p:spPr>
                <a:xfrm>
                  <a:off x="8457120" y="1889640"/>
                  <a:ext cx="126000" cy="126360"/>
                </a:xfrm>
                <a:prstGeom prst="rect"/>
                <a:solidFill>
                  <a:srgbClr val="009F8C">
                    <a:alpha val="10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63360" tIns="6336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1587" name="Google Shape;1174;p14"/>
                <p:cNvSpPr/>
                <p:nvPr/>
              </p:nvSpPr>
              <p:spPr>
                <a:xfrm>
                  <a:off x="8457120" y="1678680"/>
                  <a:ext cx="126000" cy="126360"/>
                </a:xfrm>
                <a:prstGeom prst="rect"/>
                <a:solidFill>
                  <a:srgbClr val="009F8C">
                    <a:alpha val="20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63360" tIns="6336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1588" name="Google Shape;1175;p14"/>
                <p:cNvSpPr/>
                <p:nvPr/>
              </p:nvSpPr>
              <p:spPr>
                <a:xfrm>
                  <a:off x="8461440" y="1468080"/>
                  <a:ext cx="117360" cy="117720"/>
                </a:xfrm>
                <a:prstGeom prst="rect"/>
                <a:solidFill>
                  <a:srgbClr val="009F8C">
                    <a:alpha val="30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59040" tIns="5904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1589" name="Google Shape;1176;p14"/>
                <p:cNvSpPr/>
                <p:nvPr/>
              </p:nvSpPr>
              <p:spPr>
                <a:xfrm>
                  <a:off x="8461440" y="1257480"/>
                  <a:ext cx="117360" cy="117720"/>
                </a:xfrm>
                <a:prstGeom prst="rect"/>
                <a:solidFill>
                  <a:srgbClr val="009F8C">
                    <a:alpha val="40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59040" tIns="5904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1590" name="Google Shape;1177;p14"/>
                <p:cNvSpPr/>
                <p:nvPr/>
              </p:nvSpPr>
              <p:spPr>
                <a:xfrm>
                  <a:off x="8463600" y="1046520"/>
                  <a:ext cx="113040" cy="113040"/>
                </a:xfrm>
                <a:prstGeom prst="rect"/>
                <a:solidFill>
                  <a:srgbClr val="009F8C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56520" tIns="5652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1591" name="Google Shape;1178;p14"/>
                <p:cNvSpPr/>
                <p:nvPr/>
              </p:nvSpPr>
              <p:spPr>
                <a:xfrm>
                  <a:off x="8465760" y="835920"/>
                  <a:ext cx="108720" cy="108720"/>
                </a:xfrm>
                <a:prstGeom prst="rect"/>
                <a:solidFill>
                  <a:srgbClr val="009F8C">
                    <a:alpha val="55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54360" tIns="5436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1592" name="Google Shape;1179;p14"/>
                <p:cNvSpPr/>
                <p:nvPr/>
              </p:nvSpPr>
              <p:spPr>
                <a:xfrm>
                  <a:off x="8470800" y="629640"/>
                  <a:ext cx="98640" cy="98640"/>
                </a:xfrm>
                <a:prstGeom prst="rect"/>
                <a:solidFill>
                  <a:srgbClr val="009F8C">
                    <a:alpha val="60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49320" tIns="4932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1593" name="Google Shape;1180;p14"/>
                <p:cNvSpPr/>
                <p:nvPr/>
              </p:nvSpPr>
              <p:spPr>
                <a:xfrm>
                  <a:off x="8475480" y="423360"/>
                  <a:ext cx="88920" cy="88920"/>
                </a:xfrm>
                <a:prstGeom prst="rect"/>
                <a:solidFill>
                  <a:srgbClr val="009F8C">
                    <a:alpha val="65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44640" tIns="4464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1594" name="Google Shape;1181;p14"/>
                <p:cNvSpPr/>
                <p:nvPr/>
              </p:nvSpPr>
              <p:spPr>
                <a:xfrm>
                  <a:off x="8475480" y="217080"/>
                  <a:ext cx="88920" cy="88920"/>
                </a:xfrm>
                <a:prstGeom prst="rect"/>
                <a:solidFill>
                  <a:srgbClr val="009F8C">
                    <a:alpha val="70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44640" tIns="4464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1595" name="Google Shape;1182;p14"/>
                <p:cNvSpPr/>
                <p:nvPr/>
              </p:nvSpPr>
              <p:spPr>
                <a:xfrm>
                  <a:off x="8480520" y="0"/>
                  <a:ext cx="79200" cy="79200"/>
                </a:xfrm>
                <a:prstGeom prst="rect"/>
                <a:solidFill>
                  <a:srgbClr val="009F8C">
                    <a:alpha val="80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39600" tIns="3960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</p:grpSp>
        </p:grpSp>
        <p:grpSp>
          <p:nvGrpSpPr>
            <p:cNvPr id="492" name="Google Shape;1183;p14"/>
            <p:cNvGrpSpPr/>
            <p:nvPr/>
          </p:nvGrpSpPr>
          <p:grpSpPr>
            <a:xfrm>
              <a:off x="8832960" y="761040"/>
              <a:ext cx="142920" cy="2454120"/>
              <a:chOff x="8832960" y="761040"/>
              <a:chExt cx="142920" cy="2454120"/>
            </a:xfrm>
          </p:grpSpPr>
          <p:grpSp>
            <p:nvGrpSpPr>
              <p:cNvPr id="493" name="Google Shape;1184;p14"/>
              <p:cNvGrpSpPr/>
              <p:nvPr/>
            </p:nvGrpSpPr>
            <p:grpSpPr>
              <a:xfrm>
                <a:off x="8832960" y="761040"/>
                <a:ext cx="142920" cy="2454120"/>
                <a:chOff x="8832960" y="761040"/>
                <a:chExt cx="142920" cy="2454120"/>
              </a:xfrm>
            </p:grpSpPr>
            <p:sp>
              <p:nvSpPr>
                <p:cNvPr id="1051596" name="Google Shape;1185;p14"/>
                <p:cNvSpPr/>
                <p:nvPr/>
              </p:nvSpPr>
              <p:spPr>
                <a:xfrm>
                  <a:off x="8832960" y="3072240"/>
                  <a:ext cx="142920" cy="142920"/>
                </a:xfrm>
                <a:prstGeom prst="rect"/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71640" tIns="7164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1597" name="Google Shape;1186;p14"/>
                <p:cNvSpPr/>
                <p:nvPr/>
              </p:nvSpPr>
              <p:spPr>
                <a:xfrm>
                  <a:off x="8841600" y="2861280"/>
                  <a:ext cx="126000" cy="126360"/>
                </a:xfrm>
                <a:prstGeom prst="rect"/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63360" tIns="6336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1598" name="Google Shape;1187;p14"/>
                <p:cNvSpPr/>
                <p:nvPr/>
              </p:nvSpPr>
              <p:spPr>
                <a:xfrm>
                  <a:off x="8841600" y="2650680"/>
                  <a:ext cx="126000" cy="126360"/>
                </a:xfrm>
                <a:prstGeom prst="rect"/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63360" tIns="6336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1599" name="Google Shape;1188;p14"/>
                <p:cNvSpPr/>
                <p:nvPr/>
              </p:nvSpPr>
              <p:spPr>
                <a:xfrm>
                  <a:off x="8841600" y="2440080"/>
                  <a:ext cx="126000" cy="126360"/>
                </a:xfrm>
                <a:prstGeom prst="rect"/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63360" tIns="6336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1600" name="Google Shape;1189;p14"/>
                <p:cNvSpPr/>
                <p:nvPr/>
              </p:nvSpPr>
              <p:spPr>
                <a:xfrm>
                  <a:off x="8845920" y="2229120"/>
                  <a:ext cx="117360" cy="117720"/>
                </a:xfrm>
                <a:prstGeom prst="rect"/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59040" tIns="5904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1601" name="Google Shape;1190;p14"/>
                <p:cNvSpPr/>
                <p:nvPr/>
              </p:nvSpPr>
              <p:spPr>
                <a:xfrm>
                  <a:off x="8845920" y="2018520"/>
                  <a:ext cx="117360" cy="117720"/>
                </a:xfrm>
                <a:prstGeom prst="rect"/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59040" tIns="5904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1602" name="Google Shape;1191;p14"/>
                <p:cNvSpPr/>
                <p:nvPr/>
              </p:nvSpPr>
              <p:spPr>
                <a:xfrm>
                  <a:off x="8848080" y="1807920"/>
                  <a:ext cx="113040" cy="113040"/>
                </a:xfrm>
                <a:prstGeom prst="rect"/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56520" tIns="5652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1603" name="Google Shape;1192;p14"/>
                <p:cNvSpPr/>
                <p:nvPr/>
              </p:nvSpPr>
              <p:spPr>
                <a:xfrm>
                  <a:off x="8850240" y="1596960"/>
                  <a:ext cx="108720" cy="108720"/>
                </a:xfrm>
                <a:prstGeom prst="rect"/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54360" tIns="5436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1604" name="Google Shape;1193;p14"/>
                <p:cNvSpPr/>
                <p:nvPr/>
              </p:nvSpPr>
              <p:spPr>
                <a:xfrm>
                  <a:off x="8855280" y="1390680"/>
                  <a:ext cx="98640" cy="98640"/>
                </a:xfrm>
                <a:prstGeom prst="rect"/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49320" tIns="4932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1605" name="Google Shape;1194;p14"/>
                <p:cNvSpPr/>
                <p:nvPr/>
              </p:nvSpPr>
              <p:spPr>
                <a:xfrm>
                  <a:off x="8859960" y="1184400"/>
                  <a:ext cx="88920" cy="88920"/>
                </a:xfrm>
                <a:prstGeom prst="rect"/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44640" tIns="4464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1606" name="Google Shape;1195;p14"/>
                <p:cNvSpPr/>
                <p:nvPr/>
              </p:nvSpPr>
              <p:spPr>
                <a:xfrm>
                  <a:off x="8859960" y="978480"/>
                  <a:ext cx="88920" cy="88920"/>
                </a:xfrm>
                <a:prstGeom prst="rect"/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44640" tIns="4464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1607" name="Google Shape;1196;p14"/>
                <p:cNvSpPr/>
                <p:nvPr/>
              </p:nvSpPr>
              <p:spPr>
                <a:xfrm>
                  <a:off x="8865000" y="761040"/>
                  <a:ext cx="79200" cy="79200"/>
                </a:xfrm>
                <a:prstGeom prst="rect"/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39600" tIns="3960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</p:grpSp>
          <p:grpSp>
            <p:nvGrpSpPr>
              <p:cNvPr id="494" name="Google Shape;1197;p14"/>
              <p:cNvGrpSpPr/>
              <p:nvPr/>
            </p:nvGrpSpPr>
            <p:grpSpPr>
              <a:xfrm>
                <a:off x="8832960" y="761040"/>
                <a:ext cx="142920" cy="2454120"/>
                <a:chOff x="8832960" y="761040"/>
                <a:chExt cx="142920" cy="2454120"/>
              </a:xfrm>
            </p:grpSpPr>
            <p:sp>
              <p:nvSpPr>
                <p:cNvPr id="1051608" name="Google Shape;1198;p14"/>
                <p:cNvSpPr/>
                <p:nvPr/>
              </p:nvSpPr>
              <p:spPr>
                <a:xfrm>
                  <a:off x="8832960" y="3072240"/>
                  <a:ext cx="142920" cy="142920"/>
                </a:xfrm>
                <a:prstGeom prst="rect"/>
                <a:noFill/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71640" tIns="7164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1609" name="Google Shape;1199;p14"/>
                <p:cNvSpPr/>
                <p:nvPr/>
              </p:nvSpPr>
              <p:spPr>
                <a:xfrm>
                  <a:off x="8841600" y="2861280"/>
                  <a:ext cx="126000" cy="126360"/>
                </a:xfrm>
                <a:prstGeom prst="rect"/>
                <a:solidFill>
                  <a:srgbClr val="009F8C">
                    <a:alpha val="5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63360" tIns="6336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1610" name="Google Shape;1200;p14"/>
                <p:cNvSpPr/>
                <p:nvPr/>
              </p:nvSpPr>
              <p:spPr>
                <a:xfrm>
                  <a:off x="8841600" y="2650680"/>
                  <a:ext cx="126000" cy="126360"/>
                </a:xfrm>
                <a:prstGeom prst="rect"/>
                <a:solidFill>
                  <a:srgbClr val="009F8C">
                    <a:alpha val="10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63360" tIns="6336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1611" name="Google Shape;1201;p14"/>
                <p:cNvSpPr/>
                <p:nvPr/>
              </p:nvSpPr>
              <p:spPr>
                <a:xfrm>
                  <a:off x="8841600" y="2440080"/>
                  <a:ext cx="126000" cy="126360"/>
                </a:xfrm>
                <a:prstGeom prst="rect"/>
                <a:solidFill>
                  <a:srgbClr val="009F8C">
                    <a:alpha val="20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63360" tIns="6336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1612" name="Google Shape;1202;p14"/>
                <p:cNvSpPr/>
                <p:nvPr/>
              </p:nvSpPr>
              <p:spPr>
                <a:xfrm>
                  <a:off x="8845920" y="2229120"/>
                  <a:ext cx="117360" cy="117720"/>
                </a:xfrm>
                <a:prstGeom prst="rect"/>
                <a:solidFill>
                  <a:srgbClr val="009F8C">
                    <a:alpha val="30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59040" tIns="5904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1613" name="Google Shape;1203;p14"/>
                <p:cNvSpPr/>
                <p:nvPr/>
              </p:nvSpPr>
              <p:spPr>
                <a:xfrm>
                  <a:off x="8845920" y="2018520"/>
                  <a:ext cx="117360" cy="117720"/>
                </a:xfrm>
                <a:prstGeom prst="rect"/>
                <a:solidFill>
                  <a:srgbClr val="009F8C">
                    <a:alpha val="40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59040" tIns="5904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1614" name="Google Shape;1204;p14"/>
                <p:cNvSpPr/>
                <p:nvPr/>
              </p:nvSpPr>
              <p:spPr>
                <a:xfrm>
                  <a:off x="8848080" y="1807920"/>
                  <a:ext cx="113040" cy="113040"/>
                </a:xfrm>
                <a:prstGeom prst="rect"/>
                <a:solidFill>
                  <a:srgbClr val="009F8C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56520" tIns="5652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1615" name="Google Shape;1205;p14"/>
                <p:cNvSpPr/>
                <p:nvPr/>
              </p:nvSpPr>
              <p:spPr>
                <a:xfrm>
                  <a:off x="8850240" y="1596960"/>
                  <a:ext cx="108720" cy="108720"/>
                </a:xfrm>
                <a:prstGeom prst="rect"/>
                <a:solidFill>
                  <a:srgbClr val="009F8C">
                    <a:alpha val="55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54360" tIns="5436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1616" name="Google Shape;1206;p14"/>
                <p:cNvSpPr/>
                <p:nvPr/>
              </p:nvSpPr>
              <p:spPr>
                <a:xfrm>
                  <a:off x="8855280" y="1390680"/>
                  <a:ext cx="98640" cy="98640"/>
                </a:xfrm>
                <a:prstGeom prst="rect"/>
                <a:solidFill>
                  <a:srgbClr val="009F8C">
                    <a:alpha val="60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49320" tIns="4932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1617" name="Google Shape;1207;p14"/>
                <p:cNvSpPr/>
                <p:nvPr/>
              </p:nvSpPr>
              <p:spPr>
                <a:xfrm>
                  <a:off x="8859960" y="1184400"/>
                  <a:ext cx="88920" cy="88920"/>
                </a:xfrm>
                <a:prstGeom prst="rect"/>
                <a:solidFill>
                  <a:srgbClr val="009F8C">
                    <a:alpha val="65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44640" tIns="4464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1618" name="Google Shape;1208;p14"/>
                <p:cNvSpPr/>
                <p:nvPr/>
              </p:nvSpPr>
              <p:spPr>
                <a:xfrm>
                  <a:off x="8859960" y="978480"/>
                  <a:ext cx="88920" cy="88920"/>
                </a:xfrm>
                <a:prstGeom prst="rect"/>
                <a:solidFill>
                  <a:srgbClr val="009F8C">
                    <a:alpha val="70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44640" tIns="4464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1619" name="Google Shape;1209;p14"/>
                <p:cNvSpPr/>
                <p:nvPr/>
              </p:nvSpPr>
              <p:spPr>
                <a:xfrm>
                  <a:off x="8865000" y="761040"/>
                  <a:ext cx="79200" cy="79200"/>
                </a:xfrm>
                <a:prstGeom prst="rect"/>
                <a:solidFill>
                  <a:srgbClr val="009F8C">
                    <a:alpha val="80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39600" tIns="3960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</p:grpSp>
        </p:grpSp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blank">
  <p:cSld name="CUSTOM_10_1">
    <p:bg>
      <p:bgPr>
        <a:solidFill>
          <a:schemeClr val="lt1"/>
        </a:solidFill>
      </p:bgPr>
    </p:bg>
    <p:spTree>
      <p:nvGrpSpPr>
        <p:cNvPr id="39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0916" name="PlaceHolder 1"/>
          <p:cNvSpPr>
            <a:spLocks noGrp="1"/>
          </p:cNvSpPr>
          <p:nvPr>
            <p:ph type="title"/>
          </p:nvPr>
        </p:nvSpPr>
        <p:spPr>
          <a:xfrm>
            <a:off x="720000" y="444960"/>
            <a:ext cx="7703640" cy="572400"/>
          </a:xfrm>
          <a:prstGeom prst="rect"/>
          <a:noFill/>
          <a:ln w="0">
            <a:noFill/>
          </a:ln>
        </p:spPr>
        <p:txBody>
          <a:bodyPr anchor="t" bIns="91440" lIns="91440" rIns="91440" tIns="91440">
            <a:noAutofit/>
          </a:bodyPr>
          <a:p>
            <a:pPr indent="0">
              <a:buNone/>
            </a:pPr>
            <a:r>
              <a:rPr b="0" sz="3500" lang="fr-FR" strike="noStrike" u="none">
                <a:solidFill>
                  <a:schemeClr val="dk1"/>
                </a:solidFill>
                <a:effectLst/>
                <a:latin typeface="Arial"/>
              </a:rPr>
              <a:t>Click to edit the title text format</a:t>
            </a:r>
            <a:endParaRPr b="0" sz="3500" lang="fr-FR" strike="noStrike" u="none">
              <a:solidFill>
                <a:schemeClr val="dk1"/>
              </a:solidFill>
              <a:effectLst/>
              <a:latin typeface="Arial"/>
            </a:endParaRPr>
          </a:p>
        </p:txBody>
      </p:sp>
      <p:grpSp>
        <p:nvGrpSpPr>
          <p:cNvPr id="393" name="Google Shape;1212;p15"/>
          <p:cNvGrpSpPr/>
          <p:nvPr/>
        </p:nvGrpSpPr>
        <p:grpSpPr>
          <a:xfrm>
            <a:off x="90720" y="-1550520"/>
            <a:ext cx="8795520" cy="6340320"/>
            <a:chOff x="90720" y="-1550520"/>
            <a:chExt cx="8795520" cy="6340320"/>
          </a:xfrm>
        </p:grpSpPr>
        <p:grpSp>
          <p:nvGrpSpPr>
            <p:cNvPr id="394" name="Google Shape;1213;p15"/>
            <p:cNvGrpSpPr/>
            <p:nvPr/>
          </p:nvGrpSpPr>
          <p:grpSpPr>
            <a:xfrm>
              <a:off x="90720" y="-140760"/>
              <a:ext cx="142920" cy="2453760"/>
              <a:chOff x="90720" y="-140760"/>
              <a:chExt cx="142920" cy="2453760"/>
            </a:xfrm>
          </p:grpSpPr>
          <p:grpSp>
            <p:nvGrpSpPr>
              <p:cNvPr id="395" name="Google Shape;1214;p15"/>
              <p:cNvGrpSpPr/>
              <p:nvPr/>
            </p:nvGrpSpPr>
            <p:grpSpPr>
              <a:xfrm>
                <a:off x="90720" y="-140760"/>
                <a:ext cx="142920" cy="2453760"/>
                <a:chOff x="90720" y="-140760"/>
                <a:chExt cx="142920" cy="2453760"/>
              </a:xfrm>
            </p:grpSpPr>
            <p:sp>
              <p:nvSpPr>
                <p:cNvPr id="1050917" name="Google Shape;1215;p15"/>
                <p:cNvSpPr/>
                <p:nvPr/>
              </p:nvSpPr>
              <p:spPr>
                <a:xfrm>
                  <a:off x="90720" y="2170080"/>
                  <a:ext cx="142920" cy="142920"/>
                </a:xfrm>
                <a:prstGeom prst="rect"/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71640" tIns="7164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0918" name="Google Shape;1216;p15"/>
                <p:cNvSpPr/>
                <p:nvPr/>
              </p:nvSpPr>
              <p:spPr>
                <a:xfrm>
                  <a:off x="99360" y="1959480"/>
                  <a:ext cx="126000" cy="126360"/>
                </a:xfrm>
                <a:prstGeom prst="rect"/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63360" tIns="6336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0919" name="Google Shape;1217;p15"/>
                <p:cNvSpPr/>
                <p:nvPr/>
              </p:nvSpPr>
              <p:spPr>
                <a:xfrm>
                  <a:off x="99360" y="1748520"/>
                  <a:ext cx="126000" cy="126360"/>
                </a:xfrm>
                <a:prstGeom prst="rect"/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63360" tIns="6336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0920" name="Google Shape;1218;p15"/>
                <p:cNvSpPr/>
                <p:nvPr/>
              </p:nvSpPr>
              <p:spPr>
                <a:xfrm>
                  <a:off x="99360" y="1537920"/>
                  <a:ext cx="126000" cy="126360"/>
                </a:xfrm>
                <a:prstGeom prst="rect"/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63360" tIns="6336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0921" name="Google Shape;1219;p15"/>
                <p:cNvSpPr/>
                <p:nvPr/>
              </p:nvSpPr>
              <p:spPr>
                <a:xfrm>
                  <a:off x="103680" y="1327320"/>
                  <a:ext cx="117360" cy="117720"/>
                </a:xfrm>
                <a:prstGeom prst="rect"/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59040" tIns="5904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0922" name="Google Shape;1220;p15"/>
                <p:cNvSpPr/>
                <p:nvPr/>
              </p:nvSpPr>
              <p:spPr>
                <a:xfrm>
                  <a:off x="103680" y="1116360"/>
                  <a:ext cx="117360" cy="117720"/>
                </a:xfrm>
                <a:prstGeom prst="rect"/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59040" tIns="5904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0923" name="Google Shape;1221;p15"/>
                <p:cNvSpPr/>
                <p:nvPr/>
              </p:nvSpPr>
              <p:spPr>
                <a:xfrm>
                  <a:off x="105840" y="905760"/>
                  <a:ext cx="113040" cy="113040"/>
                </a:xfrm>
                <a:prstGeom prst="rect"/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56520" tIns="5652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0924" name="Google Shape;1222;p15"/>
                <p:cNvSpPr/>
                <p:nvPr/>
              </p:nvSpPr>
              <p:spPr>
                <a:xfrm>
                  <a:off x="108000" y="695160"/>
                  <a:ext cx="108720" cy="108720"/>
                </a:xfrm>
                <a:prstGeom prst="rect"/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54360" tIns="5436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0925" name="Google Shape;1223;p15"/>
                <p:cNvSpPr/>
                <p:nvPr/>
              </p:nvSpPr>
              <p:spPr>
                <a:xfrm>
                  <a:off x="113040" y="488880"/>
                  <a:ext cx="98640" cy="98640"/>
                </a:xfrm>
                <a:prstGeom prst="rect"/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49320" tIns="4932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0926" name="Google Shape;1224;p15"/>
                <p:cNvSpPr/>
                <p:nvPr/>
              </p:nvSpPr>
              <p:spPr>
                <a:xfrm>
                  <a:off x="117720" y="282600"/>
                  <a:ext cx="88920" cy="88920"/>
                </a:xfrm>
                <a:prstGeom prst="rect"/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44640" tIns="4464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0927" name="Google Shape;1225;p15"/>
                <p:cNvSpPr/>
                <p:nvPr/>
              </p:nvSpPr>
              <p:spPr>
                <a:xfrm>
                  <a:off x="117720" y="76320"/>
                  <a:ext cx="88920" cy="88920"/>
                </a:xfrm>
                <a:prstGeom prst="rect"/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44640" tIns="4464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0928" name="Google Shape;1226;p15"/>
                <p:cNvSpPr/>
                <p:nvPr/>
              </p:nvSpPr>
              <p:spPr>
                <a:xfrm>
                  <a:off x="122760" y="-140760"/>
                  <a:ext cx="79200" cy="79200"/>
                </a:xfrm>
                <a:prstGeom prst="rect"/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39600" tIns="3960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</p:grpSp>
          <p:grpSp>
            <p:nvGrpSpPr>
              <p:cNvPr id="396" name="Google Shape;1227;p15"/>
              <p:cNvGrpSpPr/>
              <p:nvPr/>
            </p:nvGrpSpPr>
            <p:grpSpPr>
              <a:xfrm>
                <a:off x="90720" y="-140760"/>
                <a:ext cx="142920" cy="2453760"/>
                <a:chOff x="90720" y="-140760"/>
                <a:chExt cx="142920" cy="2453760"/>
              </a:xfrm>
            </p:grpSpPr>
            <p:sp>
              <p:nvSpPr>
                <p:cNvPr id="1050929" name="Google Shape;1228;p15"/>
                <p:cNvSpPr/>
                <p:nvPr/>
              </p:nvSpPr>
              <p:spPr>
                <a:xfrm>
                  <a:off x="90720" y="2170080"/>
                  <a:ext cx="142920" cy="142920"/>
                </a:xfrm>
                <a:prstGeom prst="rect"/>
                <a:noFill/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71640" tIns="7164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0930" name="Google Shape;1229;p15"/>
                <p:cNvSpPr/>
                <p:nvPr/>
              </p:nvSpPr>
              <p:spPr>
                <a:xfrm>
                  <a:off x="99360" y="1959480"/>
                  <a:ext cx="126000" cy="126360"/>
                </a:xfrm>
                <a:prstGeom prst="rect"/>
                <a:solidFill>
                  <a:srgbClr val="009F8C">
                    <a:alpha val="5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63360" tIns="6336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0931" name="Google Shape;1230;p15"/>
                <p:cNvSpPr/>
                <p:nvPr/>
              </p:nvSpPr>
              <p:spPr>
                <a:xfrm>
                  <a:off x="99360" y="1748520"/>
                  <a:ext cx="126000" cy="126360"/>
                </a:xfrm>
                <a:prstGeom prst="rect"/>
                <a:solidFill>
                  <a:srgbClr val="009F8C">
                    <a:alpha val="10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63360" tIns="6336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0932" name="Google Shape;1231;p15"/>
                <p:cNvSpPr/>
                <p:nvPr/>
              </p:nvSpPr>
              <p:spPr>
                <a:xfrm>
                  <a:off x="99360" y="1537920"/>
                  <a:ext cx="126000" cy="126360"/>
                </a:xfrm>
                <a:prstGeom prst="rect"/>
                <a:solidFill>
                  <a:srgbClr val="009F8C">
                    <a:alpha val="20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63360" tIns="6336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0933" name="Google Shape;1232;p15"/>
                <p:cNvSpPr/>
                <p:nvPr/>
              </p:nvSpPr>
              <p:spPr>
                <a:xfrm>
                  <a:off x="103680" y="1327320"/>
                  <a:ext cx="117360" cy="117720"/>
                </a:xfrm>
                <a:prstGeom prst="rect"/>
                <a:solidFill>
                  <a:srgbClr val="009F8C">
                    <a:alpha val="30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59040" tIns="5904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0934" name="Google Shape;1233;p15"/>
                <p:cNvSpPr/>
                <p:nvPr/>
              </p:nvSpPr>
              <p:spPr>
                <a:xfrm>
                  <a:off x="103680" y="1116360"/>
                  <a:ext cx="117360" cy="117720"/>
                </a:xfrm>
                <a:prstGeom prst="rect"/>
                <a:solidFill>
                  <a:srgbClr val="009F8C">
                    <a:alpha val="40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59040" tIns="5904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0935" name="Google Shape;1234;p15"/>
                <p:cNvSpPr/>
                <p:nvPr/>
              </p:nvSpPr>
              <p:spPr>
                <a:xfrm>
                  <a:off x="105840" y="905760"/>
                  <a:ext cx="113040" cy="113040"/>
                </a:xfrm>
                <a:prstGeom prst="rect"/>
                <a:solidFill>
                  <a:srgbClr val="009F8C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56520" tIns="5652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0936" name="Google Shape;1235;p15"/>
                <p:cNvSpPr/>
                <p:nvPr/>
              </p:nvSpPr>
              <p:spPr>
                <a:xfrm>
                  <a:off x="108000" y="695160"/>
                  <a:ext cx="108720" cy="108720"/>
                </a:xfrm>
                <a:prstGeom prst="rect"/>
                <a:solidFill>
                  <a:srgbClr val="009F8C">
                    <a:alpha val="55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54360" tIns="5436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0937" name="Google Shape;1236;p15"/>
                <p:cNvSpPr/>
                <p:nvPr/>
              </p:nvSpPr>
              <p:spPr>
                <a:xfrm>
                  <a:off x="113040" y="488880"/>
                  <a:ext cx="98640" cy="98640"/>
                </a:xfrm>
                <a:prstGeom prst="rect"/>
                <a:solidFill>
                  <a:srgbClr val="009F8C">
                    <a:alpha val="60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49320" tIns="4932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0938" name="Google Shape;1237;p15"/>
                <p:cNvSpPr/>
                <p:nvPr/>
              </p:nvSpPr>
              <p:spPr>
                <a:xfrm>
                  <a:off x="117720" y="282600"/>
                  <a:ext cx="88920" cy="88920"/>
                </a:xfrm>
                <a:prstGeom prst="rect"/>
                <a:solidFill>
                  <a:srgbClr val="009F8C">
                    <a:alpha val="65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44640" tIns="4464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0939" name="Google Shape;1238;p15"/>
                <p:cNvSpPr/>
                <p:nvPr/>
              </p:nvSpPr>
              <p:spPr>
                <a:xfrm>
                  <a:off x="117720" y="76320"/>
                  <a:ext cx="88920" cy="88920"/>
                </a:xfrm>
                <a:prstGeom prst="rect"/>
                <a:solidFill>
                  <a:srgbClr val="009F8C">
                    <a:alpha val="70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44640" tIns="4464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0940" name="Google Shape;1239;p15"/>
                <p:cNvSpPr/>
                <p:nvPr/>
              </p:nvSpPr>
              <p:spPr>
                <a:xfrm>
                  <a:off x="122760" y="-140760"/>
                  <a:ext cx="79200" cy="79200"/>
                </a:xfrm>
                <a:prstGeom prst="rect"/>
                <a:solidFill>
                  <a:srgbClr val="009F8C">
                    <a:alpha val="80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39600" tIns="3960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</p:grpSp>
        </p:grpSp>
        <p:grpSp>
          <p:nvGrpSpPr>
            <p:cNvPr id="397" name="Google Shape;1240;p15"/>
            <p:cNvGrpSpPr/>
            <p:nvPr/>
          </p:nvGrpSpPr>
          <p:grpSpPr>
            <a:xfrm>
              <a:off x="8743320" y="1430640"/>
              <a:ext cx="142920" cy="2453760"/>
              <a:chOff x="8743320" y="1430640"/>
              <a:chExt cx="142920" cy="2453760"/>
            </a:xfrm>
          </p:grpSpPr>
          <p:grpSp>
            <p:nvGrpSpPr>
              <p:cNvPr id="398" name="Google Shape;1241;p15"/>
              <p:cNvGrpSpPr/>
              <p:nvPr/>
            </p:nvGrpSpPr>
            <p:grpSpPr>
              <a:xfrm>
                <a:off x="8743320" y="1430640"/>
                <a:ext cx="142920" cy="2453760"/>
                <a:chOff x="8743320" y="1430640"/>
                <a:chExt cx="142920" cy="2453760"/>
              </a:xfrm>
            </p:grpSpPr>
            <p:sp>
              <p:nvSpPr>
                <p:cNvPr id="1050941" name="Google Shape;1242;p15"/>
                <p:cNvSpPr/>
                <p:nvPr/>
              </p:nvSpPr>
              <p:spPr>
                <a:xfrm>
                  <a:off x="8743320" y="3741480"/>
                  <a:ext cx="142920" cy="142920"/>
                </a:xfrm>
                <a:prstGeom prst="rect"/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71640" tIns="7164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0942" name="Google Shape;1243;p15"/>
                <p:cNvSpPr/>
                <p:nvPr/>
              </p:nvSpPr>
              <p:spPr>
                <a:xfrm>
                  <a:off x="8751960" y="3530880"/>
                  <a:ext cx="126000" cy="126360"/>
                </a:xfrm>
                <a:prstGeom prst="rect"/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63360" tIns="6336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0943" name="Google Shape;1244;p15"/>
                <p:cNvSpPr/>
                <p:nvPr/>
              </p:nvSpPr>
              <p:spPr>
                <a:xfrm>
                  <a:off x="8751960" y="3320280"/>
                  <a:ext cx="126000" cy="126360"/>
                </a:xfrm>
                <a:prstGeom prst="rect"/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63360" tIns="6336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0944" name="Google Shape;1245;p15"/>
                <p:cNvSpPr/>
                <p:nvPr/>
              </p:nvSpPr>
              <p:spPr>
                <a:xfrm>
                  <a:off x="8751960" y="3109320"/>
                  <a:ext cx="126000" cy="126360"/>
                </a:xfrm>
                <a:prstGeom prst="rect"/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63360" tIns="6336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0945" name="Google Shape;1246;p15"/>
                <p:cNvSpPr/>
                <p:nvPr/>
              </p:nvSpPr>
              <p:spPr>
                <a:xfrm>
                  <a:off x="8756280" y="2898720"/>
                  <a:ext cx="117360" cy="117720"/>
                </a:xfrm>
                <a:prstGeom prst="rect"/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59040" tIns="5904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0946" name="Google Shape;1247;p15"/>
                <p:cNvSpPr/>
                <p:nvPr/>
              </p:nvSpPr>
              <p:spPr>
                <a:xfrm>
                  <a:off x="8756280" y="2688120"/>
                  <a:ext cx="117360" cy="117720"/>
                </a:xfrm>
                <a:prstGeom prst="rect"/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59040" tIns="5904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0947" name="Google Shape;1248;p15"/>
                <p:cNvSpPr/>
                <p:nvPr/>
              </p:nvSpPr>
              <p:spPr>
                <a:xfrm>
                  <a:off x="8758440" y="2477160"/>
                  <a:ext cx="113040" cy="113040"/>
                </a:xfrm>
                <a:prstGeom prst="rect"/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56520" tIns="5652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0948" name="Google Shape;1249;p15"/>
                <p:cNvSpPr/>
                <p:nvPr/>
              </p:nvSpPr>
              <p:spPr>
                <a:xfrm>
                  <a:off x="8760600" y="2266560"/>
                  <a:ext cx="108720" cy="108720"/>
                </a:xfrm>
                <a:prstGeom prst="rect"/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54360" tIns="5436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0949" name="Google Shape;1250;p15"/>
                <p:cNvSpPr/>
                <p:nvPr/>
              </p:nvSpPr>
              <p:spPr>
                <a:xfrm>
                  <a:off x="8765640" y="2060280"/>
                  <a:ext cx="98640" cy="98640"/>
                </a:xfrm>
                <a:prstGeom prst="rect"/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49320" tIns="4932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0950" name="Google Shape;1251;p15"/>
                <p:cNvSpPr/>
                <p:nvPr/>
              </p:nvSpPr>
              <p:spPr>
                <a:xfrm>
                  <a:off x="8770320" y="1854000"/>
                  <a:ext cx="88920" cy="88920"/>
                </a:xfrm>
                <a:prstGeom prst="rect"/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44640" tIns="4464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0951" name="Google Shape;1252;p15"/>
                <p:cNvSpPr/>
                <p:nvPr/>
              </p:nvSpPr>
              <p:spPr>
                <a:xfrm>
                  <a:off x="8770320" y="1648080"/>
                  <a:ext cx="88920" cy="88920"/>
                </a:xfrm>
                <a:prstGeom prst="rect"/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44640" tIns="4464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0952" name="Google Shape;1253;p15"/>
                <p:cNvSpPr/>
                <p:nvPr/>
              </p:nvSpPr>
              <p:spPr>
                <a:xfrm>
                  <a:off x="8775360" y="1430640"/>
                  <a:ext cx="79200" cy="79200"/>
                </a:xfrm>
                <a:prstGeom prst="rect"/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39600" tIns="3960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</p:grpSp>
          <p:grpSp>
            <p:nvGrpSpPr>
              <p:cNvPr id="399" name="Google Shape;1254;p15"/>
              <p:cNvGrpSpPr/>
              <p:nvPr/>
            </p:nvGrpSpPr>
            <p:grpSpPr>
              <a:xfrm>
                <a:off x="8743320" y="1430640"/>
                <a:ext cx="142920" cy="2453760"/>
                <a:chOff x="8743320" y="1430640"/>
                <a:chExt cx="142920" cy="2453760"/>
              </a:xfrm>
            </p:grpSpPr>
            <p:sp>
              <p:nvSpPr>
                <p:cNvPr id="1050953" name="Google Shape;1255;p15"/>
                <p:cNvSpPr/>
                <p:nvPr/>
              </p:nvSpPr>
              <p:spPr>
                <a:xfrm>
                  <a:off x="8743320" y="3741480"/>
                  <a:ext cx="142920" cy="142920"/>
                </a:xfrm>
                <a:prstGeom prst="rect"/>
                <a:noFill/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71640" tIns="7164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0954" name="Google Shape;1256;p15"/>
                <p:cNvSpPr/>
                <p:nvPr/>
              </p:nvSpPr>
              <p:spPr>
                <a:xfrm>
                  <a:off x="8751960" y="3530880"/>
                  <a:ext cx="126000" cy="126360"/>
                </a:xfrm>
                <a:prstGeom prst="rect"/>
                <a:solidFill>
                  <a:srgbClr val="009F8C">
                    <a:alpha val="5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63360" tIns="6336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0955" name="Google Shape;1257;p15"/>
                <p:cNvSpPr/>
                <p:nvPr/>
              </p:nvSpPr>
              <p:spPr>
                <a:xfrm>
                  <a:off x="8751960" y="3320280"/>
                  <a:ext cx="126000" cy="126360"/>
                </a:xfrm>
                <a:prstGeom prst="rect"/>
                <a:solidFill>
                  <a:srgbClr val="009F8C">
                    <a:alpha val="10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63360" tIns="6336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0956" name="Google Shape;1258;p15"/>
                <p:cNvSpPr/>
                <p:nvPr/>
              </p:nvSpPr>
              <p:spPr>
                <a:xfrm>
                  <a:off x="8751960" y="3109320"/>
                  <a:ext cx="126000" cy="126360"/>
                </a:xfrm>
                <a:prstGeom prst="rect"/>
                <a:solidFill>
                  <a:srgbClr val="009F8C">
                    <a:alpha val="20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63360" tIns="6336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0957" name="Google Shape;1259;p15"/>
                <p:cNvSpPr/>
                <p:nvPr/>
              </p:nvSpPr>
              <p:spPr>
                <a:xfrm>
                  <a:off x="8756280" y="2898720"/>
                  <a:ext cx="117360" cy="117720"/>
                </a:xfrm>
                <a:prstGeom prst="rect"/>
                <a:solidFill>
                  <a:srgbClr val="009F8C">
                    <a:alpha val="30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59040" tIns="5904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0958" name="Google Shape;1260;p15"/>
                <p:cNvSpPr/>
                <p:nvPr/>
              </p:nvSpPr>
              <p:spPr>
                <a:xfrm>
                  <a:off x="8756280" y="2688120"/>
                  <a:ext cx="117360" cy="117720"/>
                </a:xfrm>
                <a:prstGeom prst="rect"/>
                <a:solidFill>
                  <a:srgbClr val="009F8C">
                    <a:alpha val="40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59040" tIns="5904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0959" name="Google Shape;1261;p15"/>
                <p:cNvSpPr/>
                <p:nvPr/>
              </p:nvSpPr>
              <p:spPr>
                <a:xfrm>
                  <a:off x="8758440" y="2477160"/>
                  <a:ext cx="113040" cy="113040"/>
                </a:xfrm>
                <a:prstGeom prst="rect"/>
                <a:solidFill>
                  <a:srgbClr val="009F8C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56520" tIns="5652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0960" name="Google Shape;1262;p15"/>
                <p:cNvSpPr/>
                <p:nvPr/>
              </p:nvSpPr>
              <p:spPr>
                <a:xfrm>
                  <a:off x="8760600" y="2266560"/>
                  <a:ext cx="108720" cy="108720"/>
                </a:xfrm>
                <a:prstGeom prst="rect"/>
                <a:solidFill>
                  <a:srgbClr val="009F8C">
                    <a:alpha val="55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54360" tIns="5436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0961" name="Google Shape;1263;p15"/>
                <p:cNvSpPr/>
                <p:nvPr/>
              </p:nvSpPr>
              <p:spPr>
                <a:xfrm>
                  <a:off x="8765640" y="2060280"/>
                  <a:ext cx="98640" cy="98640"/>
                </a:xfrm>
                <a:prstGeom prst="rect"/>
                <a:solidFill>
                  <a:srgbClr val="009F8C">
                    <a:alpha val="60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49320" tIns="4932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0962" name="Google Shape;1264;p15"/>
                <p:cNvSpPr/>
                <p:nvPr/>
              </p:nvSpPr>
              <p:spPr>
                <a:xfrm>
                  <a:off x="8770320" y="1854000"/>
                  <a:ext cx="88920" cy="88920"/>
                </a:xfrm>
                <a:prstGeom prst="rect"/>
                <a:solidFill>
                  <a:srgbClr val="009F8C">
                    <a:alpha val="65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44640" tIns="4464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0963" name="Google Shape;1265;p15"/>
                <p:cNvSpPr/>
                <p:nvPr/>
              </p:nvSpPr>
              <p:spPr>
                <a:xfrm>
                  <a:off x="8770320" y="1648080"/>
                  <a:ext cx="88920" cy="88920"/>
                </a:xfrm>
                <a:prstGeom prst="rect"/>
                <a:solidFill>
                  <a:srgbClr val="009F8C">
                    <a:alpha val="70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44640" tIns="4464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0964" name="Google Shape;1266;p15"/>
                <p:cNvSpPr/>
                <p:nvPr/>
              </p:nvSpPr>
              <p:spPr>
                <a:xfrm>
                  <a:off x="8775360" y="1430640"/>
                  <a:ext cx="79200" cy="79200"/>
                </a:xfrm>
                <a:prstGeom prst="rect"/>
                <a:solidFill>
                  <a:srgbClr val="009F8C">
                    <a:alpha val="80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39600" tIns="3960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</p:grpSp>
        </p:grpSp>
        <p:grpSp>
          <p:nvGrpSpPr>
            <p:cNvPr id="400" name="Google Shape;1267;p15"/>
            <p:cNvGrpSpPr/>
            <p:nvPr/>
          </p:nvGrpSpPr>
          <p:grpSpPr>
            <a:xfrm>
              <a:off x="421920" y="2336040"/>
              <a:ext cx="142920" cy="2453760"/>
              <a:chOff x="421920" y="2336040"/>
              <a:chExt cx="142920" cy="2453760"/>
            </a:xfrm>
          </p:grpSpPr>
          <p:grpSp>
            <p:nvGrpSpPr>
              <p:cNvPr id="401" name="Google Shape;1268;p15"/>
              <p:cNvGrpSpPr/>
              <p:nvPr/>
            </p:nvGrpSpPr>
            <p:grpSpPr>
              <a:xfrm>
                <a:off x="421920" y="2336040"/>
                <a:ext cx="142920" cy="2453760"/>
                <a:chOff x="421920" y="2336040"/>
                <a:chExt cx="142920" cy="2453760"/>
              </a:xfrm>
            </p:grpSpPr>
            <p:sp>
              <p:nvSpPr>
                <p:cNvPr id="1050965" name="Google Shape;1269;p15"/>
                <p:cNvSpPr/>
                <p:nvPr/>
              </p:nvSpPr>
              <p:spPr>
                <a:xfrm>
                  <a:off x="421920" y="4646880"/>
                  <a:ext cx="142920" cy="142920"/>
                </a:xfrm>
                <a:prstGeom prst="rect"/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71640" tIns="7164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0966" name="Google Shape;1270;p15"/>
                <p:cNvSpPr/>
                <p:nvPr/>
              </p:nvSpPr>
              <p:spPr>
                <a:xfrm>
                  <a:off x="430560" y="4436280"/>
                  <a:ext cx="126000" cy="126360"/>
                </a:xfrm>
                <a:prstGeom prst="rect"/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63360" tIns="6336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0967" name="Google Shape;1271;p15"/>
                <p:cNvSpPr/>
                <p:nvPr/>
              </p:nvSpPr>
              <p:spPr>
                <a:xfrm>
                  <a:off x="430560" y="4225680"/>
                  <a:ext cx="126000" cy="126360"/>
                </a:xfrm>
                <a:prstGeom prst="rect"/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63360" tIns="6336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0968" name="Google Shape;1272;p15"/>
                <p:cNvSpPr/>
                <p:nvPr/>
              </p:nvSpPr>
              <p:spPr>
                <a:xfrm>
                  <a:off x="430560" y="4014720"/>
                  <a:ext cx="126000" cy="126360"/>
                </a:xfrm>
                <a:prstGeom prst="rect"/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63360" tIns="6336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0969" name="Google Shape;1273;p15"/>
                <p:cNvSpPr/>
                <p:nvPr/>
              </p:nvSpPr>
              <p:spPr>
                <a:xfrm>
                  <a:off x="434880" y="3804120"/>
                  <a:ext cx="117360" cy="117720"/>
                </a:xfrm>
                <a:prstGeom prst="rect"/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59040" tIns="5904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0970" name="Google Shape;1274;p15"/>
                <p:cNvSpPr/>
                <p:nvPr/>
              </p:nvSpPr>
              <p:spPr>
                <a:xfrm>
                  <a:off x="434880" y="3593520"/>
                  <a:ext cx="117360" cy="117720"/>
                </a:xfrm>
                <a:prstGeom prst="rect"/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59040" tIns="5904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0971" name="Google Shape;1275;p15"/>
                <p:cNvSpPr/>
                <p:nvPr/>
              </p:nvSpPr>
              <p:spPr>
                <a:xfrm>
                  <a:off x="437040" y="3382560"/>
                  <a:ext cx="113040" cy="113040"/>
                </a:xfrm>
                <a:prstGeom prst="rect"/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56520" tIns="5652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0972" name="Google Shape;1276;p15"/>
                <p:cNvSpPr/>
                <p:nvPr/>
              </p:nvSpPr>
              <p:spPr>
                <a:xfrm>
                  <a:off x="439200" y="3171960"/>
                  <a:ext cx="108720" cy="108720"/>
                </a:xfrm>
                <a:prstGeom prst="rect"/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54360" tIns="5436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0973" name="Google Shape;1277;p15"/>
                <p:cNvSpPr/>
                <p:nvPr/>
              </p:nvSpPr>
              <p:spPr>
                <a:xfrm>
                  <a:off x="444240" y="2965680"/>
                  <a:ext cx="98640" cy="98640"/>
                </a:xfrm>
                <a:prstGeom prst="rect"/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49320" tIns="4932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0974" name="Google Shape;1278;p15"/>
                <p:cNvSpPr/>
                <p:nvPr/>
              </p:nvSpPr>
              <p:spPr>
                <a:xfrm>
                  <a:off x="448920" y="2759400"/>
                  <a:ext cx="88920" cy="88920"/>
                </a:xfrm>
                <a:prstGeom prst="rect"/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44640" tIns="4464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0975" name="Google Shape;1279;p15"/>
                <p:cNvSpPr/>
                <p:nvPr/>
              </p:nvSpPr>
              <p:spPr>
                <a:xfrm>
                  <a:off x="448920" y="2553120"/>
                  <a:ext cx="88920" cy="88920"/>
                </a:xfrm>
                <a:prstGeom prst="rect"/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44640" tIns="4464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0976" name="Google Shape;1280;p15"/>
                <p:cNvSpPr/>
                <p:nvPr/>
              </p:nvSpPr>
              <p:spPr>
                <a:xfrm>
                  <a:off x="453960" y="2336040"/>
                  <a:ext cx="79200" cy="79200"/>
                </a:xfrm>
                <a:prstGeom prst="rect"/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39600" tIns="3960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</p:grpSp>
          <p:grpSp>
            <p:nvGrpSpPr>
              <p:cNvPr id="402" name="Google Shape;1281;p15"/>
              <p:cNvGrpSpPr/>
              <p:nvPr/>
            </p:nvGrpSpPr>
            <p:grpSpPr>
              <a:xfrm>
                <a:off x="421920" y="2336040"/>
                <a:ext cx="142920" cy="2453760"/>
                <a:chOff x="421920" y="2336040"/>
                <a:chExt cx="142920" cy="2453760"/>
              </a:xfrm>
            </p:grpSpPr>
            <p:sp>
              <p:nvSpPr>
                <p:cNvPr id="1050977" name="Google Shape;1282;p15"/>
                <p:cNvSpPr/>
                <p:nvPr/>
              </p:nvSpPr>
              <p:spPr>
                <a:xfrm>
                  <a:off x="421920" y="4646880"/>
                  <a:ext cx="142920" cy="142920"/>
                </a:xfrm>
                <a:prstGeom prst="rect"/>
                <a:noFill/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71640" tIns="7164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0978" name="Google Shape;1283;p15"/>
                <p:cNvSpPr/>
                <p:nvPr/>
              </p:nvSpPr>
              <p:spPr>
                <a:xfrm>
                  <a:off x="430560" y="4436280"/>
                  <a:ext cx="126000" cy="126360"/>
                </a:xfrm>
                <a:prstGeom prst="rect"/>
                <a:solidFill>
                  <a:srgbClr val="009F8C">
                    <a:alpha val="5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63360" tIns="6336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0979" name="Google Shape;1284;p15"/>
                <p:cNvSpPr/>
                <p:nvPr/>
              </p:nvSpPr>
              <p:spPr>
                <a:xfrm>
                  <a:off x="430560" y="4225680"/>
                  <a:ext cx="126000" cy="126360"/>
                </a:xfrm>
                <a:prstGeom prst="rect"/>
                <a:solidFill>
                  <a:srgbClr val="009F8C">
                    <a:alpha val="10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63360" tIns="6336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0980" name="Google Shape;1285;p15"/>
                <p:cNvSpPr/>
                <p:nvPr/>
              </p:nvSpPr>
              <p:spPr>
                <a:xfrm>
                  <a:off x="430560" y="4014720"/>
                  <a:ext cx="126000" cy="126360"/>
                </a:xfrm>
                <a:prstGeom prst="rect"/>
                <a:solidFill>
                  <a:srgbClr val="009F8C">
                    <a:alpha val="20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63360" tIns="6336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0981" name="Google Shape;1286;p15"/>
                <p:cNvSpPr/>
                <p:nvPr/>
              </p:nvSpPr>
              <p:spPr>
                <a:xfrm>
                  <a:off x="434880" y="3804120"/>
                  <a:ext cx="117360" cy="117720"/>
                </a:xfrm>
                <a:prstGeom prst="rect"/>
                <a:solidFill>
                  <a:srgbClr val="009F8C">
                    <a:alpha val="30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59040" tIns="5904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0982" name="Google Shape;1287;p15"/>
                <p:cNvSpPr/>
                <p:nvPr/>
              </p:nvSpPr>
              <p:spPr>
                <a:xfrm>
                  <a:off x="434880" y="3593520"/>
                  <a:ext cx="117360" cy="117720"/>
                </a:xfrm>
                <a:prstGeom prst="rect"/>
                <a:solidFill>
                  <a:srgbClr val="009F8C">
                    <a:alpha val="40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59040" tIns="5904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0983" name="Google Shape;1288;p15"/>
                <p:cNvSpPr/>
                <p:nvPr/>
              </p:nvSpPr>
              <p:spPr>
                <a:xfrm>
                  <a:off x="437040" y="3382560"/>
                  <a:ext cx="113040" cy="113040"/>
                </a:xfrm>
                <a:prstGeom prst="rect"/>
                <a:solidFill>
                  <a:srgbClr val="009F8C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56520" tIns="5652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0984" name="Google Shape;1289;p15"/>
                <p:cNvSpPr/>
                <p:nvPr/>
              </p:nvSpPr>
              <p:spPr>
                <a:xfrm>
                  <a:off x="439200" y="3171960"/>
                  <a:ext cx="108720" cy="108720"/>
                </a:xfrm>
                <a:prstGeom prst="rect"/>
                <a:solidFill>
                  <a:srgbClr val="009F8C">
                    <a:alpha val="55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54360" tIns="5436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0985" name="Google Shape;1290;p15"/>
                <p:cNvSpPr/>
                <p:nvPr/>
              </p:nvSpPr>
              <p:spPr>
                <a:xfrm>
                  <a:off x="444240" y="2965680"/>
                  <a:ext cx="98640" cy="98640"/>
                </a:xfrm>
                <a:prstGeom prst="rect"/>
                <a:solidFill>
                  <a:srgbClr val="009F8C">
                    <a:alpha val="60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49320" tIns="4932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0986" name="Google Shape;1291;p15"/>
                <p:cNvSpPr/>
                <p:nvPr/>
              </p:nvSpPr>
              <p:spPr>
                <a:xfrm>
                  <a:off x="448920" y="2759400"/>
                  <a:ext cx="88920" cy="88920"/>
                </a:xfrm>
                <a:prstGeom prst="rect"/>
                <a:solidFill>
                  <a:srgbClr val="009F8C">
                    <a:alpha val="65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44640" tIns="4464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0987" name="Google Shape;1292;p15"/>
                <p:cNvSpPr/>
                <p:nvPr/>
              </p:nvSpPr>
              <p:spPr>
                <a:xfrm>
                  <a:off x="448920" y="2553120"/>
                  <a:ext cx="88920" cy="88920"/>
                </a:xfrm>
                <a:prstGeom prst="rect"/>
                <a:solidFill>
                  <a:srgbClr val="009F8C">
                    <a:alpha val="70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44640" tIns="4464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0988" name="Google Shape;1293;p15"/>
                <p:cNvSpPr/>
                <p:nvPr/>
              </p:nvSpPr>
              <p:spPr>
                <a:xfrm>
                  <a:off x="453960" y="2336040"/>
                  <a:ext cx="79200" cy="79200"/>
                </a:xfrm>
                <a:prstGeom prst="rect"/>
                <a:solidFill>
                  <a:srgbClr val="009F8C">
                    <a:alpha val="80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39600" tIns="3960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</p:grpSp>
        </p:grpSp>
        <p:grpSp>
          <p:nvGrpSpPr>
            <p:cNvPr id="403" name="Google Shape;1294;p15"/>
            <p:cNvGrpSpPr/>
            <p:nvPr/>
          </p:nvGrpSpPr>
          <p:grpSpPr>
            <a:xfrm>
              <a:off x="8600040" y="-1550520"/>
              <a:ext cx="142920" cy="2453760"/>
              <a:chOff x="8600040" y="-1550520"/>
              <a:chExt cx="142920" cy="2453760"/>
            </a:xfrm>
          </p:grpSpPr>
          <p:grpSp>
            <p:nvGrpSpPr>
              <p:cNvPr id="404" name="Google Shape;1295;p15"/>
              <p:cNvGrpSpPr/>
              <p:nvPr/>
            </p:nvGrpSpPr>
            <p:grpSpPr>
              <a:xfrm>
                <a:off x="8600040" y="-1550520"/>
                <a:ext cx="142920" cy="2453760"/>
                <a:chOff x="8600040" y="-1550520"/>
                <a:chExt cx="142920" cy="2453760"/>
              </a:xfrm>
            </p:grpSpPr>
            <p:sp>
              <p:nvSpPr>
                <p:cNvPr id="1050989" name="Google Shape;1296;p15"/>
                <p:cNvSpPr/>
                <p:nvPr/>
              </p:nvSpPr>
              <p:spPr>
                <a:xfrm>
                  <a:off x="8600040" y="760320"/>
                  <a:ext cx="142920" cy="142920"/>
                </a:xfrm>
                <a:prstGeom prst="rect"/>
                <a:gradFill rotWithShape="0">
                  <a:gsLst>
                    <a:gs pos="0">
                      <a:srgbClr val="B6F8F0"/>
                    </a:gs>
                    <a:gs pos="100000">
                      <a:srgbClr val="7DF3E5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71640" tIns="7164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0990" name="Google Shape;1297;p15"/>
                <p:cNvSpPr/>
                <p:nvPr/>
              </p:nvSpPr>
              <p:spPr>
                <a:xfrm>
                  <a:off x="8608320" y="549360"/>
                  <a:ext cx="126000" cy="126360"/>
                </a:xfrm>
                <a:prstGeom prst="rect"/>
                <a:gradFill rotWithShape="0">
                  <a:gsLst>
                    <a:gs pos="0">
                      <a:srgbClr val="B6F8F0"/>
                    </a:gs>
                    <a:gs pos="100000">
                      <a:srgbClr val="7DF3E5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63360" tIns="6336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0991" name="Google Shape;1298;p15"/>
                <p:cNvSpPr/>
                <p:nvPr/>
              </p:nvSpPr>
              <p:spPr>
                <a:xfrm>
                  <a:off x="8608320" y="338760"/>
                  <a:ext cx="126000" cy="126360"/>
                </a:xfrm>
                <a:prstGeom prst="rect"/>
                <a:gradFill rotWithShape="0">
                  <a:gsLst>
                    <a:gs pos="0">
                      <a:srgbClr val="B6F8F0"/>
                    </a:gs>
                    <a:gs pos="100000">
                      <a:srgbClr val="7DF3E5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63360" tIns="6336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0992" name="Google Shape;1299;p15"/>
                <p:cNvSpPr/>
                <p:nvPr/>
              </p:nvSpPr>
              <p:spPr>
                <a:xfrm>
                  <a:off x="8608320" y="128160"/>
                  <a:ext cx="126000" cy="126360"/>
                </a:xfrm>
                <a:prstGeom prst="rect"/>
                <a:gradFill rotWithShape="0">
                  <a:gsLst>
                    <a:gs pos="0">
                      <a:srgbClr val="B6F8F0"/>
                    </a:gs>
                    <a:gs pos="100000">
                      <a:srgbClr val="7DF3E5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63360" tIns="6336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0993" name="Google Shape;1300;p15"/>
                <p:cNvSpPr/>
                <p:nvPr/>
              </p:nvSpPr>
              <p:spPr>
                <a:xfrm>
                  <a:off x="8612640" y="-82800"/>
                  <a:ext cx="117360" cy="117720"/>
                </a:xfrm>
                <a:prstGeom prst="rect"/>
                <a:gradFill rotWithShape="0">
                  <a:gsLst>
                    <a:gs pos="0">
                      <a:srgbClr val="B6F8F0"/>
                    </a:gs>
                    <a:gs pos="100000">
                      <a:srgbClr val="7DF3E5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59040" tIns="5904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0994" name="Google Shape;1301;p15"/>
                <p:cNvSpPr/>
                <p:nvPr/>
              </p:nvSpPr>
              <p:spPr>
                <a:xfrm>
                  <a:off x="8612640" y="-293400"/>
                  <a:ext cx="117360" cy="117720"/>
                </a:xfrm>
                <a:prstGeom prst="rect"/>
                <a:gradFill rotWithShape="0">
                  <a:gsLst>
                    <a:gs pos="0">
                      <a:srgbClr val="B6F8F0"/>
                    </a:gs>
                    <a:gs pos="100000">
                      <a:srgbClr val="7DF3E5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59040" tIns="5904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0995" name="Google Shape;1302;p15"/>
                <p:cNvSpPr/>
                <p:nvPr/>
              </p:nvSpPr>
              <p:spPr>
                <a:xfrm>
                  <a:off x="8614800" y="-504000"/>
                  <a:ext cx="113040" cy="113040"/>
                </a:xfrm>
                <a:prstGeom prst="rect"/>
                <a:gradFill rotWithShape="0">
                  <a:gsLst>
                    <a:gs pos="0">
                      <a:srgbClr val="B6F8F0"/>
                    </a:gs>
                    <a:gs pos="100000">
                      <a:srgbClr val="7DF3E5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56520" tIns="5652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0996" name="Google Shape;1303;p15"/>
                <p:cNvSpPr/>
                <p:nvPr/>
              </p:nvSpPr>
              <p:spPr>
                <a:xfrm>
                  <a:off x="8616960" y="-714960"/>
                  <a:ext cx="108720" cy="108720"/>
                </a:xfrm>
                <a:prstGeom prst="rect"/>
                <a:gradFill rotWithShape="0">
                  <a:gsLst>
                    <a:gs pos="0">
                      <a:srgbClr val="B6F8F0"/>
                    </a:gs>
                    <a:gs pos="100000">
                      <a:srgbClr val="7DF3E5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54360" tIns="5436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0997" name="Google Shape;1304;p15"/>
                <p:cNvSpPr/>
                <p:nvPr/>
              </p:nvSpPr>
              <p:spPr>
                <a:xfrm>
                  <a:off x="8622000" y="-920880"/>
                  <a:ext cx="98640" cy="98640"/>
                </a:xfrm>
                <a:prstGeom prst="rect"/>
                <a:gradFill rotWithShape="0">
                  <a:gsLst>
                    <a:gs pos="0">
                      <a:srgbClr val="B6F8F0"/>
                    </a:gs>
                    <a:gs pos="100000">
                      <a:srgbClr val="7DF3E5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49320" tIns="4932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0998" name="Google Shape;1305;p15"/>
                <p:cNvSpPr/>
                <p:nvPr/>
              </p:nvSpPr>
              <p:spPr>
                <a:xfrm>
                  <a:off x="8627040" y="-1127160"/>
                  <a:ext cx="88920" cy="88920"/>
                </a:xfrm>
                <a:prstGeom prst="rect"/>
                <a:gradFill rotWithShape="0">
                  <a:gsLst>
                    <a:gs pos="0">
                      <a:srgbClr val="B6F8F0"/>
                    </a:gs>
                    <a:gs pos="100000">
                      <a:srgbClr val="7DF3E5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44640" tIns="4464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0999" name="Google Shape;1306;p15"/>
                <p:cNvSpPr/>
                <p:nvPr/>
              </p:nvSpPr>
              <p:spPr>
                <a:xfrm>
                  <a:off x="8627040" y="-1333440"/>
                  <a:ext cx="88920" cy="88920"/>
                </a:xfrm>
                <a:prstGeom prst="rect"/>
                <a:gradFill rotWithShape="0">
                  <a:gsLst>
                    <a:gs pos="0">
                      <a:srgbClr val="B6F8F0"/>
                    </a:gs>
                    <a:gs pos="100000">
                      <a:srgbClr val="7DF3E5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44640" tIns="4464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1000" name="Google Shape;1307;p15"/>
                <p:cNvSpPr/>
                <p:nvPr/>
              </p:nvSpPr>
              <p:spPr>
                <a:xfrm>
                  <a:off x="8631720" y="-1550520"/>
                  <a:ext cx="79200" cy="79200"/>
                </a:xfrm>
                <a:prstGeom prst="rect"/>
                <a:gradFill rotWithShape="0">
                  <a:gsLst>
                    <a:gs pos="0">
                      <a:srgbClr val="B6F8F0"/>
                    </a:gs>
                    <a:gs pos="100000">
                      <a:srgbClr val="7DF3E5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39600" tIns="3960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</p:grpSp>
          <p:grpSp>
            <p:nvGrpSpPr>
              <p:cNvPr id="405" name="Google Shape;1308;p15"/>
              <p:cNvGrpSpPr/>
              <p:nvPr/>
            </p:nvGrpSpPr>
            <p:grpSpPr>
              <a:xfrm>
                <a:off x="8600040" y="-1550520"/>
                <a:ext cx="142920" cy="2453760"/>
                <a:chOff x="8600040" y="-1550520"/>
                <a:chExt cx="142920" cy="2453760"/>
              </a:xfrm>
            </p:grpSpPr>
            <p:sp>
              <p:nvSpPr>
                <p:cNvPr id="1051001" name="Google Shape;1309;p15"/>
                <p:cNvSpPr/>
                <p:nvPr/>
              </p:nvSpPr>
              <p:spPr>
                <a:xfrm>
                  <a:off x="8600040" y="760320"/>
                  <a:ext cx="142920" cy="142920"/>
                </a:xfrm>
                <a:prstGeom prst="rect"/>
                <a:noFill/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71640" tIns="7164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1002" name="Google Shape;1310;p15"/>
                <p:cNvSpPr/>
                <p:nvPr/>
              </p:nvSpPr>
              <p:spPr>
                <a:xfrm>
                  <a:off x="8608320" y="549360"/>
                  <a:ext cx="126000" cy="126360"/>
                </a:xfrm>
                <a:prstGeom prst="rect"/>
                <a:solidFill>
                  <a:srgbClr val="009F8C">
                    <a:alpha val="5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63360" tIns="6336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1003" name="Google Shape;1311;p15"/>
                <p:cNvSpPr/>
                <p:nvPr/>
              </p:nvSpPr>
              <p:spPr>
                <a:xfrm>
                  <a:off x="8608320" y="338760"/>
                  <a:ext cx="126000" cy="126360"/>
                </a:xfrm>
                <a:prstGeom prst="rect"/>
                <a:solidFill>
                  <a:srgbClr val="009F8C">
                    <a:alpha val="10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63360" tIns="6336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1004" name="Google Shape;1312;p15"/>
                <p:cNvSpPr/>
                <p:nvPr/>
              </p:nvSpPr>
              <p:spPr>
                <a:xfrm>
                  <a:off x="8608320" y="128160"/>
                  <a:ext cx="126000" cy="126360"/>
                </a:xfrm>
                <a:prstGeom prst="rect"/>
                <a:solidFill>
                  <a:srgbClr val="009F8C">
                    <a:alpha val="20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63360" tIns="6336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1005" name="Google Shape;1313;p15"/>
                <p:cNvSpPr/>
                <p:nvPr/>
              </p:nvSpPr>
              <p:spPr>
                <a:xfrm>
                  <a:off x="8612640" y="-82800"/>
                  <a:ext cx="117360" cy="117720"/>
                </a:xfrm>
                <a:prstGeom prst="rect"/>
                <a:solidFill>
                  <a:srgbClr val="009F8C">
                    <a:alpha val="30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59040" tIns="5904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1006" name="Google Shape;1314;p15"/>
                <p:cNvSpPr/>
                <p:nvPr/>
              </p:nvSpPr>
              <p:spPr>
                <a:xfrm>
                  <a:off x="8612640" y="-293400"/>
                  <a:ext cx="117360" cy="117720"/>
                </a:xfrm>
                <a:prstGeom prst="rect"/>
                <a:solidFill>
                  <a:srgbClr val="009F8C">
                    <a:alpha val="40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59040" tIns="5904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1007" name="Google Shape;1315;p15"/>
                <p:cNvSpPr/>
                <p:nvPr/>
              </p:nvSpPr>
              <p:spPr>
                <a:xfrm>
                  <a:off x="8614800" y="-504000"/>
                  <a:ext cx="113040" cy="113040"/>
                </a:xfrm>
                <a:prstGeom prst="rect"/>
                <a:solidFill>
                  <a:srgbClr val="009F8C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56520" tIns="5652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1008" name="Google Shape;1316;p15"/>
                <p:cNvSpPr/>
                <p:nvPr/>
              </p:nvSpPr>
              <p:spPr>
                <a:xfrm>
                  <a:off x="8616960" y="-714960"/>
                  <a:ext cx="108720" cy="108720"/>
                </a:xfrm>
                <a:prstGeom prst="rect"/>
                <a:solidFill>
                  <a:srgbClr val="009F8C">
                    <a:alpha val="55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54360" tIns="5436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1009" name="Google Shape;1317;p15"/>
                <p:cNvSpPr/>
                <p:nvPr/>
              </p:nvSpPr>
              <p:spPr>
                <a:xfrm>
                  <a:off x="8622000" y="-920880"/>
                  <a:ext cx="98640" cy="98640"/>
                </a:xfrm>
                <a:prstGeom prst="rect"/>
                <a:solidFill>
                  <a:srgbClr val="009F8C">
                    <a:alpha val="60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49320" tIns="4932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1010" name="Google Shape;1318;p15"/>
                <p:cNvSpPr/>
                <p:nvPr/>
              </p:nvSpPr>
              <p:spPr>
                <a:xfrm>
                  <a:off x="8627040" y="-1127160"/>
                  <a:ext cx="88920" cy="88920"/>
                </a:xfrm>
                <a:prstGeom prst="rect"/>
                <a:solidFill>
                  <a:srgbClr val="009F8C">
                    <a:alpha val="65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44640" tIns="4464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1011" name="Google Shape;1319;p15"/>
                <p:cNvSpPr/>
                <p:nvPr/>
              </p:nvSpPr>
              <p:spPr>
                <a:xfrm>
                  <a:off x="8627040" y="-1333440"/>
                  <a:ext cx="88920" cy="88920"/>
                </a:xfrm>
                <a:prstGeom prst="rect"/>
                <a:solidFill>
                  <a:srgbClr val="009F8C">
                    <a:alpha val="70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44640" tIns="4464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1012" name="Google Shape;1320;p15"/>
                <p:cNvSpPr/>
                <p:nvPr/>
              </p:nvSpPr>
              <p:spPr>
                <a:xfrm>
                  <a:off x="8631720" y="-1550520"/>
                  <a:ext cx="79200" cy="79200"/>
                </a:xfrm>
                <a:prstGeom prst="rect"/>
                <a:solidFill>
                  <a:srgbClr val="009F8C">
                    <a:alpha val="80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39600" tIns="3960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</p:grpSp>
        </p:grpSp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blank">
  <p:cSld name="CUSTOM_10_1_1">
    <p:bg>
      <p:bgPr>
        <a:solidFill>
          <a:schemeClr val="lt1"/>
        </a:solidFill>
      </p:bgPr>
    </p:bg>
    <p:spTree>
      <p:nvGrpSpPr>
        <p:cNvPr id="32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0479" name="PlaceHolder 1"/>
          <p:cNvSpPr>
            <a:spLocks noGrp="1"/>
          </p:cNvSpPr>
          <p:nvPr>
            <p:ph type="title"/>
          </p:nvPr>
        </p:nvSpPr>
        <p:spPr>
          <a:xfrm>
            <a:off x="720000" y="444960"/>
            <a:ext cx="7703640" cy="572400"/>
          </a:xfrm>
          <a:prstGeom prst="rect"/>
          <a:noFill/>
          <a:ln w="0">
            <a:noFill/>
          </a:ln>
        </p:spPr>
        <p:txBody>
          <a:bodyPr anchor="t" bIns="91440" lIns="91440" rIns="91440" tIns="91440">
            <a:noAutofit/>
          </a:bodyPr>
          <a:p>
            <a:pPr indent="0">
              <a:buNone/>
            </a:pPr>
            <a:r>
              <a:rPr b="0" sz="3500" lang="fr-FR" strike="noStrike" u="none">
                <a:solidFill>
                  <a:schemeClr val="dk1"/>
                </a:solidFill>
                <a:effectLst/>
                <a:latin typeface="Arial"/>
              </a:rPr>
              <a:t>Click to edit the title text format</a:t>
            </a:r>
            <a:endParaRPr b="0" sz="3500" lang="fr-FR" strike="noStrike" u="none">
              <a:solidFill>
                <a:schemeClr val="dk1"/>
              </a:solidFill>
              <a:effectLst/>
              <a:latin typeface="Arial"/>
            </a:endParaRPr>
          </a:p>
        </p:txBody>
      </p:sp>
      <p:grpSp>
        <p:nvGrpSpPr>
          <p:cNvPr id="329" name="Google Shape;1323;p16"/>
          <p:cNvGrpSpPr/>
          <p:nvPr/>
        </p:nvGrpSpPr>
        <p:grpSpPr>
          <a:xfrm>
            <a:off x="244800" y="-786600"/>
            <a:ext cx="8726040" cy="6116400"/>
            <a:chOff x="244800" y="-786600"/>
            <a:chExt cx="8726040" cy="6116400"/>
          </a:xfrm>
        </p:grpSpPr>
        <p:grpSp>
          <p:nvGrpSpPr>
            <p:cNvPr id="330" name="Google Shape;1324;p16"/>
            <p:cNvGrpSpPr/>
            <p:nvPr/>
          </p:nvGrpSpPr>
          <p:grpSpPr>
            <a:xfrm>
              <a:off x="244800" y="2149560"/>
              <a:ext cx="142920" cy="2454120"/>
              <a:chOff x="244800" y="2149560"/>
              <a:chExt cx="142920" cy="2454120"/>
            </a:xfrm>
          </p:grpSpPr>
          <p:grpSp>
            <p:nvGrpSpPr>
              <p:cNvPr id="331" name="Google Shape;1325;p16"/>
              <p:cNvGrpSpPr/>
              <p:nvPr/>
            </p:nvGrpSpPr>
            <p:grpSpPr>
              <a:xfrm>
                <a:off x="244800" y="2149560"/>
                <a:ext cx="142920" cy="2454120"/>
                <a:chOff x="244800" y="2149560"/>
                <a:chExt cx="142920" cy="2454120"/>
              </a:xfrm>
            </p:grpSpPr>
            <p:sp>
              <p:nvSpPr>
                <p:cNvPr id="1050480" name="Google Shape;1326;p16"/>
                <p:cNvSpPr/>
                <p:nvPr/>
              </p:nvSpPr>
              <p:spPr>
                <a:xfrm>
                  <a:off x="244800" y="4460760"/>
                  <a:ext cx="142920" cy="142920"/>
                </a:xfrm>
                <a:prstGeom prst="rect"/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71640" tIns="7164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0481" name="Google Shape;1327;p16"/>
                <p:cNvSpPr/>
                <p:nvPr/>
              </p:nvSpPr>
              <p:spPr>
                <a:xfrm>
                  <a:off x="253440" y="4249800"/>
                  <a:ext cx="126000" cy="126360"/>
                </a:xfrm>
                <a:prstGeom prst="rect"/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63360" tIns="6336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0482" name="Google Shape;1328;p16"/>
                <p:cNvSpPr/>
                <p:nvPr/>
              </p:nvSpPr>
              <p:spPr>
                <a:xfrm>
                  <a:off x="253440" y="4039200"/>
                  <a:ext cx="126000" cy="126360"/>
                </a:xfrm>
                <a:prstGeom prst="rect"/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63360" tIns="6336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0483" name="Google Shape;1329;p16"/>
                <p:cNvSpPr/>
                <p:nvPr/>
              </p:nvSpPr>
              <p:spPr>
                <a:xfrm>
                  <a:off x="253440" y="3828600"/>
                  <a:ext cx="126000" cy="126360"/>
                </a:xfrm>
                <a:prstGeom prst="rect"/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63360" tIns="6336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0484" name="Google Shape;1330;p16"/>
                <p:cNvSpPr/>
                <p:nvPr/>
              </p:nvSpPr>
              <p:spPr>
                <a:xfrm>
                  <a:off x="257760" y="3617640"/>
                  <a:ext cx="117360" cy="117720"/>
                </a:xfrm>
                <a:prstGeom prst="rect"/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59040" tIns="5904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0485" name="Google Shape;1331;p16"/>
                <p:cNvSpPr/>
                <p:nvPr/>
              </p:nvSpPr>
              <p:spPr>
                <a:xfrm>
                  <a:off x="257760" y="3407040"/>
                  <a:ext cx="117360" cy="117720"/>
                </a:xfrm>
                <a:prstGeom prst="rect"/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59040" tIns="5904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0486" name="Google Shape;1332;p16"/>
                <p:cNvSpPr/>
                <p:nvPr/>
              </p:nvSpPr>
              <p:spPr>
                <a:xfrm>
                  <a:off x="259920" y="3196080"/>
                  <a:ext cx="113040" cy="113040"/>
                </a:xfrm>
                <a:prstGeom prst="rect"/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56520" tIns="5652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0487" name="Google Shape;1333;p16"/>
                <p:cNvSpPr/>
                <p:nvPr/>
              </p:nvSpPr>
              <p:spPr>
                <a:xfrm>
                  <a:off x="262080" y="2985480"/>
                  <a:ext cx="108720" cy="108720"/>
                </a:xfrm>
                <a:prstGeom prst="rect"/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54360" tIns="5436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0488" name="Google Shape;1334;p16"/>
                <p:cNvSpPr/>
                <p:nvPr/>
              </p:nvSpPr>
              <p:spPr>
                <a:xfrm>
                  <a:off x="267120" y="2779200"/>
                  <a:ext cx="98640" cy="98640"/>
                </a:xfrm>
                <a:prstGeom prst="rect"/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49320" tIns="4932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0489" name="Google Shape;1335;p16"/>
                <p:cNvSpPr/>
                <p:nvPr/>
              </p:nvSpPr>
              <p:spPr>
                <a:xfrm>
                  <a:off x="271800" y="2572920"/>
                  <a:ext cx="88920" cy="88920"/>
                </a:xfrm>
                <a:prstGeom prst="rect"/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44640" tIns="4464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0490" name="Google Shape;1336;p16"/>
                <p:cNvSpPr/>
                <p:nvPr/>
              </p:nvSpPr>
              <p:spPr>
                <a:xfrm>
                  <a:off x="271800" y="2367000"/>
                  <a:ext cx="88920" cy="88920"/>
                </a:xfrm>
                <a:prstGeom prst="rect"/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44640" tIns="4464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0491" name="Google Shape;1337;p16"/>
                <p:cNvSpPr/>
                <p:nvPr/>
              </p:nvSpPr>
              <p:spPr>
                <a:xfrm>
                  <a:off x="276840" y="2149560"/>
                  <a:ext cx="79200" cy="79200"/>
                </a:xfrm>
                <a:prstGeom prst="rect"/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39600" tIns="3960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</p:grpSp>
          <p:grpSp>
            <p:nvGrpSpPr>
              <p:cNvPr id="332" name="Google Shape;1338;p16"/>
              <p:cNvGrpSpPr/>
              <p:nvPr/>
            </p:nvGrpSpPr>
            <p:grpSpPr>
              <a:xfrm>
                <a:off x="244800" y="2149560"/>
                <a:ext cx="142920" cy="2454120"/>
                <a:chOff x="244800" y="2149560"/>
                <a:chExt cx="142920" cy="2454120"/>
              </a:xfrm>
            </p:grpSpPr>
            <p:sp>
              <p:nvSpPr>
                <p:cNvPr id="1050492" name="Google Shape;1339;p16"/>
                <p:cNvSpPr/>
                <p:nvPr/>
              </p:nvSpPr>
              <p:spPr>
                <a:xfrm>
                  <a:off x="244800" y="4460760"/>
                  <a:ext cx="142920" cy="142920"/>
                </a:xfrm>
                <a:prstGeom prst="rect"/>
                <a:noFill/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71640" tIns="7164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0493" name="Google Shape;1340;p16"/>
                <p:cNvSpPr/>
                <p:nvPr/>
              </p:nvSpPr>
              <p:spPr>
                <a:xfrm>
                  <a:off x="253440" y="4249800"/>
                  <a:ext cx="126000" cy="126360"/>
                </a:xfrm>
                <a:prstGeom prst="rect"/>
                <a:solidFill>
                  <a:srgbClr val="009F8C">
                    <a:alpha val="5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63360" tIns="6336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0494" name="Google Shape;1341;p16"/>
                <p:cNvSpPr/>
                <p:nvPr/>
              </p:nvSpPr>
              <p:spPr>
                <a:xfrm>
                  <a:off x="253440" y="4039200"/>
                  <a:ext cx="126000" cy="126360"/>
                </a:xfrm>
                <a:prstGeom prst="rect"/>
                <a:solidFill>
                  <a:srgbClr val="009F8C">
                    <a:alpha val="10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63360" tIns="6336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0495" name="Google Shape;1342;p16"/>
                <p:cNvSpPr/>
                <p:nvPr/>
              </p:nvSpPr>
              <p:spPr>
                <a:xfrm>
                  <a:off x="253440" y="3828600"/>
                  <a:ext cx="126000" cy="126360"/>
                </a:xfrm>
                <a:prstGeom prst="rect"/>
                <a:solidFill>
                  <a:srgbClr val="009F8C">
                    <a:alpha val="20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63360" tIns="6336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0496" name="Google Shape;1343;p16"/>
                <p:cNvSpPr/>
                <p:nvPr/>
              </p:nvSpPr>
              <p:spPr>
                <a:xfrm>
                  <a:off x="257760" y="3617640"/>
                  <a:ext cx="117360" cy="117720"/>
                </a:xfrm>
                <a:prstGeom prst="rect"/>
                <a:solidFill>
                  <a:srgbClr val="009F8C">
                    <a:alpha val="30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59040" tIns="5904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0497" name="Google Shape;1344;p16"/>
                <p:cNvSpPr/>
                <p:nvPr/>
              </p:nvSpPr>
              <p:spPr>
                <a:xfrm>
                  <a:off x="257760" y="3407040"/>
                  <a:ext cx="117360" cy="117720"/>
                </a:xfrm>
                <a:prstGeom prst="rect"/>
                <a:solidFill>
                  <a:srgbClr val="009F8C">
                    <a:alpha val="40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59040" tIns="5904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0498" name="Google Shape;1345;p16"/>
                <p:cNvSpPr/>
                <p:nvPr/>
              </p:nvSpPr>
              <p:spPr>
                <a:xfrm>
                  <a:off x="259920" y="3196080"/>
                  <a:ext cx="113040" cy="113040"/>
                </a:xfrm>
                <a:prstGeom prst="rect"/>
                <a:solidFill>
                  <a:srgbClr val="009F8C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56520" tIns="5652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0499" name="Google Shape;1346;p16"/>
                <p:cNvSpPr/>
                <p:nvPr/>
              </p:nvSpPr>
              <p:spPr>
                <a:xfrm>
                  <a:off x="262080" y="2985480"/>
                  <a:ext cx="108720" cy="108720"/>
                </a:xfrm>
                <a:prstGeom prst="rect"/>
                <a:solidFill>
                  <a:srgbClr val="009F8C">
                    <a:alpha val="55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54360" tIns="5436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0500" name="Google Shape;1347;p16"/>
                <p:cNvSpPr/>
                <p:nvPr/>
              </p:nvSpPr>
              <p:spPr>
                <a:xfrm>
                  <a:off x="267120" y="2779200"/>
                  <a:ext cx="98640" cy="98640"/>
                </a:xfrm>
                <a:prstGeom prst="rect"/>
                <a:solidFill>
                  <a:srgbClr val="009F8C">
                    <a:alpha val="60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49320" tIns="4932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0501" name="Google Shape;1348;p16"/>
                <p:cNvSpPr/>
                <p:nvPr/>
              </p:nvSpPr>
              <p:spPr>
                <a:xfrm>
                  <a:off x="271800" y="2572920"/>
                  <a:ext cx="88920" cy="88920"/>
                </a:xfrm>
                <a:prstGeom prst="rect"/>
                <a:solidFill>
                  <a:srgbClr val="009F8C">
                    <a:alpha val="65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44640" tIns="4464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0502" name="Google Shape;1349;p16"/>
                <p:cNvSpPr/>
                <p:nvPr/>
              </p:nvSpPr>
              <p:spPr>
                <a:xfrm>
                  <a:off x="271800" y="2367000"/>
                  <a:ext cx="88920" cy="88920"/>
                </a:xfrm>
                <a:prstGeom prst="rect"/>
                <a:solidFill>
                  <a:srgbClr val="009F8C">
                    <a:alpha val="70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44640" tIns="4464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0503" name="Google Shape;1350;p16"/>
                <p:cNvSpPr/>
                <p:nvPr/>
              </p:nvSpPr>
              <p:spPr>
                <a:xfrm>
                  <a:off x="276840" y="2149560"/>
                  <a:ext cx="79200" cy="79200"/>
                </a:xfrm>
                <a:prstGeom prst="rect"/>
                <a:solidFill>
                  <a:srgbClr val="009F8C">
                    <a:alpha val="80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39600" tIns="3960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</p:grpSp>
        </p:grpSp>
        <p:grpSp>
          <p:nvGrpSpPr>
            <p:cNvPr id="333" name="Google Shape;1351;p16"/>
            <p:cNvGrpSpPr/>
            <p:nvPr/>
          </p:nvGrpSpPr>
          <p:grpSpPr>
            <a:xfrm>
              <a:off x="429480" y="-786600"/>
              <a:ext cx="142920" cy="2454120"/>
              <a:chOff x="429480" y="-786600"/>
              <a:chExt cx="142920" cy="2454120"/>
            </a:xfrm>
          </p:grpSpPr>
          <p:grpSp>
            <p:nvGrpSpPr>
              <p:cNvPr id="334" name="Google Shape;1352;p16"/>
              <p:cNvGrpSpPr/>
              <p:nvPr/>
            </p:nvGrpSpPr>
            <p:grpSpPr>
              <a:xfrm>
                <a:off x="429480" y="-786600"/>
                <a:ext cx="142920" cy="2454120"/>
                <a:chOff x="429480" y="-786600"/>
                <a:chExt cx="142920" cy="2454120"/>
              </a:xfrm>
            </p:grpSpPr>
            <p:sp>
              <p:nvSpPr>
                <p:cNvPr id="1050504" name="Google Shape;1353;p16"/>
                <p:cNvSpPr/>
                <p:nvPr/>
              </p:nvSpPr>
              <p:spPr>
                <a:xfrm>
                  <a:off x="429480" y="1524600"/>
                  <a:ext cx="142920" cy="142920"/>
                </a:xfrm>
                <a:prstGeom prst="rect"/>
                <a:gradFill rotWithShape="0">
                  <a:gsLst>
                    <a:gs pos="0">
                      <a:srgbClr val="B6F8F0"/>
                    </a:gs>
                    <a:gs pos="100000">
                      <a:srgbClr val="7DF3E5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71640" tIns="7164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0505" name="Google Shape;1354;p16"/>
                <p:cNvSpPr/>
                <p:nvPr/>
              </p:nvSpPr>
              <p:spPr>
                <a:xfrm>
                  <a:off x="438120" y="1313640"/>
                  <a:ext cx="126000" cy="126360"/>
                </a:xfrm>
                <a:prstGeom prst="rect"/>
                <a:gradFill rotWithShape="0">
                  <a:gsLst>
                    <a:gs pos="0">
                      <a:srgbClr val="B6F8F0"/>
                    </a:gs>
                    <a:gs pos="100000">
                      <a:srgbClr val="7DF3E5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63360" tIns="6336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0506" name="Google Shape;1355;p16"/>
                <p:cNvSpPr/>
                <p:nvPr/>
              </p:nvSpPr>
              <p:spPr>
                <a:xfrm>
                  <a:off x="438120" y="1103040"/>
                  <a:ext cx="126000" cy="126360"/>
                </a:xfrm>
                <a:prstGeom prst="rect"/>
                <a:gradFill rotWithShape="0">
                  <a:gsLst>
                    <a:gs pos="0">
                      <a:srgbClr val="B6F8F0"/>
                    </a:gs>
                    <a:gs pos="100000">
                      <a:srgbClr val="7DF3E5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63360" tIns="6336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0507" name="Google Shape;1356;p16"/>
                <p:cNvSpPr/>
                <p:nvPr/>
              </p:nvSpPr>
              <p:spPr>
                <a:xfrm>
                  <a:off x="438120" y="892440"/>
                  <a:ext cx="126000" cy="126360"/>
                </a:xfrm>
                <a:prstGeom prst="rect"/>
                <a:gradFill rotWithShape="0">
                  <a:gsLst>
                    <a:gs pos="0">
                      <a:srgbClr val="B6F8F0"/>
                    </a:gs>
                    <a:gs pos="100000">
                      <a:srgbClr val="7DF3E5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63360" tIns="6336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0508" name="Google Shape;1357;p16"/>
                <p:cNvSpPr/>
                <p:nvPr/>
              </p:nvSpPr>
              <p:spPr>
                <a:xfrm>
                  <a:off x="442440" y="681480"/>
                  <a:ext cx="117360" cy="117720"/>
                </a:xfrm>
                <a:prstGeom prst="rect"/>
                <a:gradFill rotWithShape="0">
                  <a:gsLst>
                    <a:gs pos="0">
                      <a:srgbClr val="B6F8F0"/>
                    </a:gs>
                    <a:gs pos="100000">
                      <a:srgbClr val="7DF3E5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59040" tIns="5904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0509" name="Google Shape;1358;p16"/>
                <p:cNvSpPr/>
                <p:nvPr/>
              </p:nvSpPr>
              <p:spPr>
                <a:xfrm>
                  <a:off x="442440" y="470880"/>
                  <a:ext cx="117360" cy="117720"/>
                </a:xfrm>
                <a:prstGeom prst="rect"/>
                <a:gradFill rotWithShape="0">
                  <a:gsLst>
                    <a:gs pos="0">
                      <a:srgbClr val="B6F8F0"/>
                    </a:gs>
                    <a:gs pos="100000">
                      <a:srgbClr val="7DF3E5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59040" tIns="5904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0510" name="Google Shape;1359;p16"/>
                <p:cNvSpPr/>
                <p:nvPr/>
              </p:nvSpPr>
              <p:spPr>
                <a:xfrm>
                  <a:off x="444600" y="260280"/>
                  <a:ext cx="113040" cy="113040"/>
                </a:xfrm>
                <a:prstGeom prst="rect"/>
                <a:gradFill rotWithShape="0">
                  <a:gsLst>
                    <a:gs pos="0">
                      <a:srgbClr val="B6F8F0"/>
                    </a:gs>
                    <a:gs pos="100000">
                      <a:srgbClr val="7DF3E5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56520" tIns="5652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0511" name="Google Shape;1360;p16"/>
                <p:cNvSpPr/>
                <p:nvPr/>
              </p:nvSpPr>
              <p:spPr>
                <a:xfrm>
                  <a:off x="446760" y="49320"/>
                  <a:ext cx="108720" cy="108720"/>
                </a:xfrm>
                <a:prstGeom prst="rect"/>
                <a:gradFill rotWithShape="0">
                  <a:gsLst>
                    <a:gs pos="0">
                      <a:srgbClr val="B6F8F0"/>
                    </a:gs>
                    <a:gs pos="100000">
                      <a:srgbClr val="7DF3E5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54360" tIns="5436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0512" name="Google Shape;1361;p16"/>
                <p:cNvSpPr/>
                <p:nvPr/>
              </p:nvSpPr>
              <p:spPr>
                <a:xfrm>
                  <a:off x="451800" y="-156960"/>
                  <a:ext cx="98640" cy="98640"/>
                </a:xfrm>
                <a:prstGeom prst="rect"/>
                <a:gradFill rotWithShape="0">
                  <a:gsLst>
                    <a:gs pos="0">
                      <a:srgbClr val="B6F8F0"/>
                    </a:gs>
                    <a:gs pos="100000">
                      <a:srgbClr val="7DF3E5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49320" tIns="4932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0513" name="Google Shape;1362;p16"/>
                <p:cNvSpPr/>
                <p:nvPr/>
              </p:nvSpPr>
              <p:spPr>
                <a:xfrm>
                  <a:off x="456480" y="-362880"/>
                  <a:ext cx="88920" cy="88920"/>
                </a:xfrm>
                <a:prstGeom prst="rect"/>
                <a:gradFill rotWithShape="0">
                  <a:gsLst>
                    <a:gs pos="0">
                      <a:srgbClr val="B6F8F0"/>
                    </a:gs>
                    <a:gs pos="100000">
                      <a:srgbClr val="7DF3E5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44640" tIns="4464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0514" name="Google Shape;1363;p16"/>
                <p:cNvSpPr/>
                <p:nvPr/>
              </p:nvSpPr>
              <p:spPr>
                <a:xfrm>
                  <a:off x="456480" y="-569160"/>
                  <a:ext cx="88920" cy="88920"/>
                </a:xfrm>
                <a:prstGeom prst="rect"/>
                <a:gradFill rotWithShape="0">
                  <a:gsLst>
                    <a:gs pos="0">
                      <a:srgbClr val="B6F8F0"/>
                    </a:gs>
                    <a:gs pos="100000">
                      <a:srgbClr val="7DF3E5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44640" tIns="4464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0515" name="Google Shape;1364;p16"/>
                <p:cNvSpPr/>
                <p:nvPr/>
              </p:nvSpPr>
              <p:spPr>
                <a:xfrm>
                  <a:off x="461520" y="-786600"/>
                  <a:ext cx="79200" cy="79200"/>
                </a:xfrm>
                <a:prstGeom prst="rect"/>
                <a:gradFill rotWithShape="0">
                  <a:gsLst>
                    <a:gs pos="0">
                      <a:srgbClr val="B6F8F0"/>
                    </a:gs>
                    <a:gs pos="100000">
                      <a:srgbClr val="7DF3E5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39600" tIns="3960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</p:grpSp>
          <p:grpSp>
            <p:nvGrpSpPr>
              <p:cNvPr id="335" name="Google Shape;1365;p16"/>
              <p:cNvGrpSpPr/>
              <p:nvPr/>
            </p:nvGrpSpPr>
            <p:grpSpPr>
              <a:xfrm>
                <a:off x="429480" y="-786600"/>
                <a:ext cx="142920" cy="2454120"/>
                <a:chOff x="429480" y="-786600"/>
                <a:chExt cx="142920" cy="2454120"/>
              </a:xfrm>
            </p:grpSpPr>
            <p:sp>
              <p:nvSpPr>
                <p:cNvPr id="1050516" name="Google Shape;1366;p16"/>
                <p:cNvSpPr/>
                <p:nvPr/>
              </p:nvSpPr>
              <p:spPr>
                <a:xfrm>
                  <a:off x="429480" y="1524600"/>
                  <a:ext cx="142920" cy="142920"/>
                </a:xfrm>
                <a:prstGeom prst="rect"/>
                <a:noFill/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71640" tIns="7164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0517" name="Google Shape;1367;p16"/>
                <p:cNvSpPr/>
                <p:nvPr/>
              </p:nvSpPr>
              <p:spPr>
                <a:xfrm>
                  <a:off x="438120" y="1313640"/>
                  <a:ext cx="126000" cy="126360"/>
                </a:xfrm>
                <a:prstGeom prst="rect"/>
                <a:solidFill>
                  <a:srgbClr val="009F8C">
                    <a:alpha val="5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63360" tIns="6336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0518" name="Google Shape;1368;p16"/>
                <p:cNvSpPr/>
                <p:nvPr/>
              </p:nvSpPr>
              <p:spPr>
                <a:xfrm>
                  <a:off x="438120" y="1103040"/>
                  <a:ext cx="126000" cy="126360"/>
                </a:xfrm>
                <a:prstGeom prst="rect"/>
                <a:solidFill>
                  <a:srgbClr val="009F8C">
                    <a:alpha val="10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63360" tIns="6336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0519" name="Google Shape;1369;p16"/>
                <p:cNvSpPr/>
                <p:nvPr/>
              </p:nvSpPr>
              <p:spPr>
                <a:xfrm>
                  <a:off x="438120" y="892440"/>
                  <a:ext cx="126000" cy="126360"/>
                </a:xfrm>
                <a:prstGeom prst="rect"/>
                <a:solidFill>
                  <a:srgbClr val="009F8C">
                    <a:alpha val="20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63360" tIns="6336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0520" name="Google Shape;1370;p16"/>
                <p:cNvSpPr/>
                <p:nvPr/>
              </p:nvSpPr>
              <p:spPr>
                <a:xfrm>
                  <a:off x="442440" y="681480"/>
                  <a:ext cx="117360" cy="117720"/>
                </a:xfrm>
                <a:prstGeom prst="rect"/>
                <a:solidFill>
                  <a:srgbClr val="009F8C">
                    <a:alpha val="30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59040" tIns="5904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0521" name="Google Shape;1371;p16"/>
                <p:cNvSpPr/>
                <p:nvPr/>
              </p:nvSpPr>
              <p:spPr>
                <a:xfrm>
                  <a:off x="442440" y="470880"/>
                  <a:ext cx="117360" cy="117720"/>
                </a:xfrm>
                <a:prstGeom prst="rect"/>
                <a:solidFill>
                  <a:srgbClr val="009F8C">
                    <a:alpha val="40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59040" tIns="5904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0522" name="Google Shape;1372;p16"/>
                <p:cNvSpPr/>
                <p:nvPr/>
              </p:nvSpPr>
              <p:spPr>
                <a:xfrm>
                  <a:off x="444600" y="260280"/>
                  <a:ext cx="113040" cy="113040"/>
                </a:xfrm>
                <a:prstGeom prst="rect"/>
                <a:solidFill>
                  <a:srgbClr val="009F8C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56520" tIns="5652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0523" name="Google Shape;1373;p16"/>
                <p:cNvSpPr/>
                <p:nvPr/>
              </p:nvSpPr>
              <p:spPr>
                <a:xfrm>
                  <a:off x="446760" y="49320"/>
                  <a:ext cx="108720" cy="108720"/>
                </a:xfrm>
                <a:prstGeom prst="rect"/>
                <a:solidFill>
                  <a:srgbClr val="009F8C">
                    <a:alpha val="55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54360" tIns="5436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0524" name="Google Shape;1374;p16"/>
                <p:cNvSpPr/>
                <p:nvPr/>
              </p:nvSpPr>
              <p:spPr>
                <a:xfrm>
                  <a:off x="451800" y="-156960"/>
                  <a:ext cx="98640" cy="98640"/>
                </a:xfrm>
                <a:prstGeom prst="rect"/>
                <a:solidFill>
                  <a:srgbClr val="009F8C">
                    <a:alpha val="60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49320" tIns="4932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0525" name="Google Shape;1375;p16"/>
                <p:cNvSpPr/>
                <p:nvPr/>
              </p:nvSpPr>
              <p:spPr>
                <a:xfrm>
                  <a:off x="456480" y="-362880"/>
                  <a:ext cx="88920" cy="88920"/>
                </a:xfrm>
                <a:prstGeom prst="rect"/>
                <a:solidFill>
                  <a:srgbClr val="009F8C">
                    <a:alpha val="65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44640" tIns="4464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0526" name="Google Shape;1376;p16"/>
                <p:cNvSpPr/>
                <p:nvPr/>
              </p:nvSpPr>
              <p:spPr>
                <a:xfrm>
                  <a:off x="456480" y="-569160"/>
                  <a:ext cx="88920" cy="88920"/>
                </a:xfrm>
                <a:prstGeom prst="rect"/>
                <a:solidFill>
                  <a:srgbClr val="009F8C">
                    <a:alpha val="70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44640" tIns="4464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0527" name="Google Shape;1377;p16"/>
                <p:cNvSpPr/>
                <p:nvPr/>
              </p:nvSpPr>
              <p:spPr>
                <a:xfrm>
                  <a:off x="461520" y="-786600"/>
                  <a:ext cx="79200" cy="79200"/>
                </a:xfrm>
                <a:prstGeom prst="rect"/>
                <a:solidFill>
                  <a:srgbClr val="009F8C">
                    <a:alpha val="80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39600" tIns="3960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</p:grpSp>
        </p:grpSp>
        <p:grpSp>
          <p:nvGrpSpPr>
            <p:cNvPr id="336" name="Google Shape;1378;p16"/>
            <p:cNvGrpSpPr/>
            <p:nvPr/>
          </p:nvGrpSpPr>
          <p:grpSpPr>
            <a:xfrm>
              <a:off x="8500320" y="2876040"/>
              <a:ext cx="142920" cy="2453760"/>
              <a:chOff x="8500320" y="2876040"/>
              <a:chExt cx="142920" cy="2453760"/>
            </a:xfrm>
          </p:grpSpPr>
          <p:grpSp>
            <p:nvGrpSpPr>
              <p:cNvPr id="337" name="Google Shape;1379;p16"/>
              <p:cNvGrpSpPr/>
              <p:nvPr/>
            </p:nvGrpSpPr>
            <p:grpSpPr>
              <a:xfrm>
                <a:off x="8500320" y="2876040"/>
                <a:ext cx="142920" cy="2453760"/>
                <a:chOff x="8500320" y="2876040"/>
                <a:chExt cx="142920" cy="2453760"/>
              </a:xfrm>
            </p:grpSpPr>
            <p:sp>
              <p:nvSpPr>
                <p:cNvPr id="1050528" name="Google Shape;1380;p16"/>
                <p:cNvSpPr/>
                <p:nvPr/>
              </p:nvSpPr>
              <p:spPr>
                <a:xfrm>
                  <a:off x="8500320" y="5186880"/>
                  <a:ext cx="142920" cy="142920"/>
                </a:xfrm>
                <a:prstGeom prst="rect"/>
                <a:gradFill rotWithShape="0">
                  <a:gsLst>
                    <a:gs pos="0">
                      <a:srgbClr val="B6F8F0"/>
                    </a:gs>
                    <a:gs pos="100000">
                      <a:srgbClr val="7DF3E5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71640" tIns="7164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0529" name="Google Shape;1381;p16"/>
                <p:cNvSpPr/>
                <p:nvPr/>
              </p:nvSpPr>
              <p:spPr>
                <a:xfrm>
                  <a:off x="8508600" y="4976280"/>
                  <a:ext cx="126000" cy="126360"/>
                </a:xfrm>
                <a:prstGeom prst="rect"/>
                <a:gradFill rotWithShape="0">
                  <a:gsLst>
                    <a:gs pos="0">
                      <a:srgbClr val="B6F8F0"/>
                    </a:gs>
                    <a:gs pos="100000">
                      <a:srgbClr val="7DF3E5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63360" tIns="6336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0530" name="Google Shape;1382;p16"/>
                <p:cNvSpPr/>
                <p:nvPr/>
              </p:nvSpPr>
              <p:spPr>
                <a:xfrm>
                  <a:off x="8508600" y="4765680"/>
                  <a:ext cx="126000" cy="126360"/>
                </a:xfrm>
                <a:prstGeom prst="rect"/>
                <a:gradFill rotWithShape="0">
                  <a:gsLst>
                    <a:gs pos="0">
                      <a:srgbClr val="B6F8F0"/>
                    </a:gs>
                    <a:gs pos="100000">
                      <a:srgbClr val="7DF3E5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63360" tIns="6336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0531" name="Google Shape;1383;p16"/>
                <p:cNvSpPr/>
                <p:nvPr/>
              </p:nvSpPr>
              <p:spPr>
                <a:xfrm>
                  <a:off x="8508600" y="4554720"/>
                  <a:ext cx="126000" cy="126360"/>
                </a:xfrm>
                <a:prstGeom prst="rect"/>
                <a:gradFill rotWithShape="0">
                  <a:gsLst>
                    <a:gs pos="0">
                      <a:srgbClr val="B6F8F0"/>
                    </a:gs>
                    <a:gs pos="100000">
                      <a:srgbClr val="7DF3E5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63360" tIns="6336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0532" name="Google Shape;1384;p16"/>
                <p:cNvSpPr/>
                <p:nvPr/>
              </p:nvSpPr>
              <p:spPr>
                <a:xfrm>
                  <a:off x="8513280" y="4344120"/>
                  <a:ext cx="117360" cy="117720"/>
                </a:xfrm>
                <a:prstGeom prst="rect"/>
                <a:gradFill rotWithShape="0">
                  <a:gsLst>
                    <a:gs pos="0">
                      <a:srgbClr val="B6F8F0"/>
                    </a:gs>
                    <a:gs pos="100000">
                      <a:srgbClr val="7DF3E5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59040" tIns="5904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0533" name="Google Shape;1385;p16"/>
                <p:cNvSpPr/>
                <p:nvPr/>
              </p:nvSpPr>
              <p:spPr>
                <a:xfrm>
                  <a:off x="8513280" y="4133520"/>
                  <a:ext cx="117360" cy="117720"/>
                </a:xfrm>
                <a:prstGeom prst="rect"/>
                <a:gradFill rotWithShape="0">
                  <a:gsLst>
                    <a:gs pos="0">
                      <a:srgbClr val="B6F8F0"/>
                    </a:gs>
                    <a:gs pos="100000">
                      <a:srgbClr val="7DF3E5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59040" tIns="5904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0534" name="Google Shape;1386;p16"/>
                <p:cNvSpPr/>
                <p:nvPr/>
              </p:nvSpPr>
              <p:spPr>
                <a:xfrm>
                  <a:off x="8515080" y="3922560"/>
                  <a:ext cx="113040" cy="113040"/>
                </a:xfrm>
                <a:prstGeom prst="rect"/>
                <a:gradFill rotWithShape="0">
                  <a:gsLst>
                    <a:gs pos="0">
                      <a:srgbClr val="B6F8F0"/>
                    </a:gs>
                    <a:gs pos="100000">
                      <a:srgbClr val="7DF3E5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56520" tIns="5652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0535" name="Google Shape;1387;p16"/>
                <p:cNvSpPr/>
                <p:nvPr/>
              </p:nvSpPr>
              <p:spPr>
                <a:xfrm>
                  <a:off x="8517600" y="3711960"/>
                  <a:ext cx="108720" cy="108720"/>
                </a:xfrm>
                <a:prstGeom prst="rect"/>
                <a:gradFill rotWithShape="0">
                  <a:gsLst>
                    <a:gs pos="0">
                      <a:srgbClr val="B6F8F0"/>
                    </a:gs>
                    <a:gs pos="100000">
                      <a:srgbClr val="7DF3E5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54360" tIns="5436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0536" name="Google Shape;1388;p16"/>
                <p:cNvSpPr/>
                <p:nvPr/>
              </p:nvSpPr>
              <p:spPr>
                <a:xfrm>
                  <a:off x="8522280" y="3505680"/>
                  <a:ext cx="98640" cy="98640"/>
                </a:xfrm>
                <a:prstGeom prst="rect"/>
                <a:gradFill rotWithShape="0">
                  <a:gsLst>
                    <a:gs pos="0">
                      <a:srgbClr val="B6F8F0"/>
                    </a:gs>
                    <a:gs pos="100000">
                      <a:srgbClr val="7DF3E5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49320" tIns="4932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0537" name="Google Shape;1389;p16"/>
                <p:cNvSpPr/>
                <p:nvPr/>
              </p:nvSpPr>
              <p:spPr>
                <a:xfrm>
                  <a:off x="8527320" y="3299400"/>
                  <a:ext cx="88920" cy="88920"/>
                </a:xfrm>
                <a:prstGeom prst="rect"/>
                <a:gradFill rotWithShape="0">
                  <a:gsLst>
                    <a:gs pos="0">
                      <a:srgbClr val="B6F8F0"/>
                    </a:gs>
                    <a:gs pos="100000">
                      <a:srgbClr val="7DF3E5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44640" tIns="4464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0538" name="Google Shape;1390;p16"/>
                <p:cNvSpPr/>
                <p:nvPr/>
              </p:nvSpPr>
              <p:spPr>
                <a:xfrm>
                  <a:off x="8527320" y="3093120"/>
                  <a:ext cx="88920" cy="88920"/>
                </a:xfrm>
                <a:prstGeom prst="rect"/>
                <a:gradFill rotWithShape="0">
                  <a:gsLst>
                    <a:gs pos="0">
                      <a:srgbClr val="B6F8F0"/>
                    </a:gs>
                    <a:gs pos="100000">
                      <a:srgbClr val="7DF3E5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44640" tIns="4464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0539" name="Google Shape;1391;p16"/>
                <p:cNvSpPr/>
                <p:nvPr/>
              </p:nvSpPr>
              <p:spPr>
                <a:xfrm>
                  <a:off x="8532000" y="2876040"/>
                  <a:ext cx="79200" cy="79200"/>
                </a:xfrm>
                <a:prstGeom prst="rect"/>
                <a:gradFill rotWithShape="0">
                  <a:gsLst>
                    <a:gs pos="0">
                      <a:srgbClr val="B6F8F0"/>
                    </a:gs>
                    <a:gs pos="100000">
                      <a:srgbClr val="7DF3E5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39600" tIns="3960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</p:grpSp>
          <p:grpSp>
            <p:nvGrpSpPr>
              <p:cNvPr id="338" name="Google Shape;1392;p16"/>
              <p:cNvGrpSpPr/>
              <p:nvPr/>
            </p:nvGrpSpPr>
            <p:grpSpPr>
              <a:xfrm>
                <a:off x="8500320" y="2876040"/>
                <a:ext cx="142920" cy="2453760"/>
                <a:chOff x="8500320" y="2876040"/>
                <a:chExt cx="142920" cy="2453760"/>
              </a:xfrm>
            </p:grpSpPr>
            <p:sp>
              <p:nvSpPr>
                <p:cNvPr id="1050540" name="Google Shape;1393;p16"/>
                <p:cNvSpPr/>
                <p:nvPr/>
              </p:nvSpPr>
              <p:spPr>
                <a:xfrm>
                  <a:off x="8500320" y="5186880"/>
                  <a:ext cx="142920" cy="142920"/>
                </a:xfrm>
                <a:prstGeom prst="rect"/>
                <a:noFill/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71640" tIns="7164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0541" name="Google Shape;1394;p16"/>
                <p:cNvSpPr/>
                <p:nvPr/>
              </p:nvSpPr>
              <p:spPr>
                <a:xfrm>
                  <a:off x="8508600" y="4976280"/>
                  <a:ext cx="126000" cy="126360"/>
                </a:xfrm>
                <a:prstGeom prst="rect"/>
                <a:solidFill>
                  <a:srgbClr val="009F8C">
                    <a:alpha val="5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63360" tIns="6336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0542" name="Google Shape;1395;p16"/>
                <p:cNvSpPr/>
                <p:nvPr/>
              </p:nvSpPr>
              <p:spPr>
                <a:xfrm>
                  <a:off x="8508600" y="4765680"/>
                  <a:ext cx="126000" cy="126360"/>
                </a:xfrm>
                <a:prstGeom prst="rect"/>
                <a:solidFill>
                  <a:srgbClr val="009F8C">
                    <a:alpha val="10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63360" tIns="6336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0543" name="Google Shape;1396;p16"/>
                <p:cNvSpPr/>
                <p:nvPr/>
              </p:nvSpPr>
              <p:spPr>
                <a:xfrm>
                  <a:off x="8508600" y="4554720"/>
                  <a:ext cx="126000" cy="126360"/>
                </a:xfrm>
                <a:prstGeom prst="rect"/>
                <a:solidFill>
                  <a:srgbClr val="009F8C">
                    <a:alpha val="20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63360" tIns="6336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0544" name="Google Shape;1397;p16"/>
                <p:cNvSpPr/>
                <p:nvPr/>
              </p:nvSpPr>
              <p:spPr>
                <a:xfrm>
                  <a:off x="8513280" y="4344120"/>
                  <a:ext cx="117360" cy="117720"/>
                </a:xfrm>
                <a:prstGeom prst="rect"/>
                <a:solidFill>
                  <a:srgbClr val="009F8C">
                    <a:alpha val="30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59040" tIns="5904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0545" name="Google Shape;1398;p16"/>
                <p:cNvSpPr/>
                <p:nvPr/>
              </p:nvSpPr>
              <p:spPr>
                <a:xfrm>
                  <a:off x="8513280" y="4133520"/>
                  <a:ext cx="117360" cy="117720"/>
                </a:xfrm>
                <a:prstGeom prst="rect"/>
                <a:solidFill>
                  <a:srgbClr val="009F8C">
                    <a:alpha val="40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59040" tIns="5904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0546" name="Google Shape;1399;p16"/>
                <p:cNvSpPr/>
                <p:nvPr/>
              </p:nvSpPr>
              <p:spPr>
                <a:xfrm>
                  <a:off x="8515080" y="3922560"/>
                  <a:ext cx="113040" cy="113040"/>
                </a:xfrm>
                <a:prstGeom prst="rect"/>
                <a:solidFill>
                  <a:srgbClr val="009F8C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56520" tIns="5652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0547" name="Google Shape;1400;p16"/>
                <p:cNvSpPr/>
                <p:nvPr/>
              </p:nvSpPr>
              <p:spPr>
                <a:xfrm>
                  <a:off x="8517600" y="3711960"/>
                  <a:ext cx="108720" cy="108720"/>
                </a:xfrm>
                <a:prstGeom prst="rect"/>
                <a:solidFill>
                  <a:srgbClr val="009F8C">
                    <a:alpha val="55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54360" tIns="5436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0548" name="Google Shape;1401;p16"/>
                <p:cNvSpPr/>
                <p:nvPr/>
              </p:nvSpPr>
              <p:spPr>
                <a:xfrm>
                  <a:off x="8522280" y="3505680"/>
                  <a:ext cx="98640" cy="98640"/>
                </a:xfrm>
                <a:prstGeom prst="rect"/>
                <a:solidFill>
                  <a:srgbClr val="009F8C">
                    <a:alpha val="60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49320" tIns="4932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0549" name="Google Shape;1402;p16"/>
                <p:cNvSpPr/>
                <p:nvPr/>
              </p:nvSpPr>
              <p:spPr>
                <a:xfrm>
                  <a:off x="8527320" y="3299400"/>
                  <a:ext cx="88920" cy="88920"/>
                </a:xfrm>
                <a:prstGeom prst="rect"/>
                <a:solidFill>
                  <a:srgbClr val="009F8C">
                    <a:alpha val="65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44640" tIns="4464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0550" name="Google Shape;1403;p16"/>
                <p:cNvSpPr/>
                <p:nvPr/>
              </p:nvSpPr>
              <p:spPr>
                <a:xfrm>
                  <a:off x="8527320" y="3093120"/>
                  <a:ext cx="88920" cy="88920"/>
                </a:xfrm>
                <a:prstGeom prst="rect"/>
                <a:solidFill>
                  <a:srgbClr val="009F8C">
                    <a:alpha val="70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44640" tIns="4464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0551" name="Google Shape;1404;p16"/>
                <p:cNvSpPr/>
                <p:nvPr/>
              </p:nvSpPr>
              <p:spPr>
                <a:xfrm>
                  <a:off x="8532000" y="2876040"/>
                  <a:ext cx="79200" cy="79200"/>
                </a:xfrm>
                <a:prstGeom prst="rect"/>
                <a:solidFill>
                  <a:srgbClr val="009F8C">
                    <a:alpha val="80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39600" tIns="3960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</p:grpSp>
        </p:grpSp>
        <p:grpSp>
          <p:nvGrpSpPr>
            <p:cNvPr id="339" name="Google Shape;1405;p16"/>
            <p:cNvGrpSpPr/>
            <p:nvPr/>
          </p:nvGrpSpPr>
          <p:grpSpPr>
            <a:xfrm>
              <a:off x="8827920" y="981000"/>
              <a:ext cx="142920" cy="2453760"/>
              <a:chOff x="8827920" y="981000"/>
              <a:chExt cx="142920" cy="2453760"/>
            </a:xfrm>
          </p:grpSpPr>
          <p:grpSp>
            <p:nvGrpSpPr>
              <p:cNvPr id="340" name="Google Shape;1406;p16"/>
              <p:cNvGrpSpPr/>
              <p:nvPr/>
            </p:nvGrpSpPr>
            <p:grpSpPr>
              <a:xfrm>
                <a:off x="8827920" y="981000"/>
                <a:ext cx="142920" cy="2453760"/>
                <a:chOff x="8827920" y="981000"/>
                <a:chExt cx="142920" cy="2453760"/>
              </a:xfrm>
            </p:grpSpPr>
            <p:sp>
              <p:nvSpPr>
                <p:cNvPr id="1050552" name="Google Shape;1407;p16"/>
                <p:cNvSpPr/>
                <p:nvPr/>
              </p:nvSpPr>
              <p:spPr>
                <a:xfrm>
                  <a:off x="8827920" y="3291840"/>
                  <a:ext cx="142920" cy="142920"/>
                </a:xfrm>
                <a:prstGeom prst="rect"/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71640" tIns="7164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0553" name="Google Shape;1408;p16"/>
                <p:cNvSpPr/>
                <p:nvPr/>
              </p:nvSpPr>
              <p:spPr>
                <a:xfrm>
                  <a:off x="8836200" y="3081240"/>
                  <a:ext cx="126000" cy="126360"/>
                </a:xfrm>
                <a:prstGeom prst="rect"/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63360" tIns="6336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0554" name="Google Shape;1409;p16"/>
                <p:cNvSpPr/>
                <p:nvPr/>
              </p:nvSpPr>
              <p:spPr>
                <a:xfrm>
                  <a:off x="8836200" y="2870280"/>
                  <a:ext cx="126000" cy="126360"/>
                </a:xfrm>
                <a:prstGeom prst="rect"/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63360" tIns="6336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0555" name="Google Shape;1410;p16"/>
                <p:cNvSpPr/>
                <p:nvPr/>
              </p:nvSpPr>
              <p:spPr>
                <a:xfrm>
                  <a:off x="8836200" y="2659680"/>
                  <a:ext cx="126000" cy="126360"/>
                </a:xfrm>
                <a:prstGeom prst="rect"/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63360" tIns="6336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0556" name="Google Shape;1411;p16"/>
                <p:cNvSpPr/>
                <p:nvPr/>
              </p:nvSpPr>
              <p:spPr>
                <a:xfrm>
                  <a:off x="8840520" y="2449080"/>
                  <a:ext cx="117360" cy="117720"/>
                </a:xfrm>
                <a:prstGeom prst="rect"/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59040" tIns="5904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0557" name="Google Shape;1412;p16"/>
                <p:cNvSpPr/>
                <p:nvPr/>
              </p:nvSpPr>
              <p:spPr>
                <a:xfrm>
                  <a:off x="8840520" y="2238120"/>
                  <a:ext cx="117360" cy="117720"/>
                </a:xfrm>
                <a:prstGeom prst="rect"/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59040" tIns="5904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0558" name="Google Shape;1413;p16"/>
                <p:cNvSpPr/>
                <p:nvPr/>
              </p:nvSpPr>
              <p:spPr>
                <a:xfrm>
                  <a:off x="8842680" y="2027520"/>
                  <a:ext cx="113040" cy="113040"/>
                </a:xfrm>
                <a:prstGeom prst="rect"/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56520" tIns="5652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0559" name="Google Shape;1414;p16"/>
                <p:cNvSpPr/>
                <p:nvPr/>
              </p:nvSpPr>
              <p:spPr>
                <a:xfrm>
                  <a:off x="8844840" y="1816920"/>
                  <a:ext cx="108720" cy="108720"/>
                </a:xfrm>
                <a:prstGeom prst="rect"/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54360" tIns="5436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0560" name="Google Shape;1415;p16"/>
                <p:cNvSpPr/>
                <p:nvPr/>
              </p:nvSpPr>
              <p:spPr>
                <a:xfrm>
                  <a:off x="8849880" y="1610640"/>
                  <a:ext cx="98640" cy="98640"/>
                </a:xfrm>
                <a:prstGeom prst="rect"/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49320" tIns="4932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0561" name="Google Shape;1416;p16"/>
                <p:cNvSpPr/>
                <p:nvPr/>
              </p:nvSpPr>
              <p:spPr>
                <a:xfrm>
                  <a:off x="8854920" y="1404360"/>
                  <a:ext cx="88920" cy="88920"/>
                </a:xfrm>
                <a:prstGeom prst="rect"/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44640" tIns="4464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0562" name="Google Shape;1417;p16"/>
                <p:cNvSpPr/>
                <p:nvPr/>
              </p:nvSpPr>
              <p:spPr>
                <a:xfrm>
                  <a:off x="8854920" y="1198080"/>
                  <a:ext cx="88920" cy="88920"/>
                </a:xfrm>
                <a:prstGeom prst="rect"/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44640" tIns="4464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0563" name="Google Shape;1418;p16"/>
                <p:cNvSpPr/>
                <p:nvPr/>
              </p:nvSpPr>
              <p:spPr>
                <a:xfrm>
                  <a:off x="8859600" y="981000"/>
                  <a:ext cx="79200" cy="79200"/>
                </a:xfrm>
                <a:prstGeom prst="rect"/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39600" tIns="3960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</p:grpSp>
          <p:grpSp>
            <p:nvGrpSpPr>
              <p:cNvPr id="341" name="Google Shape;1419;p16"/>
              <p:cNvGrpSpPr/>
              <p:nvPr/>
            </p:nvGrpSpPr>
            <p:grpSpPr>
              <a:xfrm>
                <a:off x="8827920" y="981000"/>
                <a:ext cx="142920" cy="2453760"/>
                <a:chOff x="8827920" y="981000"/>
                <a:chExt cx="142920" cy="2453760"/>
              </a:xfrm>
            </p:grpSpPr>
            <p:sp>
              <p:nvSpPr>
                <p:cNvPr id="1050564" name="Google Shape;1420;p16"/>
                <p:cNvSpPr/>
                <p:nvPr/>
              </p:nvSpPr>
              <p:spPr>
                <a:xfrm>
                  <a:off x="8827920" y="3291840"/>
                  <a:ext cx="142920" cy="142920"/>
                </a:xfrm>
                <a:prstGeom prst="rect"/>
                <a:noFill/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71640" tIns="7164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0565" name="Google Shape;1421;p16"/>
                <p:cNvSpPr/>
                <p:nvPr/>
              </p:nvSpPr>
              <p:spPr>
                <a:xfrm>
                  <a:off x="8836200" y="3081240"/>
                  <a:ext cx="126000" cy="126360"/>
                </a:xfrm>
                <a:prstGeom prst="rect"/>
                <a:solidFill>
                  <a:srgbClr val="009F8C">
                    <a:alpha val="5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63360" tIns="6336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0566" name="Google Shape;1422;p16"/>
                <p:cNvSpPr/>
                <p:nvPr/>
              </p:nvSpPr>
              <p:spPr>
                <a:xfrm>
                  <a:off x="8836200" y="2870280"/>
                  <a:ext cx="126000" cy="126360"/>
                </a:xfrm>
                <a:prstGeom prst="rect"/>
                <a:solidFill>
                  <a:srgbClr val="009F8C">
                    <a:alpha val="10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63360" tIns="6336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0567" name="Google Shape;1423;p16"/>
                <p:cNvSpPr/>
                <p:nvPr/>
              </p:nvSpPr>
              <p:spPr>
                <a:xfrm>
                  <a:off x="8836200" y="2659680"/>
                  <a:ext cx="126000" cy="126360"/>
                </a:xfrm>
                <a:prstGeom prst="rect"/>
                <a:solidFill>
                  <a:srgbClr val="009F8C">
                    <a:alpha val="20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63360" tIns="6336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0568" name="Google Shape;1424;p16"/>
                <p:cNvSpPr/>
                <p:nvPr/>
              </p:nvSpPr>
              <p:spPr>
                <a:xfrm>
                  <a:off x="8840520" y="2449080"/>
                  <a:ext cx="117360" cy="117720"/>
                </a:xfrm>
                <a:prstGeom prst="rect"/>
                <a:solidFill>
                  <a:srgbClr val="009F8C">
                    <a:alpha val="30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59040" tIns="5904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0569" name="Google Shape;1425;p16"/>
                <p:cNvSpPr/>
                <p:nvPr/>
              </p:nvSpPr>
              <p:spPr>
                <a:xfrm>
                  <a:off x="8840520" y="2238120"/>
                  <a:ext cx="117360" cy="117720"/>
                </a:xfrm>
                <a:prstGeom prst="rect"/>
                <a:solidFill>
                  <a:srgbClr val="009F8C">
                    <a:alpha val="40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59040" tIns="5904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0570" name="Google Shape;1426;p16"/>
                <p:cNvSpPr/>
                <p:nvPr/>
              </p:nvSpPr>
              <p:spPr>
                <a:xfrm>
                  <a:off x="8842680" y="2027520"/>
                  <a:ext cx="113040" cy="113040"/>
                </a:xfrm>
                <a:prstGeom prst="rect"/>
                <a:solidFill>
                  <a:srgbClr val="009F8C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56520" tIns="5652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0571" name="Google Shape;1427;p16"/>
                <p:cNvSpPr/>
                <p:nvPr/>
              </p:nvSpPr>
              <p:spPr>
                <a:xfrm>
                  <a:off x="8844840" y="1816920"/>
                  <a:ext cx="108720" cy="108720"/>
                </a:xfrm>
                <a:prstGeom prst="rect"/>
                <a:solidFill>
                  <a:srgbClr val="009F8C">
                    <a:alpha val="55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54360" tIns="5436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0572" name="Google Shape;1428;p16"/>
                <p:cNvSpPr/>
                <p:nvPr/>
              </p:nvSpPr>
              <p:spPr>
                <a:xfrm>
                  <a:off x="8849880" y="1610640"/>
                  <a:ext cx="98640" cy="98640"/>
                </a:xfrm>
                <a:prstGeom prst="rect"/>
                <a:solidFill>
                  <a:srgbClr val="009F8C">
                    <a:alpha val="60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49320" tIns="4932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0573" name="Google Shape;1429;p16"/>
                <p:cNvSpPr/>
                <p:nvPr/>
              </p:nvSpPr>
              <p:spPr>
                <a:xfrm>
                  <a:off x="8854920" y="1404360"/>
                  <a:ext cx="88920" cy="88920"/>
                </a:xfrm>
                <a:prstGeom prst="rect"/>
                <a:solidFill>
                  <a:srgbClr val="009F8C">
                    <a:alpha val="65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44640" tIns="4464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0574" name="Google Shape;1430;p16"/>
                <p:cNvSpPr/>
                <p:nvPr/>
              </p:nvSpPr>
              <p:spPr>
                <a:xfrm>
                  <a:off x="8854920" y="1198080"/>
                  <a:ext cx="88920" cy="88920"/>
                </a:xfrm>
                <a:prstGeom prst="rect"/>
                <a:solidFill>
                  <a:srgbClr val="009F8C">
                    <a:alpha val="70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44640" tIns="4464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0575" name="Google Shape;1431;p16"/>
                <p:cNvSpPr/>
                <p:nvPr/>
              </p:nvSpPr>
              <p:spPr>
                <a:xfrm>
                  <a:off x="8859600" y="981000"/>
                  <a:ext cx="79200" cy="79200"/>
                </a:xfrm>
                <a:prstGeom prst="rect"/>
                <a:solidFill>
                  <a:srgbClr val="009F8C">
                    <a:alpha val="80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39600" tIns="3960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</p:grpSp>
        </p:grpSp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blank">
  <p:cSld name="BLANK_1_1">
    <p:bg>
      <p:bgPr>
        <a:solidFill>
          <a:schemeClr val="lt1"/>
        </a:solidFill>
      </p:bgPr>
    </p:bg>
    <p:spTree>
      <p:nvGrpSpPr>
        <p:cNvPr id="41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1087" name="PlaceHolder 1"/>
          <p:cNvSpPr>
            <a:spLocks noGrp="1"/>
          </p:cNvSpPr>
          <p:nvPr>
            <p:ph type="title"/>
          </p:nvPr>
        </p:nvSpPr>
        <p:spPr>
          <a:xfrm>
            <a:off x="2539080" y="3227760"/>
            <a:ext cx="5378040" cy="661320"/>
          </a:xfrm>
          <a:prstGeom prst="rect"/>
          <a:noFill/>
          <a:ln w="0">
            <a:noFill/>
          </a:ln>
        </p:spPr>
        <p:txBody>
          <a:bodyPr anchor="t" bIns="91440" lIns="91440" rIns="91440" tIns="91440">
            <a:noAutofit/>
          </a:bodyPr>
          <a:p>
            <a:pPr indent="0">
              <a:buNone/>
            </a:pPr>
            <a:r>
              <a:rPr b="0" sz="3500" lang="fr-FR" strike="noStrike" u="none">
                <a:solidFill>
                  <a:schemeClr val="dk1"/>
                </a:solidFill>
                <a:effectLst/>
                <a:latin typeface="Arial"/>
              </a:rPr>
              <a:t>Click to edit the title text format</a:t>
            </a:r>
            <a:endParaRPr b="0" sz="3500" lang="fr-FR" strike="noStrike" u="none">
              <a:solidFill>
                <a:schemeClr val="dk1"/>
              </a:solidFill>
              <a:effectLst/>
              <a:latin typeface="Arial"/>
            </a:endParaRPr>
          </a:p>
        </p:txBody>
      </p:sp>
      <p:grpSp>
        <p:nvGrpSpPr>
          <p:cNvPr id="418" name="Google Shape;1435;p17"/>
          <p:cNvGrpSpPr/>
          <p:nvPr/>
        </p:nvGrpSpPr>
        <p:grpSpPr>
          <a:xfrm>
            <a:off x="264960" y="-2067480"/>
            <a:ext cx="8613360" cy="7391160"/>
            <a:chOff x="264960" y="-2067480"/>
            <a:chExt cx="8613360" cy="7391160"/>
          </a:xfrm>
        </p:grpSpPr>
        <p:grpSp>
          <p:nvGrpSpPr>
            <p:cNvPr id="419" name="Google Shape;1436;p17"/>
            <p:cNvGrpSpPr/>
            <p:nvPr/>
          </p:nvGrpSpPr>
          <p:grpSpPr>
            <a:xfrm>
              <a:off x="1046160" y="-1747440"/>
              <a:ext cx="142920" cy="2454120"/>
              <a:chOff x="1046160" y="-1747440"/>
              <a:chExt cx="142920" cy="2454120"/>
            </a:xfrm>
          </p:grpSpPr>
          <p:grpSp>
            <p:nvGrpSpPr>
              <p:cNvPr id="420" name="Google Shape;1437;p17"/>
              <p:cNvGrpSpPr/>
              <p:nvPr/>
            </p:nvGrpSpPr>
            <p:grpSpPr>
              <a:xfrm>
                <a:off x="1046160" y="-1747440"/>
                <a:ext cx="142920" cy="2454120"/>
                <a:chOff x="1046160" y="-1747440"/>
                <a:chExt cx="142920" cy="2454120"/>
              </a:xfrm>
            </p:grpSpPr>
            <p:sp>
              <p:nvSpPr>
                <p:cNvPr id="1051088" name="Google Shape;1438;p17"/>
                <p:cNvSpPr/>
                <p:nvPr/>
              </p:nvSpPr>
              <p:spPr>
                <a:xfrm>
                  <a:off x="1046160" y="563760"/>
                  <a:ext cx="142920" cy="142920"/>
                </a:xfrm>
                <a:prstGeom prst="rect"/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71640" tIns="7164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1089" name="Google Shape;1439;p17"/>
                <p:cNvSpPr/>
                <p:nvPr/>
              </p:nvSpPr>
              <p:spPr>
                <a:xfrm>
                  <a:off x="1054800" y="352800"/>
                  <a:ext cx="126000" cy="126360"/>
                </a:xfrm>
                <a:prstGeom prst="rect"/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63360" tIns="6336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1090" name="Google Shape;1440;p17"/>
                <p:cNvSpPr/>
                <p:nvPr/>
              </p:nvSpPr>
              <p:spPr>
                <a:xfrm>
                  <a:off x="1054800" y="142200"/>
                  <a:ext cx="126000" cy="126360"/>
                </a:xfrm>
                <a:prstGeom prst="rect"/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63360" tIns="6336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1091" name="Google Shape;1441;p17"/>
                <p:cNvSpPr/>
                <p:nvPr/>
              </p:nvSpPr>
              <p:spPr>
                <a:xfrm>
                  <a:off x="1054800" y="-68400"/>
                  <a:ext cx="126000" cy="126360"/>
                </a:xfrm>
                <a:prstGeom prst="rect"/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63360" tIns="6336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1092" name="Google Shape;1442;p17"/>
                <p:cNvSpPr/>
                <p:nvPr/>
              </p:nvSpPr>
              <p:spPr>
                <a:xfrm>
                  <a:off x="1059120" y="-279360"/>
                  <a:ext cx="117360" cy="117720"/>
                </a:xfrm>
                <a:prstGeom prst="rect"/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59040" tIns="5904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1093" name="Google Shape;1443;p17"/>
                <p:cNvSpPr/>
                <p:nvPr/>
              </p:nvSpPr>
              <p:spPr>
                <a:xfrm>
                  <a:off x="1059120" y="-489960"/>
                  <a:ext cx="117360" cy="117720"/>
                </a:xfrm>
                <a:prstGeom prst="rect"/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59040" tIns="5904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1094" name="Google Shape;1444;p17"/>
                <p:cNvSpPr/>
                <p:nvPr/>
              </p:nvSpPr>
              <p:spPr>
                <a:xfrm>
                  <a:off x="1060920" y="-700560"/>
                  <a:ext cx="113040" cy="113040"/>
                </a:xfrm>
                <a:prstGeom prst="rect"/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56520" tIns="5652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1095" name="Google Shape;1445;p17"/>
                <p:cNvSpPr/>
                <p:nvPr/>
              </p:nvSpPr>
              <p:spPr>
                <a:xfrm>
                  <a:off x="1063440" y="-911520"/>
                  <a:ext cx="108720" cy="108720"/>
                </a:xfrm>
                <a:prstGeom prst="rect"/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54360" tIns="5436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1096" name="Google Shape;1446;p17"/>
                <p:cNvSpPr/>
                <p:nvPr/>
              </p:nvSpPr>
              <p:spPr>
                <a:xfrm>
                  <a:off x="1068120" y="-1117800"/>
                  <a:ext cx="98640" cy="98640"/>
                </a:xfrm>
                <a:prstGeom prst="rect"/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49320" tIns="4932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1097" name="Google Shape;1447;p17"/>
                <p:cNvSpPr/>
                <p:nvPr/>
              </p:nvSpPr>
              <p:spPr>
                <a:xfrm>
                  <a:off x="1073160" y="-1323720"/>
                  <a:ext cx="88920" cy="88920"/>
                </a:xfrm>
                <a:prstGeom prst="rect"/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44640" tIns="4464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1098" name="Google Shape;1448;p17"/>
                <p:cNvSpPr/>
                <p:nvPr/>
              </p:nvSpPr>
              <p:spPr>
                <a:xfrm>
                  <a:off x="1073160" y="-1530000"/>
                  <a:ext cx="88920" cy="88920"/>
                </a:xfrm>
                <a:prstGeom prst="rect"/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44640" tIns="4464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1099" name="Google Shape;1449;p17"/>
                <p:cNvSpPr/>
                <p:nvPr/>
              </p:nvSpPr>
              <p:spPr>
                <a:xfrm>
                  <a:off x="1078200" y="-1747440"/>
                  <a:ext cx="79200" cy="79200"/>
                </a:xfrm>
                <a:prstGeom prst="rect"/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39600" tIns="3960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</p:grpSp>
          <p:grpSp>
            <p:nvGrpSpPr>
              <p:cNvPr id="421" name="Google Shape;1450;p17"/>
              <p:cNvGrpSpPr/>
              <p:nvPr/>
            </p:nvGrpSpPr>
            <p:grpSpPr>
              <a:xfrm>
                <a:off x="1046160" y="-1747440"/>
                <a:ext cx="142920" cy="2454120"/>
                <a:chOff x="1046160" y="-1747440"/>
                <a:chExt cx="142920" cy="2454120"/>
              </a:xfrm>
            </p:grpSpPr>
            <p:sp>
              <p:nvSpPr>
                <p:cNvPr id="1051100" name="Google Shape;1451;p17"/>
                <p:cNvSpPr/>
                <p:nvPr/>
              </p:nvSpPr>
              <p:spPr>
                <a:xfrm>
                  <a:off x="1046160" y="563760"/>
                  <a:ext cx="142920" cy="142920"/>
                </a:xfrm>
                <a:prstGeom prst="rect"/>
                <a:noFill/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71640" tIns="7164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1101" name="Google Shape;1452;p17"/>
                <p:cNvSpPr/>
                <p:nvPr/>
              </p:nvSpPr>
              <p:spPr>
                <a:xfrm>
                  <a:off x="1054800" y="352800"/>
                  <a:ext cx="126000" cy="126360"/>
                </a:xfrm>
                <a:prstGeom prst="rect"/>
                <a:solidFill>
                  <a:srgbClr val="009F8C">
                    <a:alpha val="5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63360" tIns="6336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1102" name="Google Shape;1453;p17"/>
                <p:cNvSpPr/>
                <p:nvPr/>
              </p:nvSpPr>
              <p:spPr>
                <a:xfrm>
                  <a:off x="1054800" y="142200"/>
                  <a:ext cx="126000" cy="126360"/>
                </a:xfrm>
                <a:prstGeom prst="rect"/>
                <a:solidFill>
                  <a:srgbClr val="009F8C">
                    <a:alpha val="10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63360" tIns="6336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1103" name="Google Shape;1454;p17"/>
                <p:cNvSpPr/>
                <p:nvPr/>
              </p:nvSpPr>
              <p:spPr>
                <a:xfrm>
                  <a:off x="1054800" y="-68400"/>
                  <a:ext cx="126000" cy="126360"/>
                </a:xfrm>
                <a:prstGeom prst="rect"/>
                <a:solidFill>
                  <a:srgbClr val="009F8C">
                    <a:alpha val="20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63360" tIns="6336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1104" name="Google Shape;1455;p17"/>
                <p:cNvSpPr/>
                <p:nvPr/>
              </p:nvSpPr>
              <p:spPr>
                <a:xfrm>
                  <a:off x="1059120" y="-279360"/>
                  <a:ext cx="117360" cy="117720"/>
                </a:xfrm>
                <a:prstGeom prst="rect"/>
                <a:solidFill>
                  <a:srgbClr val="009F8C">
                    <a:alpha val="30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59040" tIns="5904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1105" name="Google Shape;1456;p17"/>
                <p:cNvSpPr/>
                <p:nvPr/>
              </p:nvSpPr>
              <p:spPr>
                <a:xfrm>
                  <a:off x="1059120" y="-489960"/>
                  <a:ext cx="117360" cy="117720"/>
                </a:xfrm>
                <a:prstGeom prst="rect"/>
                <a:solidFill>
                  <a:srgbClr val="009F8C">
                    <a:alpha val="40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59040" tIns="5904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1106" name="Google Shape;1457;p17"/>
                <p:cNvSpPr/>
                <p:nvPr/>
              </p:nvSpPr>
              <p:spPr>
                <a:xfrm>
                  <a:off x="1060920" y="-700560"/>
                  <a:ext cx="113040" cy="113040"/>
                </a:xfrm>
                <a:prstGeom prst="rect"/>
                <a:solidFill>
                  <a:srgbClr val="009F8C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56520" tIns="5652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1107" name="Google Shape;1458;p17"/>
                <p:cNvSpPr/>
                <p:nvPr/>
              </p:nvSpPr>
              <p:spPr>
                <a:xfrm>
                  <a:off x="1063440" y="-911520"/>
                  <a:ext cx="108720" cy="108720"/>
                </a:xfrm>
                <a:prstGeom prst="rect"/>
                <a:solidFill>
                  <a:srgbClr val="009F8C">
                    <a:alpha val="55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54360" tIns="5436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1108" name="Google Shape;1459;p17"/>
                <p:cNvSpPr/>
                <p:nvPr/>
              </p:nvSpPr>
              <p:spPr>
                <a:xfrm>
                  <a:off x="1068120" y="-1117800"/>
                  <a:ext cx="98640" cy="98640"/>
                </a:xfrm>
                <a:prstGeom prst="rect"/>
                <a:solidFill>
                  <a:srgbClr val="009F8C">
                    <a:alpha val="60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49320" tIns="4932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1109" name="Google Shape;1460;p17"/>
                <p:cNvSpPr/>
                <p:nvPr/>
              </p:nvSpPr>
              <p:spPr>
                <a:xfrm>
                  <a:off x="1073160" y="-1323720"/>
                  <a:ext cx="88920" cy="88920"/>
                </a:xfrm>
                <a:prstGeom prst="rect"/>
                <a:solidFill>
                  <a:srgbClr val="009F8C">
                    <a:alpha val="65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44640" tIns="4464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1110" name="Google Shape;1461;p17"/>
                <p:cNvSpPr/>
                <p:nvPr/>
              </p:nvSpPr>
              <p:spPr>
                <a:xfrm>
                  <a:off x="1073160" y="-1530000"/>
                  <a:ext cx="88920" cy="88920"/>
                </a:xfrm>
                <a:prstGeom prst="rect"/>
                <a:solidFill>
                  <a:srgbClr val="009F8C">
                    <a:alpha val="70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44640" tIns="4464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1111" name="Google Shape;1462;p17"/>
                <p:cNvSpPr/>
                <p:nvPr/>
              </p:nvSpPr>
              <p:spPr>
                <a:xfrm>
                  <a:off x="1078200" y="-1747440"/>
                  <a:ext cx="79200" cy="79200"/>
                </a:xfrm>
                <a:prstGeom prst="rect"/>
                <a:solidFill>
                  <a:srgbClr val="009F8C">
                    <a:alpha val="80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39600" tIns="3960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</p:grpSp>
        </p:grpSp>
        <p:grpSp>
          <p:nvGrpSpPr>
            <p:cNvPr id="422" name="Google Shape;1463;p17"/>
            <p:cNvGrpSpPr/>
            <p:nvPr/>
          </p:nvGrpSpPr>
          <p:grpSpPr>
            <a:xfrm>
              <a:off x="6593040" y="-2067480"/>
              <a:ext cx="142920" cy="2453760"/>
              <a:chOff x="6593040" y="-2067480"/>
              <a:chExt cx="142920" cy="2453760"/>
            </a:xfrm>
          </p:grpSpPr>
          <p:grpSp>
            <p:nvGrpSpPr>
              <p:cNvPr id="423" name="Google Shape;1464;p17"/>
              <p:cNvGrpSpPr/>
              <p:nvPr/>
            </p:nvGrpSpPr>
            <p:grpSpPr>
              <a:xfrm>
                <a:off x="6593040" y="-2067480"/>
                <a:ext cx="142920" cy="2453760"/>
                <a:chOff x="6593040" y="-2067480"/>
                <a:chExt cx="142920" cy="2453760"/>
              </a:xfrm>
            </p:grpSpPr>
            <p:sp>
              <p:nvSpPr>
                <p:cNvPr id="1051112" name="Google Shape;1465;p17"/>
                <p:cNvSpPr/>
                <p:nvPr/>
              </p:nvSpPr>
              <p:spPr>
                <a:xfrm>
                  <a:off x="6593040" y="243360"/>
                  <a:ext cx="142920" cy="142920"/>
                </a:xfrm>
                <a:prstGeom prst="rect"/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71640" tIns="7164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1113" name="Google Shape;1466;p17"/>
                <p:cNvSpPr/>
                <p:nvPr/>
              </p:nvSpPr>
              <p:spPr>
                <a:xfrm>
                  <a:off x="6601680" y="32760"/>
                  <a:ext cx="126000" cy="126360"/>
                </a:xfrm>
                <a:prstGeom prst="rect"/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63360" tIns="6336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1114" name="Google Shape;1467;p17"/>
                <p:cNvSpPr/>
                <p:nvPr/>
              </p:nvSpPr>
              <p:spPr>
                <a:xfrm>
                  <a:off x="6601680" y="-178200"/>
                  <a:ext cx="126000" cy="126360"/>
                </a:xfrm>
                <a:prstGeom prst="rect"/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63360" tIns="6336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1115" name="Google Shape;1468;p17"/>
                <p:cNvSpPr/>
                <p:nvPr/>
              </p:nvSpPr>
              <p:spPr>
                <a:xfrm>
                  <a:off x="6601680" y="-388800"/>
                  <a:ext cx="126000" cy="126360"/>
                </a:xfrm>
                <a:prstGeom prst="rect"/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63360" tIns="6336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1116" name="Google Shape;1469;p17"/>
                <p:cNvSpPr/>
                <p:nvPr/>
              </p:nvSpPr>
              <p:spPr>
                <a:xfrm>
                  <a:off x="6606000" y="-599400"/>
                  <a:ext cx="117360" cy="117720"/>
                </a:xfrm>
                <a:prstGeom prst="rect"/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59040" tIns="5904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1117" name="Google Shape;1470;p17"/>
                <p:cNvSpPr/>
                <p:nvPr/>
              </p:nvSpPr>
              <p:spPr>
                <a:xfrm>
                  <a:off x="6606000" y="-810360"/>
                  <a:ext cx="117360" cy="117720"/>
                </a:xfrm>
                <a:prstGeom prst="rect"/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59040" tIns="5904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1118" name="Google Shape;1471;p17"/>
                <p:cNvSpPr/>
                <p:nvPr/>
              </p:nvSpPr>
              <p:spPr>
                <a:xfrm>
                  <a:off x="6608160" y="-1020960"/>
                  <a:ext cx="113040" cy="113040"/>
                </a:xfrm>
                <a:prstGeom prst="rect"/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56520" tIns="5652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1119" name="Google Shape;1472;p17"/>
                <p:cNvSpPr/>
                <p:nvPr/>
              </p:nvSpPr>
              <p:spPr>
                <a:xfrm>
                  <a:off x="6610320" y="-1231560"/>
                  <a:ext cx="108720" cy="108720"/>
                </a:xfrm>
                <a:prstGeom prst="rect"/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54360" tIns="5436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1120" name="Google Shape;1473;p17"/>
                <p:cNvSpPr/>
                <p:nvPr/>
              </p:nvSpPr>
              <p:spPr>
                <a:xfrm>
                  <a:off x="6615360" y="-1437840"/>
                  <a:ext cx="98640" cy="98640"/>
                </a:xfrm>
                <a:prstGeom prst="rect"/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49320" tIns="4932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1121" name="Google Shape;1474;p17"/>
                <p:cNvSpPr/>
                <p:nvPr/>
              </p:nvSpPr>
              <p:spPr>
                <a:xfrm>
                  <a:off x="6620040" y="-1644120"/>
                  <a:ext cx="88920" cy="88920"/>
                </a:xfrm>
                <a:prstGeom prst="rect"/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44640" tIns="4464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1122" name="Google Shape;1475;p17"/>
                <p:cNvSpPr/>
                <p:nvPr/>
              </p:nvSpPr>
              <p:spPr>
                <a:xfrm>
                  <a:off x="6620040" y="-1850400"/>
                  <a:ext cx="88920" cy="88920"/>
                </a:xfrm>
                <a:prstGeom prst="rect"/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44640" tIns="4464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1123" name="Google Shape;1476;p17"/>
                <p:cNvSpPr/>
                <p:nvPr/>
              </p:nvSpPr>
              <p:spPr>
                <a:xfrm>
                  <a:off x="6625080" y="-2067480"/>
                  <a:ext cx="79200" cy="79200"/>
                </a:xfrm>
                <a:prstGeom prst="rect"/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39600" tIns="3960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</p:grpSp>
          <p:grpSp>
            <p:nvGrpSpPr>
              <p:cNvPr id="424" name="Google Shape;1477;p17"/>
              <p:cNvGrpSpPr/>
              <p:nvPr/>
            </p:nvGrpSpPr>
            <p:grpSpPr>
              <a:xfrm>
                <a:off x="6593040" y="-2067480"/>
                <a:ext cx="142920" cy="2453760"/>
                <a:chOff x="6593040" y="-2067480"/>
                <a:chExt cx="142920" cy="2453760"/>
              </a:xfrm>
            </p:grpSpPr>
            <p:sp>
              <p:nvSpPr>
                <p:cNvPr id="1051124" name="Google Shape;1478;p17"/>
                <p:cNvSpPr/>
                <p:nvPr/>
              </p:nvSpPr>
              <p:spPr>
                <a:xfrm>
                  <a:off x="6593040" y="243360"/>
                  <a:ext cx="142920" cy="142920"/>
                </a:xfrm>
                <a:prstGeom prst="rect"/>
                <a:noFill/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71640" tIns="7164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1125" name="Google Shape;1479;p17"/>
                <p:cNvSpPr/>
                <p:nvPr/>
              </p:nvSpPr>
              <p:spPr>
                <a:xfrm>
                  <a:off x="6601680" y="32760"/>
                  <a:ext cx="126000" cy="126360"/>
                </a:xfrm>
                <a:prstGeom prst="rect"/>
                <a:solidFill>
                  <a:srgbClr val="009F8C">
                    <a:alpha val="5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63360" tIns="6336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1126" name="Google Shape;1480;p17"/>
                <p:cNvSpPr/>
                <p:nvPr/>
              </p:nvSpPr>
              <p:spPr>
                <a:xfrm>
                  <a:off x="6601680" y="-178200"/>
                  <a:ext cx="126000" cy="126360"/>
                </a:xfrm>
                <a:prstGeom prst="rect"/>
                <a:solidFill>
                  <a:srgbClr val="009F8C">
                    <a:alpha val="10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63360" tIns="6336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1127" name="Google Shape;1481;p17"/>
                <p:cNvSpPr/>
                <p:nvPr/>
              </p:nvSpPr>
              <p:spPr>
                <a:xfrm>
                  <a:off x="6601680" y="-388800"/>
                  <a:ext cx="126000" cy="126360"/>
                </a:xfrm>
                <a:prstGeom prst="rect"/>
                <a:solidFill>
                  <a:srgbClr val="009F8C">
                    <a:alpha val="20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63360" tIns="6336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1128" name="Google Shape;1482;p17"/>
                <p:cNvSpPr/>
                <p:nvPr/>
              </p:nvSpPr>
              <p:spPr>
                <a:xfrm>
                  <a:off x="6606000" y="-599400"/>
                  <a:ext cx="117360" cy="117720"/>
                </a:xfrm>
                <a:prstGeom prst="rect"/>
                <a:solidFill>
                  <a:srgbClr val="009F8C">
                    <a:alpha val="30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59040" tIns="5904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1129" name="Google Shape;1483;p17"/>
                <p:cNvSpPr/>
                <p:nvPr/>
              </p:nvSpPr>
              <p:spPr>
                <a:xfrm>
                  <a:off x="6606000" y="-810360"/>
                  <a:ext cx="117360" cy="117720"/>
                </a:xfrm>
                <a:prstGeom prst="rect"/>
                <a:solidFill>
                  <a:srgbClr val="009F8C">
                    <a:alpha val="40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59040" tIns="5904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1130" name="Google Shape;1484;p17"/>
                <p:cNvSpPr/>
                <p:nvPr/>
              </p:nvSpPr>
              <p:spPr>
                <a:xfrm>
                  <a:off x="6608160" y="-1020960"/>
                  <a:ext cx="113040" cy="113040"/>
                </a:xfrm>
                <a:prstGeom prst="rect"/>
                <a:solidFill>
                  <a:srgbClr val="009F8C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56520" tIns="5652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1131" name="Google Shape;1485;p17"/>
                <p:cNvSpPr/>
                <p:nvPr/>
              </p:nvSpPr>
              <p:spPr>
                <a:xfrm>
                  <a:off x="6610320" y="-1231560"/>
                  <a:ext cx="108720" cy="108720"/>
                </a:xfrm>
                <a:prstGeom prst="rect"/>
                <a:solidFill>
                  <a:srgbClr val="009F8C">
                    <a:alpha val="55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54360" tIns="5436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1132" name="Google Shape;1486;p17"/>
                <p:cNvSpPr/>
                <p:nvPr/>
              </p:nvSpPr>
              <p:spPr>
                <a:xfrm>
                  <a:off x="6615360" y="-1437840"/>
                  <a:ext cx="98640" cy="98640"/>
                </a:xfrm>
                <a:prstGeom prst="rect"/>
                <a:solidFill>
                  <a:srgbClr val="009F8C">
                    <a:alpha val="60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49320" tIns="4932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1133" name="Google Shape;1487;p17"/>
                <p:cNvSpPr/>
                <p:nvPr/>
              </p:nvSpPr>
              <p:spPr>
                <a:xfrm>
                  <a:off x="6620040" y="-1644120"/>
                  <a:ext cx="88920" cy="88920"/>
                </a:xfrm>
                <a:prstGeom prst="rect"/>
                <a:solidFill>
                  <a:srgbClr val="009F8C">
                    <a:alpha val="65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44640" tIns="4464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1134" name="Google Shape;1488;p17"/>
                <p:cNvSpPr/>
                <p:nvPr/>
              </p:nvSpPr>
              <p:spPr>
                <a:xfrm>
                  <a:off x="6620040" y="-1850400"/>
                  <a:ext cx="88920" cy="88920"/>
                </a:xfrm>
                <a:prstGeom prst="rect"/>
                <a:solidFill>
                  <a:srgbClr val="009F8C">
                    <a:alpha val="70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44640" tIns="4464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1135" name="Google Shape;1489;p17"/>
                <p:cNvSpPr/>
                <p:nvPr/>
              </p:nvSpPr>
              <p:spPr>
                <a:xfrm>
                  <a:off x="6625080" y="-2067480"/>
                  <a:ext cx="79200" cy="79200"/>
                </a:xfrm>
                <a:prstGeom prst="rect"/>
                <a:solidFill>
                  <a:srgbClr val="009F8C">
                    <a:alpha val="80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39600" tIns="3960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</p:grpSp>
        </p:grpSp>
        <p:grpSp>
          <p:nvGrpSpPr>
            <p:cNvPr id="425" name="Google Shape;1490;p17"/>
            <p:cNvGrpSpPr/>
            <p:nvPr/>
          </p:nvGrpSpPr>
          <p:grpSpPr>
            <a:xfrm>
              <a:off x="264960" y="250560"/>
              <a:ext cx="8613360" cy="5073120"/>
              <a:chOff x="264960" y="250560"/>
              <a:chExt cx="8613360" cy="5073120"/>
            </a:xfrm>
          </p:grpSpPr>
          <p:grpSp>
            <p:nvGrpSpPr>
              <p:cNvPr id="426" name="Google Shape;1491;p17"/>
              <p:cNvGrpSpPr/>
              <p:nvPr/>
            </p:nvGrpSpPr>
            <p:grpSpPr>
              <a:xfrm>
                <a:off x="264960" y="250560"/>
                <a:ext cx="142920" cy="2453760"/>
                <a:chOff x="264960" y="250560"/>
                <a:chExt cx="142920" cy="2453760"/>
              </a:xfrm>
            </p:grpSpPr>
            <p:grpSp>
              <p:nvGrpSpPr>
                <p:cNvPr id="427" name="Google Shape;1492;p17"/>
                <p:cNvGrpSpPr/>
                <p:nvPr/>
              </p:nvGrpSpPr>
              <p:grpSpPr>
                <a:xfrm>
                  <a:off x="264960" y="250560"/>
                  <a:ext cx="142920" cy="2453760"/>
                  <a:chOff x="264960" y="250560"/>
                  <a:chExt cx="142920" cy="2453760"/>
                </a:xfrm>
              </p:grpSpPr>
              <p:sp>
                <p:nvSpPr>
                  <p:cNvPr id="1051136" name="Google Shape;1493;p17"/>
                  <p:cNvSpPr/>
                  <p:nvPr/>
                </p:nvSpPr>
                <p:spPr>
                  <a:xfrm>
                    <a:off x="264960" y="2561400"/>
                    <a:ext cx="142920" cy="142920"/>
                  </a:xfrm>
                  <a:prstGeom prst="rect"/>
                  <a:gradFill rotWithShape="0">
                    <a:gsLst>
                      <a:gs pos="0">
                        <a:srgbClr val="B6F8F0"/>
                      </a:gs>
                      <a:gs pos="100000">
                        <a:srgbClr val="7DF3E5"/>
                      </a:gs>
                    </a:gsLst>
                    <a:lin ang="2700000"/>
                  </a:gradFill>
                  <a:ln w="0">
                    <a:noFill/>
                  </a:ln>
                  <a:effectLst>
                    <a:outerShdw algn="bl" blurRad="185760" rotWithShape="0">
                      <a:schemeClr val="dk1">
                        <a:alpha val="31000"/>
                      </a:schemeClr>
                    </a:outerShdw>
                  </a:effectLst>
                </p:spPr>
                <p:style>
                  <a:lnRef idx="0">
                    <a:srgbClr val="000000"/>
                  </a:lnRef>
                  <a:fillRef idx="0">
                    <a:srgbClr val="000000"/>
                  </a:fillRef>
                  <a:effectRef idx="0">
                    <a:srgbClr val="000000"/>
                  </a:effectRef>
                  <a:fontRef idx="minor">
                    <a:srgbClr val="000000"/>
                  </a:fontRef>
                </p:style>
                <p:txBody>
                  <a:bodyPr anchor="ctr" bIns="71640" tIns="71640">
                    <a:noAutofit/>
                  </a:bodyPr>
                  <a:p>
                    <a:pPr algn="ctr" defTabSz="9144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b="0" sz="1800" lang="en-US" strike="noStrike" u="none">
                      <a:solidFill>
                        <a:srgbClr val="000000"/>
                      </a:solidFill>
                      <a:effectLst/>
                      <a:latin typeface="OpenSymbol"/>
                    </a:endParaRPr>
                  </a:p>
                </p:txBody>
              </p:sp>
              <p:sp>
                <p:nvSpPr>
                  <p:cNvPr id="1051137" name="Google Shape;1494;p17"/>
                  <p:cNvSpPr/>
                  <p:nvPr/>
                </p:nvSpPr>
                <p:spPr>
                  <a:xfrm>
                    <a:off x="273600" y="2350800"/>
                    <a:ext cx="126000" cy="126360"/>
                  </a:xfrm>
                  <a:prstGeom prst="rect"/>
                  <a:gradFill rotWithShape="0">
                    <a:gsLst>
                      <a:gs pos="0">
                        <a:srgbClr val="B6F8F0"/>
                      </a:gs>
                      <a:gs pos="100000">
                        <a:srgbClr val="7DF3E5"/>
                      </a:gs>
                    </a:gsLst>
                    <a:lin ang="2700000"/>
                  </a:gradFill>
                  <a:ln w="0">
                    <a:noFill/>
                  </a:ln>
                  <a:effectLst>
                    <a:outerShdw algn="bl" blurRad="185760" rotWithShape="0">
                      <a:schemeClr val="dk1">
                        <a:alpha val="31000"/>
                      </a:schemeClr>
                    </a:outerShdw>
                  </a:effectLst>
                </p:spPr>
                <p:style>
                  <a:lnRef idx="0">
                    <a:srgbClr val="000000"/>
                  </a:lnRef>
                  <a:fillRef idx="0">
                    <a:srgbClr val="000000"/>
                  </a:fillRef>
                  <a:effectRef idx="0">
                    <a:srgbClr val="000000"/>
                  </a:effectRef>
                  <a:fontRef idx="minor">
                    <a:srgbClr val="000000"/>
                  </a:fontRef>
                </p:style>
                <p:txBody>
                  <a:bodyPr anchor="ctr" bIns="63360" tIns="63360">
                    <a:noAutofit/>
                  </a:bodyPr>
                  <a:p>
                    <a:pPr algn="ctr" defTabSz="9144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b="0" sz="1800" lang="en-US" strike="noStrike" u="none">
                      <a:solidFill>
                        <a:srgbClr val="000000"/>
                      </a:solidFill>
                      <a:effectLst/>
                      <a:latin typeface="OpenSymbol"/>
                    </a:endParaRPr>
                  </a:p>
                </p:txBody>
              </p:sp>
              <p:sp>
                <p:nvSpPr>
                  <p:cNvPr id="1051138" name="Google Shape;1495;p17"/>
                  <p:cNvSpPr/>
                  <p:nvPr/>
                </p:nvSpPr>
                <p:spPr>
                  <a:xfrm>
                    <a:off x="273600" y="2139840"/>
                    <a:ext cx="126000" cy="126360"/>
                  </a:xfrm>
                  <a:prstGeom prst="rect"/>
                  <a:gradFill rotWithShape="0">
                    <a:gsLst>
                      <a:gs pos="0">
                        <a:srgbClr val="B6F8F0"/>
                      </a:gs>
                      <a:gs pos="100000">
                        <a:srgbClr val="7DF3E5"/>
                      </a:gs>
                    </a:gsLst>
                    <a:lin ang="2700000"/>
                  </a:gradFill>
                  <a:ln w="0">
                    <a:noFill/>
                  </a:ln>
                  <a:effectLst>
                    <a:outerShdw algn="bl" blurRad="185760" rotWithShape="0">
                      <a:schemeClr val="dk1">
                        <a:alpha val="31000"/>
                      </a:schemeClr>
                    </a:outerShdw>
                  </a:effectLst>
                </p:spPr>
                <p:style>
                  <a:lnRef idx="0">
                    <a:srgbClr val="000000"/>
                  </a:lnRef>
                  <a:fillRef idx="0">
                    <a:srgbClr val="000000"/>
                  </a:fillRef>
                  <a:effectRef idx="0">
                    <a:srgbClr val="000000"/>
                  </a:effectRef>
                  <a:fontRef idx="minor">
                    <a:srgbClr val="000000"/>
                  </a:fontRef>
                </p:style>
                <p:txBody>
                  <a:bodyPr anchor="ctr" bIns="63360" tIns="63360">
                    <a:noAutofit/>
                  </a:bodyPr>
                  <a:p>
                    <a:pPr algn="ctr" defTabSz="9144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b="0" sz="1800" lang="en-US" strike="noStrike" u="none">
                      <a:solidFill>
                        <a:srgbClr val="000000"/>
                      </a:solidFill>
                      <a:effectLst/>
                      <a:latin typeface="OpenSymbol"/>
                    </a:endParaRPr>
                  </a:p>
                </p:txBody>
              </p:sp>
              <p:sp>
                <p:nvSpPr>
                  <p:cNvPr id="1051139" name="Google Shape;1496;p17"/>
                  <p:cNvSpPr/>
                  <p:nvPr/>
                </p:nvSpPr>
                <p:spPr>
                  <a:xfrm>
                    <a:off x="273600" y="1929240"/>
                    <a:ext cx="126000" cy="126360"/>
                  </a:xfrm>
                  <a:prstGeom prst="rect"/>
                  <a:gradFill rotWithShape="0">
                    <a:gsLst>
                      <a:gs pos="0">
                        <a:srgbClr val="B6F8F0"/>
                      </a:gs>
                      <a:gs pos="100000">
                        <a:srgbClr val="7DF3E5"/>
                      </a:gs>
                    </a:gsLst>
                    <a:lin ang="2700000"/>
                  </a:gradFill>
                  <a:ln w="0">
                    <a:noFill/>
                  </a:ln>
                  <a:effectLst>
                    <a:outerShdw algn="bl" blurRad="185760" rotWithShape="0">
                      <a:schemeClr val="dk1">
                        <a:alpha val="31000"/>
                      </a:schemeClr>
                    </a:outerShdw>
                  </a:effectLst>
                </p:spPr>
                <p:style>
                  <a:lnRef idx="0">
                    <a:srgbClr val="000000"/>
                  </a:lnRef>
                  <a:fillRef idx="0">
                    <a:srgbClr val="000000"/>
                  </a:fillRef>
                  <a:effectRef idx="0">
                    <a:srgbClr val="000000"/>
                  </a:effectRef>
                  <a:fontRef idx="minor">
                    <a:srgbClr val="000000"/>
                  </a:fontRef>
                </p:style>
                <p:txBody>
                  <a:bodyPr anchor="ctr" bIns="63360" tIns="63360">
                    <a:noAutofit/>
                  </a:bodyPr>
                  <a:p>
                    <a:pPr algn="ctr" defTabSz="9144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b="0" sz="1800" lang="en-US" strike="noStrike" u="none">
                      <a:solidFill>
                        <a:srgbClr val="000000"/>
                      </a:solidFill>
                      <a:effectLst/>
                      <a:latin typeface="OpenSymbol"/>
                    </a:endParaRPr>
                  </a:p>
                </p:txBody>
              </p:sp>
              <p:sp>
                <p:nvSpPr>
                  <p:cNvPr id="1051140" name="Google Shape;1497;p17"/>
                  <p:cNvSpPr/>
                  <p:nvPr/>
                </p:nvSpPr>
                <p:spPr>
                  <a:xfrm>
                    <a:off x="277920" y="1718640"/>
                    <a:ext cx="117360" cy="117720"/>
                  </a:xfrm>
                  <a:prstGeom prst="rect"/>
                  <a:gradFill rotWithShape="0">
                    <a:gsLst>
                      <a:gs pos="0">
                        <a:srgbClr val="B6F8F0"/>
                      </a:gs>
                      <a:gs pos="100000">
                        <a:srgbClr val="7DF3E5"/>
                      </a:gs>
                    </a:gsLst>
                    <a:lin ang="2700000"/>
                  </a:gradFill>
                  <a:ln w="0">
                    <a:noFill/>
                  </a:ln>
                  <a:effectLst>
                    <a:outerShdw algn="bl" blurRad="185760" rotWithShape="0">
                      <a:schemeClr val="dk1">
                        <a:alpha val="31000"/>
                      </a:schemeClr>
                    </a:outerShdw>
                  </a:effectLst>
                </p:spPr>
                <p:style>
                  <a:lnRef idx="0">
                    <a:srgbClr val="000000"/>
                  </a:lnRef>
                  <a:fillRef idx="0">
                    <a:srgbClr val="000000"/>
                  </a:fillRef>
                  <a:effectRef idx="0">
                    <a:srgbClr val="000000"/>
                  </a:effectRef>
                  <a:fontRef idx="minor">
                    <a:srgbClr val="000000"/>
                  </a:fontRef>
                </p:style>
                <p:txBody>
                  <a:bodyPr anchor="ctr" bIns="59040" tIns="59040">
                    <a:noAutofit/>
                  </a:bodyPr>
                  <a:p>
                    <a:pPr algn="ctr" defTabSz="9144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b="0" sz="1800" lang="en-US" strike="noStrike" u="none">
                      <a:solidFill>
                        <a:srgbClr val="000000"/>
                      </a:solidFill>
                      <a:effectLst/>
                      <a:latin typeface="OpenSymbol"/>
                    </a:endParaRPr>
                  </a:p>
                </p:txBody>
              </p:sp>
              <p:sp>
                <p:nvSpPr>
                  <p:cNvPr id="1051141" name="Google Shape;1498;p17"/>
                  <p:cNvSpPr/>
                  <p:nvPr/>
                </p:nvSpPr>
                <p:spPr>
                  <a:xfrm>
                    <a:off x="277920" y="1507680"/>
                    <a:ext cx="117360" cy="117720"/>
                  </a:xfrm>
                  <a:prstGeom prst="rect"/>
                  <a:gradFill rotWithShape="0">
                    <a:gsLst>
                      <a:gs pos="0">
                        <a:srgbClr val="B6F8F0"/>
                      </a:gs>
                      <a:gs pos="100000">
                        <a:srgbClr val="7DF3E5"/>
                      </a:gs>
                    </a:gsLst>
                    <a:lin ang="2700000"/>
                  </a:gradFill>
                  <a:ln w="0">
                    <a:noFill/>
                  </a:ln>
                  <a:effectLst>
                    <a:outerShdw algn="bl" blurRad="185760" rotWithShape="0">
                      <a:schemeClr val="dk1">
                        <a:alpha val="31000"/>
                      </a:schemeClr>
                    </a:outerShdw>
                  </a:effectLst>
                </p:spPr>
                <p:style>
                  <a:lnRef idx="0">
                    <a:srgbClr val="000000"/>
                  </a:lnRef>
                  <a:fillRef idx="0">
                    <a:srgbClr val="000000"/>
                  </a:fillRef>
                  <a:effectRef idx="0">
                    <a:srgbClr val="000000"/>
                  </a:effectRef>
                  <a:fontRef idx="minor">
                    <a:srgbClr val="000000"/>
                  </a:fontRef>
                </p:style>
                <p:txBody>
                  <a:bodyPr anchor="ctr" bIns="59040" tIns="59040">
                    <a:noAutofit/>
                  </a:bodyPr>
                  <a:p>
                    <a:pPr algn="ctr" defTabSz="9144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b="0" sz="1800" lang="en-US" strike="noStrike" u="none">
                      <a:solidFill>
                        <a:srgbClr val="000000"/>
                      </a:solidFill>
                      <a:effectLst/>
                      <a:latin typeface="OpenSymbol"/>
                    </a:endParaRPr>
                  </a:p>
                </p:txBody>
              </p:sp>
              <p:sp>
                <p:nvSpPr>
                  <p:cNvPr id="1051142" name="Google Shape;1499;p17"/>
                  <p:cNvSpPr/>
                  <p:nvPr/>
                </p:nvSpPr>
                <p:spPr>
                  <a:xfrm>
                    <a:off x="280080" y="1297080"/>
                    <a:ext cx="113040" cy="113040"/>
                  </a:xfrm>
                  <a:prstGeom prst="rect"/>
                  <a:gradFill rotWithShape="0">
                    <a:gsLst>
                      <a:gs pos="0">
                        <a:srgbClr val="B6F8F0"/>
                      </a:gs>
                      <a:gs pos="100000">
                        <a:srgbClr val="7DF3E5"/>
                      </a:gs>
                    </a:gsLst>
                    <a:lin ang="2700000"/>
                  </a:gradFill>
                  <a:ln w="0">
                    <a:noFill/>
                  </a:ln>
                  <a:effectLst>
                    <a:outerShdw algn="bl" blurRad="185760" rotWithShape="0">
                      <a:schemeClr val="dk1">
                        <a:alpha val="31000"/>
                      </a:schemeClr>
                    </a:outerShdw>
                  </a:effectLst>
                </p:spPr>
                <p:style>
                  <a:lnRef idx="0">
                    <a:srgbClr val="000000"/>
                  </a:lnRef>
                  <a:fillRef idx="0">
                    <a:srgbClr val="000000"/>
                  </a:fillRef>
                  <a:effectRef idx="0">
                    <a:srgbClr val="000000"/>
                  </a:effectRef>
                  <a:fontRef idx="minor">
                    <a:srgbClr val="000000"/>
                  </a:fontRef>
                </p:style>
                <p:txBody>
                  <a:bodyPr anchor="ctr" bIns="56520" tIns="56520">
                    <a:noAutofit/>
                  </a:bodyPr>
                  <a:p>
                    <a:pPr algn="ctr" defTabSz="9144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b="0" sz="1800" lang="en-US" strike="noStrike" u="none">
                      <a:solidFill>
                        <a:srgbClr val="000000"/>
                      </a:solidFill>
                      <a:effectLst/>
                      <a:latin typeface="OpenSymbol"/>
                    </a:endParaRPr>
                  </a:p>
                </p:txBody>
              </p:sp>
              <p:sp>
                <p:nvSpPr>
                  <p:cNvPr id="1051143" name="Google Shape;1500;p17"/>
                  <p:cNvSpPr/>
                  <p:nvPr/>
                </p:nvSpPr>
                <p:spPr>
                  <a:xfrm>
                    <a:off x="282240" y="1086480"/>
                    <a:ext cx="108720" cy="108720"/>
                  </a:xfrm>
                  <a:prstGeom prst="rect"/>
                  <a:gradFill rotWithShape="0">
                    <a:gsLst>
                      <a:gs pos="0">
                        <a:srgbClr val="B6F8F0"/>
                      </a:gs>
                      <a:gs pos="100000">
                        <a:srgbClr val="7DF3E5"/>
                      </a:gs>
                    </a:gsLst>
                    <a:lin ang="2700000"/>
                  </a:gradFill>
                  <a:ln w="0">
                    <a:noFill/>
                  </a:ln>
                  <a:effectLst>
                    <a:outerShdw algn="bl" blurRad="185760" rotWithShape="0">
                      <a:schemeClr val="dk1">
                        <a:alpha val="31000"/>
                      </a:schemeClr>
                    </a:outerShdw>
                  </a:effectLst>
                </p:spPr>
                <p:style>
                  <a:lnRef idx="0">
                    <a:srgbClr val="000000"/>
                  </a:lnRef>
                  <a:fillRef idx="0">
                    <a:srgbClr val="000000"/>
                  </a:fillRef>
                  <a:effectRef idx="0">
                    <a:srgbClr val="000000"/>
                  </a:effectRef>
                  <a:fontRef idx="minor">
                    <a:srgbClr val="000000"/>
                  </a:fontRef>
                </p:style>
                <p:txBody>
                  <a:bodyPr anchor="ctr" bIns="54360" tIns="54360">
                    <a:noAutofit/>
                  </a:bodyPr>
                  <a:p>
                    <a:pPr algn="ctr" defTabSz="9144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b="0" sz="1800" lang="en-US" strike="noStrike" u="none">
                      <a:solidFill>
                        <a:srgbClr val="000000"/>
                      </a:solidFill>
                      <a:effectLst/>
                      <a:latin typeface="OpenSymbol"/>
                    </a:endParaRPr>
                  </a:p>
                </p:txBody>
              </p:sp>
              <p:sp>
                <p:nvSpPr>
                  <p:cNvPr id="1051144" name="Google Shape;1501;p17"/>
                  <p:cNvSpPr/>
                  <p:nvPr/>
                </p:nvSpPr>
                <p:spPr>
                  <a:xfrm>
                    <a:off x="287280" y="880200"/>
                    <a:ext cx="98640" cy="98640"/>
                  </a:xfrm>
                  <a:prstGeom prst="rect"/>
                  <a:gradFill rotWithShape="0">
                    <a:gsLst>
                      <a:gs pos="0">
                        <a:srgbClr val="B6F8F0"/>
                      </a:gs>
                      <a:gs pos="100000">
                        <a:srgbClr val="7DF3E5"/>
                      </a:gs>
                    </a:gsLst>
                    <a:lin ang="2700000"/>
                  </a:gradFill>
                  <a:ln w="0">
                    <a:noFill/>
                  </a:ln>
                  <a:effectLst>
                    <a:outerShdw algn="bl" blurRad="185760" rotWithShape="0">
                      <a:schemeClr val="dk1">
                        <a:alpha val="31000"/>
                      </a:schemeClr>
                    </a:outerShdw>
                  </a:effectLst>
                </p:spPr>
                <p:style>
                  <a:lnRef idx="0">
                    <a:srgbClr val="000000"/>
                  </a:lnRef>
                  <a:fillRef idx="0">
                    <a:srgbClr val="000000"/>
                  </a:fillRef>
                  <a:effectRef idx="0">
                    <a:srgbClr val="000000"/>
                  </a:effectRef>
                  <a:fontRef idx="minor">
                    <a:srgbClr val="000000"/>
                  </a:fontRef>
                </p:style>
                <p:txBody>
                  <a:bodyPr anchor="ctr" bIns="49320" tIns="49320">
                    <a:noAutofit/>
                  </a:bodyPr>
                  <a:p>
                    <a:pPr algn="ctr" defTabSz="9144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b="0" sz="1800" lang="en-US" strike="noStrike" u="none">
                      <a:solidFill>
                        <a:srgbClr val="000000"/>
                      </a:solidFill>
                      <a:effectLst/>
                      <a:latin typeface="OpenSymbol"/>
                    </a:endParaRPr>
                  </a:p>
                </p:txBody>
              </p:sp>
              <p:sp>
                <p:nvSpPr>
                  <p:cNvPr id="1051145" name="Google Shape;1502;p17"/>
                  <p:cNvSpPr/>
                  <p:nvPr/>
                </p:nvSpPr>
                <p:spPr>
                  <a:xfrm>
                    <a:off x="291960" y="673920"/>
                    <a:ext cx="88920" cy="88920"/>
                  </a:xfrm>
                  <a:prstGeom prst="rect"/>
                  <a:gradFill rotWithShape="0">
                    <a:gsLst>
                      <a:gs pos="0">
                        <a:srgbClr val="B6F8F0"/>
                      </a:gs>
                      <a:gs pos="100000">
                        <a:srgbClr val="7DF3E5"/>
                      </a:gs>
                    </a:gsLst>
                    <a:lin ang="2700000"/>
                  </a:gradFill>
                  <a:ln w="0">
                    <a:noFill/>
                  </a:ln>
                  <a:effectLst>
                    <a:outerShdw algn="bl" blurRad="185760" rotWithShape="0">
                      <a:schemeClr val="dk1">
                        <a:alpha val="31000"/>
                      </a:schemeClr>
                    </a:outerShdw>
                  </a:effectLst>
                </p:spPr>
                <p:style>
                  <a:lnRef idx="0">
                    <a:srgbClr val="000000"/>
                  </a:lnRef>
                  <a:fillRef idx="0">
                    <a:srgbClr val="000000"/>
                  </a:fillRef>
                  <a:effectRef idx="0">
                    <a:srgbClr val="000000"/>
                  </a:effectRef>
                  <a:fontRef idx="minor">
                    <a:srgbClr val="000000"/>
                  </a:fontRef>
                </p:style>
                <p:txBody>
                  <a:bodyPr anchor="ctr" bIns="44640" tIns="44640">
                    <a:noAutofit/>
                  </a:bodyPr>
                  <a:p>
                    <a:pPr algn="ctr" defTabSz="9144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b="0" sz="1800" lang="en-US" strike="noStrike" u="none">
                      <a:solidFill>
                        <a:srgbClr val="000000"/>
                      </a:solidFill>
                      <a:effectLst/>
                      <a:latin typeface="OpenSymbol"/>
                    </a:endParaRPr>
                  </a:p>
                </p:txBody>
              </p:sp>
              <p:sp>
                <p:nvSpPr>
                  <p:cNvPr id="1051146" name="Google Shape;1503;p17"/>
                  <p:cNvSpPr/>
                  <p:nvPr/>
                </p:nvSpPr>
                <p:spPr>
                  <a:xfrm>
                    <a:off x="291960" y="467640"/>
                    <a:ext cx="88920" cy="88920"/>
                  </a:xfrm>
                  <a:prstGeom prst="rect"/>
                  <a:gradFill rotWithShape="0">
                    <a:gsLst>
                      <a:gs pos="0">
                        <a:srgbClr val="B6F8F0"/>
                      </a:gs>
                      <a:gs pos="100000">
                        <a:srgbClr val="7DF3E5"/>
                      </a:gs>
                    </a:gsLst>
                    <a:lin ang="2700000"/>
                  </a:gradFill>
                  <a:ln w="0">
                    <a:noFill/>
                  </a:ln>
                  <a:effectLst>
                    <a:outerShdw algn="bl" blurRad="185760" rotWithShape="0">
                      <a:schemeClr val="dk1">
                        <a:alpha val="31000"/>
                      </a:schemeClr>
                    </a:outerShdw>
                  </a:effectLst>
                </p:spPr>
                <p:style>
                  <a:lnRef idx="0">
                    <a:srgbClr val="000000"/>
                  </a:lnRef>
                  <a:fillRef idx="0">
                    <a:srgbClr val="000000"/>
                  </a:fillRef>
                  <a:effectRef idx="0">
                    <a:srgbClr val="000000"/>
                  </a:effectRef>
                  <a:fontRef idx="minor">
                    <a:srgbClr val="000000"/>
                  </a:fontRef>
                </p:style>
                <p:txBody>
                  <a:bodyPr anchor="ctr" bIns="44640" tIns="44640">
                    <a:noAutofit/>
                  </a:bodyPr>
                  <a:p>
                    <a:pPr algn="ctr" defTabSz="9144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b="0" sz="1800" lang="en-US" strike="noStrike" u="none">
                      <a:solidFill>
                        <a:srgbClr val="000000"/>
                      </a:solidFill>
                      <a:effectLst/>
                      <a:latin typeface="OpenSymbol"/>
                    </a:endParaRPr>
                  </a:p>
                </p:txBody>
              </p:sp>
              <p:sp>
                <p:nvSpPr>
                  <p:cNvPr id="1051147" name="Google Shape;1504;p17"/>
                  <p:cNvSpPr/>
                  <p:nvPr/>
                </p:nvSpPr>
                <p:spPr>
                  <a:xfrm>
                    <a:off x="297000" y="250560"/>
                    <a:ext cx="79200" cy="79200"/>
                  </a:xfrm>
                  <a:prstGeom prst="rect"/>
                  <a:gradFill rotWithShape="0">
                    <a:gsLst>
                      <a:gs pos="0">
                        <a:srgbClr val="B6F8F0"/>
                      </a:gs>
                      <a:gs pos="100000">
                        <a:srgbClr val="7DF3E5"/>
                      </a:gs>
                    </a:gsLst>
                    <a:lin ang="2700000"/>
                  </a:gradFill>
                  <a:ln w="0">
                    <a:noFill/>
                  </a:ln>
                  <a:effectLst>
                    <a:outerShdw algn="bl" blurRad="185760" rotWithShape="0">
                      <a:schemeClr val="dk1">
                        <a:alpha val="31000"/>
                      </a:schemeClr>
                    </a:outerShdw>
                  </a:effectLst>
                </p:spPr>
                <p:style>
                  <a:lnRef idx="0">
                    <a:srgbClr val="000000"/>
                  </a:lnRef>
                  <a:fillRef idx="0">
                    <a:srgbClr val="000000"/>
                  </a:fillRef>
                  <a:effectRef idx="0">
                    <a:srgbClr val="000000"/>
                  </a:effectRef>
                  <a:fontRef idx="minor">
                    <a:srgbClr val="000000"/>
                  </a:fontRef>
                </p:style>
                <p:txBody>
                  <a:bodyPr anchor="ctr" bIns="39600" tIns="39600">
                    <a:noAutofit/>
                  </a:bodyPr>
                  <a:p>
                    <a:pPr algn="ctr" defTabSz="9144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b="0" sz="1800" lang="en-US" strike="noStrike" u="none">
                      <a:solidFill>
                        <a:srgbClr val="000000"/>
                      </a:solidFill>
                      <a:effectLst/>
                      <a:latin typeface="OpenSymbol"/>
                    </a:endParaRPr>
                  </a:p>
                </p:txBody>
              </p:sp>
            </p:grpSp>
            <p:grpSp>
              <p:nvGrpSpPr>
                <p:cNvPr id="428" name="Google Shape;1505;p17"/>
                <p:cNvGrpSpPr/>
                <p:nvPr/>
              </p:nvGrpSpPr>
              <p:grpSpPr>
                <a:xfrm>
                  <a:off x="264960" y="250560"/>
                  <a:ext cx="142920" cy="2453760"/>
                  <a:chOff x="264960" y="250560"/>
                  <a:chExt cx="142920" cy="2453760"/>
                </a:xfrm>
              </p:grpSpPr>
              <p:sp>
                <p:nvSpPr>
                  <p:cNvPr id="1051148" name="Google Shape;1506;p17"/>
                  <p:cNvSpPr/>
                  <p:nvPr/>
                </p:nvSpPr>
                <p:spPr>
                  <a:xfrm>
                    <a:off x="264960" y="2561400"/>
                    <a:ext cx="142920" cy="142920"/>
                  </a:xfrm>
                  <a:prstGeom prst="rect"/>
                  <a:noFill/>
                  <a:ln w="0">
                    <a:noFill/>
                  </a:ln>
                </p:spPr>
                <p:style>
                  <a:lnRef idx="0">
                    <a:srgbClr val="000000"/>
                  </a:lnRef>
                  <a:fillRef idx="0">
                    <a:srgbClr val="000000"/>
                  </a:fillRef>
                  <a:effectRef idx="0">
                    <a:srgbClr val="000000"/>
                  </a:effectRef>
                  <a:fontRef idx="minor">
                    <a:srgbClr val="000000"/>
                  </a:fontRef>
                </p:style>
                <p:txBody>
                  <a:bodyPr anchor="ctr" bIns="71640" tIns="71640">
                    <a:noAutofit/>
                  </a:bodyPr>
                  <a:p>
                    <a:pPr algn="ctr" defTabSz="9144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b="0" sz="1800" lang="en-US" strike="noStrike" u="none">
                      <a:solidFill>
                        <a:srgbClr val="FFFFFF"/>
                      </a:solidFill>
                      <a:effectLst/>
                      <a:latin typeface="OpenSymbol"/>
                    </a:endParaRPr>
                  </a:p>
                </p:txBody>
              </p:sp>
              <p:sp>
                <p:nvSpPr>
                  <p:cNvPr id="1051149" name="Google Shape;1507;p17"/>
                  <p:cNvSpPr/>
                  <p:nvPr/>
                </p:nvSpPr>
                <p:spPr>
                  <a:xfrm>
                    <a:off x="273600" y="2350800"/>
                    <a:ext cx="126000" cy="126360"/>
                  </a:xfrm>
                  <a:prstGeom prst="rect"/>
                  <a:solidFill>
                    <a:srgbClr val="009F8C">
                      <a:alpha val="5000"/>
                    </a:srgbClr>
                  </a:solidFill>
                  <a:ln w="0">
                    <a:noFill/>
                  </a:ln>
                </p:spPr>
                <p:style>
                  <a:lnRef idx="0">
                    <a:srgbClr val="000000"/>
                  </a:lnRef>
                  <a:fillRef idx="0">
                    <a:srgbClr val="000000"/>
                  </a:fillRef>
                  <a:effectRef idx="0">
                    <a:srgbClr val="000000"/>
                  </a:effectRef>
                  <a:fontRef idx="minor">
                    <a:srgbClr val="000000"/>
                  </a:fontRef>
                </p:style>
                <p:txBody>
                  <a:bodyPr anchor="ctr" bIns="63360" tIns="63360">
                    <a:noAutofit/>
                  </a:bodyPr>
                  <a:p>
                    <a:pPr algn="ctr" defTabSz="9144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b="0" sz="1800" lang="en-US" strike="noStrike" u="none">
                      <a:solidFill>
                        <a:srgbClr val="FFFFFF"/>
                      </a:solidFill>
                      <a:effectLst/>
                      <a:latin typeface="OpenSymbol"/>
                    </a:endParaRPr>
                  </a:p>
                </p:txBody>
              </p:sp>
              <p:sp>
                <p:nvSpPr>
                  <p:cNvPr id="1051150" name="Google Shape;1508;p17"/>
                  <p:cNvSpPr/>
                  <p:nvPr/>
                </p:nvSpPr>
                <p:spPr>
                  <a:xfrm>
                    <a:off x="273600" y="2139840"/>
                    <a:ext cx="126000" cy="126360"/>
                  </a:xfrm>
                  <a:prstGeom prst="rect"/>
                  <a:solidFill>
                    <a:srgbClr val="009F8C">
                      <a:alpha val="10000"/>
                    </a:srgbClr>
                  </a:solidFill>
                  <a:ln w="0">
                    <a:noFill/>
                  </a:ln>
                </p:spPr>
                <p:style>
                  <a:lnRef idx="0">
                    <a:srgbClr val="000000"/>
                  </a:lnRef>
                  <a:fillRef idx="0">
                    <a:srgbClr val="000000"/>
                  </a:fillRef>
                  <a:effectRef idx="0">
                    <a:srgbClr val="000000"/>
                  </a:effectRef>
                  <a:fontRef idx="minor">
                    <a:srgbClr val="000000"/>
                  </a:fontRef>
                </p:style>
                <p:txBody>
                  <a:bodyPr anchor="ctr" bIns="63360" tIns="63360">
                    <a:noAutofit/>
                  </a:bodyPr>
                  <a:p>
                    <a:pPr algn="ctr" defTabSz="9144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b="0" sz="1800" lang="en-US" strike="noStrike" u="none">
                      <a:solidFill>
                        <a:srgbClr val="FFFFFF"/>
                      </a:solidFill>
                      <a:effectLst/>
                      <a:latin typeface="OpenSymbol"/>
                    </a:endParaRPr>
                  </a:p>
                </p:txBody>
              </p:sp>
              <p:sp>
                <p:nvSpPr>
                  <p:cNvPr id="1051151" name="Google Shape;1509;p17"/>
                  <p:cNvSpPr/>
                  <p:nvPr/>
                </p:nvSpPr>
                <p:spPr>
                  <a:xfrm>
                    <a:off x="273600" y="1929240"/>
                    <a:ext cx="126000" cy="126360"/>
                  </a:xfrm>
                  <a:prstGeom prst="rect"/>
                  <a:solidFill>
                    <a:srgbClr val="009F8C">
                      <a:alpha val="20000"/>
                    </a:srgbClr>
                  </a:solidFill>
                  <a:ln w="0">
                    <a:noFill/>
                  </a:ln>
                </p:spPr>
                <p:style>
                  <a:lnRef idx="0">
                    <a:srgbClr val="000000"/>
                  </a:lnRef>
                  <a:fillRef idx="0">
                    <a:srgbClr val="000000"/>
                  </a:fillRef>
                  <a:effectRef idx="0">
                    <a:srgbClr val="000000"/>
                  </a:effectRef>
                  <a:fontRef idx="minor">
                    <a:srgbClr val="000000"/>
                  </a:fontRef>
                </p:style>
                <p:txBody>
                  <a:bodyPr anchor="ctr" bIns="63360" tIns="63360">
                    <a:noAutofit/>
                  </a:bodyPr>
                  <a:p>
                    <a:pPr algn="ctr" defTabSz="9144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b="0" sz="1800" lang="en-US" strike="noStrike" u="none">
                      <a:solidFill>
                        <a:srgbClr val="FFFFFF"/>
                      </a:solidFill>
                      <a:effectLst/>
                      <a:latin typeface="OpenSymbol"/>
                    </a:endParaRPr>
                  </a:p>
                </p:txBody>
              </p:sp>
              <p:sp>
                <p:nvSpPr>
                  <p:cNvPr id="1051152" name="Google Shape;1510;p17"/>
                  <p:cNvSpPr/>
                  <p:nvPr/>
                </p:nvSpPr>
                <p:spPr>
                  <a:xfrm>
                    <a:off x="277920" y="1718640"/>
                    <a:ext cx="117360" cy="117720"/>
                  </a:xfrm>
                  <a:prstGeom prst="rect"/>
                  <a:solidFill>
                    <a:srgbClr val="009F8C">
                      <a:alpha val="30000"/>
                    </a:srgbClr>
                  </a:solidFill>
                  <a:ln w="0">
                    <a:noFill/>
                  </a:ln>
                </p:spPr>
                <p:style>
                  <a:lnRef idx="0">
                    <a:srgbClr val="000000"/>
                  </a:lnRef>
                  <a:fillRef idx="0">
                    <a:srgbClr val="000000"/>
                  </a:fillRef>
                  <a:effectRef idx="0">
                    <a:srgbClr val="000000"/>
                  </a:effectRef>
                  <a:fontRef idx="minor">
                    <a:srgbClr val="000000"/>
                  </a:fontRef>
                </p:style>
                <p:txBody>
                  <a:bodyPr anchor="ctr" bIns="59040" tIns="59040">
                    <a:noAutofit/>
                  </a:bodyPr>
                  <a:p>
                    <a:pPr algn="ctr" defTabSz="9144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b="0" sz="1800" lang="en-US" strike="noStrike" u="none">
                      <a:solidFill>
                        <a:srgbClr val="FFFFFF"/>
                      </a:solidFill>
                      <a:effectLst/>
                      <a:latin typeface="OpenSymbol"/>
                    </a:endParaRPr>
                  </a:p>
                </p:txBody>
              </p:sp>
              <p:sp>
                <p:nvSpPr>
                  <p:cNvPr id="1051153" name="Google Shape;1511;p17"/>
                  <p:cNvSpPr/>
                  <p:nvPr/>
                </p:nvSpPr>
                <p:spPr>
                  <a:xfrm>
                    <a:off x="277920" y="1507680"/>
                    <a:ext cx="117360" cy="117720"/>
                  </a:xfrm>
                  <a:prstGeom prst="rect"/>
                  <a:solidFill>
                    <a:srgbClr val="009F8C">
                      <a:alpha val="40000"/>
                    </a:srgbClr>
                  </a:solidFill>
                  <a:ln w="0">
                    <a:noFill/>
                  </a:ln>
                </p:spPr>
                <p:style>
                  <a:lnRef idx="0">
                    <a:srgbClr val="000000"/>
                  </a:lnRef>
                  <a:fillRef idx="0">
                    <a:srgbClr val="000000"/>
                  </a:fillRef>
                  <a:effectRef idx="0">
                    <a:srgbClr val="000000"/>
                  </a:effectRef>
                  <a:fontRef idx="minor">
                    <a:srgbClr val="000000"/>
                  </a:fontRef>
                </p:style>
                <p:txBody>
                  <a:bodyPr anchor="ctr" bIns="59040" tIns="59040">
                    <a:noAutofit/>
                  </a:bodyPr>
                  <a:p>
                    <a:pPr algn="ctr" defTabSz="9144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b="0" sz="1800" lang="en-US" strike="noStrike" u="none">
                      <a:solidFill>
                        <a:srgbClr val="FFFFFF"/>
                      </a:solidFill>
                      <a:effectLst/>
                      <a:latin typeface="OpenSymbol"/>
                    </a:endParaRPr>
                  </a:p>
                </p:txBody>
              </p:sp>
              <p:sp>
                <p:nvSpPr>
                  <p:cNvPr id="1051154" name="Google Shape;1512;p17"/>
                  <p:cNvSpPr/>
                  <p:nvPr/>
                </p:nvSpPr>
                <p:spPr>
                  <a:xfrm>
                    <a:off x="280080" y="1297080"/>
                    <a:ext cx="113040" cy="113040"/>
                  </a:xfrm>
                  <a:prstGeom prst="rect"/>
                  <a:solidFill>
                    <a:srgbClr val="009F8C">
                      <a:alpha val="50000"/>
                    </a:srgbClr>
                  </a:solidFill>
                  <a:ln w="0">
                    <a:noFill/>
                  </a:ln>
                </p:spPr>
                <p:style>
                  <a:lnRef idx="0">
                    <a:srgbClr val="000000"/>
                  </a:lnRef>
                  <a:fillRef idx="0">
                    <a:srgbClr val="000000"/>
                  </a:fillRef>
                  <a:effectRef idx="0">
                    <a:srgbClr val="000000"/>
                  </a:effectRef>
                  <a:fontRef idx="minor">
                    <a:srgbClr val="000000"/>
                  </a:fontRef>
                </p:style>
                <p:txBody>
                  <a:bodyPr anchor="ctr" bIns="56520" tIns="56520">
                    <a:noAutofit/>
                  </a:bodyPr>
                  <a:p>
                    <a:pPr algn="ctr" defTabSz="9144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b="0" sz="1800" lang="en-US" strike="noStrike" u="none">
                      <a:solidFill>
                        <a:srgbClr val="FFFFFF"/>
                      </a:solidFill>
                      <a:effectLst/>
                      <a:latin typeface="OpenSymbol"/>
                    </a:endParaRPr>
                  </a:p>
                </p:txBody>
              </p:sp>
              <p:sp>
                <p:nvSpPr>
                  <p:cNvPr id="1051155" name="Google Shape;1513;p17"/>
                  <p:cNvSpPr/>
                  <p:nvPr/>
                </p:nvSpPr>
                <p:spPr>
                  <a:xfrm>
                    <a:off x="282240" y="1086480"/>
                    <a:ext cx="108720" cy="108720"/>
                  </a:xfrm>
                  <a:prstGeom prst="rect"/>
                  <a:solidFill>
                    <a:srgbClr val="009F8C">
                      <a:alpha val="55000"/>
                    </a:srgbClr>
                  </a:solidFill>
                  <a:ln w="0">
                    <a:noFill/>
                  </a:ln>
                </p:spPr>
                <p:style>
                  <a:lnRef idx="0">
                    <a:srgbClr val="000000"/>
                  </a:lnRef>
                  <a:fillRef idx="0">
                    <a:srgbClr val="000000"/>
                  </a:fillRef>
                  <a:effectRef idx="0">
                    <a:srgbClr val="000000"/>
                  </a:effectRef>
                  <a:fontRef idx="minor">
                    <a:srgbClr val="000000"/>
                  </a:fontRef>
                </p:style>
                <p:txBody>
                  <a:bodyPr anchor="ctr" bIns="54360" tIns="54360">
                    <a:noAutofit/>
                  </a:bodyPr>
                  <a:p>
                    <a:pPr algn="ctr" defTabSz="9144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b="0" sz="1800" lang="en-US" strike="noStrike" u="none">
                      <a:solidFill>
                        <a:srgbClr val="FFFFFF"/>
                      </a:solidFill>
                      <a:effectLst/>
                      <a:latin typeface="OpenSymbol"/>
                    </a:endParaRPr>
                  </a:p>
                </p:txBody>
              </p:sp>
              <p:sp>
                <p:nvSpPr>
                  <p:cNvPr id="1051156" name="Google Shape;1514;p17"/>
                  <p:cNvSpPr/>
                  <p:nvPr/>
                </p:nvSpPr>
                <p:spPr>
                  <a:xfrm>
                    <a:off x="287280" y="880200"/>
                    <a:ext cx="98640" cy="98640"/>
                  </a:xfrm>
                  <a:prstGeom prst="rect"/>
                  <a:solidFill>
                    <a:srgbClr val="009F8C">
                      <a:alpha val="60000"/>
                    </a:srgbClr>
                  </a:solidFill>
                  <a:ln w="0">
                    <a:noFill/>
                  </a:ln>
                </p:spPr>
                <p:style>
                  <a:lnRef idx="0">
                    <a:srgbClr val="000000"/>
                  </a:lnRef>
                  <a:fillRef idx="0">
                    <a:srgbClr val="000000"/>
                  </a:fillRef>
                  <a:effectRef idx="0">
                    <a:srgbClr val="000000"/>
                  </a:effectRef>
                  <a:fontRef idx="minor">
                    <a:srgbClr val="000000"/>
                  </a:fontRef>
                </p:style>
                <p:txBody>
                  <a:bodyPr anchor="ctr" bIns="49320" tIns="49320">
                    <a:noAutofit/>
                  </a:bodyPr>
                  <a:p>
                    <a:pPr algn="ctr" defTabSz="9144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b="0" sz="1800" lang="en-US" strike="noStrike" u="none">
                      <a:solidFill>
                        <a:srgbClr val="FFFFFF"/>
                      </a:solidFill>
                      <a:effectLst/>
                      <a:latin typeface="OpenSymbol"/>
                    </a:endParaRPr>
                  </a:p>
                </p:txBody>
              </p:sp>
              <p:sp>
                <p:nvSpPr>
                  <p:cNvPr id="1051157" name="Google Shape;1515;p17"/>
                  <p:cNvSpPr/>
                  <p:nvPr/>
                </p:nvSpPr>
                <p:spPr>
                  <a:xfrm>
                    <a:off x="291960" y="673920"/>
                    <a:ext cx="88920" cy="88920"/>
                  </a:xfrm>
                  <a:prstGeom prst="rect"/>
                  <a:solidFill>
                    <a:srgbClr val="009F8C">
                      <a:alpha val="65000"/>
                    </a:srgbClr>
                  </a:solidFill>
                  <a:ln w="0">
                    <a:noFill/>
                  </a:ln>
                </p:spPr>
                <p:style>
                  <a:lnRef idx="0">
                    <a:srgbClr val="000000"/>
                  </a:lnRef>
                  <a:fillRef idx="0">
                    <a:srgbClr val="000000"/>
                  </a:fillRef>
                  <a:effectRef idx="0">
                    <a:srgbClr val="000000"/>
                  </a:effectRef>
                  <a:fontRef idx="minor">
                    <a:srgbClr val="000000"/>
                  </a:fontRef>
                </p:style>
                <p:txBody>
                  <a:bodyPr anchor="ctr" bIns="44640" tIns="44640">
                    <a:noAutofit/>
                  </a:bodyPr>
                  <a:p>
                    <a:pPr algn="ctr" defTabSz="9144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b="0" sz="1800" lang="en-US" strike="noStrike" u="none">
                      <a:solidFill>
                        <a:srgbClr val="FFFFFF"/>
                      </a:solidFill>
                      <a:effectLst/>
                      <a:latin typeface="OpenSymbol"/>
                    </a:endParaRPr>
                  </a:p>
                </p:txBody>
              </p:sp>
              <p:sp>
                <p:nvSpPr>
                  <p:cNvPr id="1051158" name="Google Shape;1516;p17"/>
                  <p:cNvSpPr/>
                  <p:nvPr/>
                </p:nvSpPr>
                <p:spPr>
                  <a:xfrm>
                    <a:off x="291960" y="467640"/>
                    <a:ext cx="88920" cy="88920"/>
                  </a:xfrm>
                  <a:prstGeom prst="rect"/>
                  <a:solidFill>
                    <a:srgbClr val="009F8C">
                      <a:alpha val="70000"/>
                    </a:srgbClr>
                  </a:solidFill>
                  <a:ln w="0">
                    <a:noFill/>
                  </a:ln>
                </p:spPr>
                <p:style>
                  <a:lnRef idx="0">
                    <a:srgbClr val="000000"/>
                  </a:lnRef>
                  <a:fillRef idx="0">
                    <a:srgbClr val="000000"/>
                  </a:fillRef>
                  <a:effectRef idx="0">
                    <a:srgbClr val="000000"/>
                  </a:effectRef>
                  <a:fontRef idx="minor">
                    <a:srgbClr val="000000"/>
                  </a:fontRef>
                </p:style>
                <p:txBody>
                  <a:bodyPr anchor="ctr" bIns="44640" tIns="44640">
                    <a:noAutofit/>
                  </a:bodyPr>
                  <a:p>
                    <a:pPr algn="ctr" defTabSz="9144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b="0" sz="1800" lang="en-US" strike="noStrike" u="none">
                      <a:solidFill>
                        <a:srgbClr val="FFFFFF"/>
                      </a:solidFill>
                      <a:effectLst/>
                      <a:latin typeface="OpenSymbol"/>
                    </a:endParaRPr>
                  </a:p>
                </p:txBody>
              </p:sp>
              <p:sp>
                <p:nvSpPr>
                  <p:cNvPr id="1051159" name="Google Shape;1517;p17"/>
                  <p:cNvSpPr/>
                  <p:nvPr/>
                </p:nvSpPr>
                <p:spPr>
                  <a:xfrm>
                    <a:off x="297000" y="250560"/>
                    <a:ext cx="79200" cy="79200"/>
                  </a:xfrm>
                  <a:prstGeom prst="rect"/>
                  <a:solidFill>
                    <a:srgbClr val="009F8C">
                      <a:alpha val="80000"/>
                    </a:srgbClr>
                  </a:solidFill>
                  <a:ln w="0">
                    <a:noFill/>
                  </a:ln>
                </p:spPr>
                <p:style>
                  <a:lnRef idx="0">
                    <a:srgbClr val="000000"/>
                  </a:lnRef>
                  <a:fillRef idx="0">
                    <a:srgbClr val="000000"/>
                  </a:fillRef>
                  <a:effectRef idx="0">
                    <a:srgbClr val="000000"/>
                  </a:effectRef>
                  <a:fontRef idx="minor">
                    <a:srgbClr val="000000"/>
                  </a:fontRef>
                </p:style>
                <p:txBody>
                  <a:bodyPr anchor="ctr" bIns="39600" tIns="39600">
                    <a:noAutofit/>
                  </a:bodyPr>
                  <a:p>
                    <a:pPr algn="ctr" defTabSz="9144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b="0" sz="1800" lang="en-US" strike="noStrike" u="none">
                      <a:solidFill>
                        <a:srgbClr val="FFFFFF"/>
                      </a:solidFill>
                      <a:effectLst/>
                      <a:latin typeface="OpenSymbol"/>
                    </a:endParaRPr>
                  </a:p>
                </p:txBody>
              </p:sp>
            </p:grpSp>
          </p:grpSp>
          <p:grpSp>
            <p:nvGrpSpPr>
              <p:cNvPr id="429" name="Google Shape;1518;p17"/>
              <p:cNvGrpSpPr/>
              <p:nvPr/>
            </p:nvGrpSpPr>
            <p:grpSpPr>
              <a:xfrm>
                <a:off x="641520" y="2869920"/>
                <a:ext cx="142920" cy="2453760"/>
                <a:chOff x="641520" y="2869920"/>
                <a:chExt cx="142920" cy="2453760"/>
              </a:xfrm>
            </p:grpSpPr>
            <p:grpSp>
              <p:nvGrpSpPr>
                <p:cNvPr id="430" name="Google Shape;1519;p17"/>
                <p:cNvGrpSpPr/>
                <p:nvPr/>
              </p:nvGrpSpPr>
              <p:grpSpPr>
                <a:xfrm>
                  <a:off x="641520" y="2869920"/>
                  <a:ext cx="142920" cy="2453760"/>
                  <a:chOff x="641520" y="2869920"/>
                  <a:chExt cx="142920" cy="2453760"/>
                </a:xfrm>
              </p:grpSpPr>
              <p:sp>
                <p:nvSpPr>
                  <p:cNvPr id="1051160" name="Google Shape;1520;p17"/>
                  <p:cNvSpPr/>
                  <p:nvPr/>
                </p:nvSpPr>
                <p:spPr>
                  <a:xfrm>
                    <a:off x="641520" y="5180760"/>
                    <a:ext cx="142920" cy="142920"/>
                  </a:xfrm>
                  <a:prstGeom prst="rect"/>
                  <a:gradFill rotWithShape="0">
                    <a:gsLst>
                      <a:gs pos="0">
                        <a:srgbClr val="B6F8F0"/>
                      </a:gs>
                      <a:gs pos="100000">
                        <a:srgbClr val="7DF3E5"/>
                      </a:gs>
                    </a:gsLst>
                    <a:lin ang="2700000"/>
                  </a:gradFill>
                  <a:ln w="0">
                    <a:noFill/>
                  </a:ln>
                  <a:effectLst>
                    <a:outerShdw algn="bl" blurRad="185760" rotWithShape="0">
                      <a:schemeClr val="dk1">
                        <a:alpha val="31000"/>
                      </a:schemeClr>
                    </a:outerShdw>
                  </a:effectLst>
                </p:spPr>
                <p:style>
                  <a:lnRef idx="0">
                    <a:srgbClr val="000000"/>
                  </a:lnRef>
                  <a:fillRef idx="0">
                    <a:srgbClr val="000000"/>
                  </a:fillRef>
                  <a:effectRef idx="0">
                    <a:srgbClr val="000000"/>
                  </a:effectRef>
                  <a:fontRef idx="minor">
                    <a:srgbClr val="000000"/>
                  </a:fontRef>
                </p:style>
                <p:txBody>
                  <a:bodyPr anchor="ctr" bIns="71640" tIns="71640">
                    <a:noAutofit/>
                  </a:bodyPr>
                  <a:p>
                    <a:pPr algn="ctr" defTabSz="9144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b="0" sz="1800" lang="en-US" strike="noStrike" u="none">
                      <a:solidFill>
                        <a:srgbClr val="000000"/>
                      </a:solidFill>
                      <a:effectLst/>
                      <a:latin typeface="OpenSymbol"/>
                    </a:endParaRPr>
                  </a:p>
                </p:txBody>
              </p:sp>
              <p:sp>
                <p:nvSpPr>
                  <p:cNvPr id="1051161" name="Google Shape;1521;p17"/>
                  <p:cNvSpPr/>
                  <p:nvPr/>
                </p:nvSpPr>
                <p:spPr>
                  <a:xfrm>
                    <a:off x="650160" y="4970160"/>
                    <a:ext cx="126000" cy="126360"/>
                  </a:xfrm>
                  <a:prstGeom prst="rect"/>
                  <a:gradFill rotWithShape="0">
                    <a:gsLst>
                      <a:gs pos="0">
                        <a:srgbClr val="B6F8F0"/>
                      </a:gs>
                      <a:gs pos="100000">
                        <a:srgbClr val="7DF3E5"/>
                      </a:gs>
                    </a:gsLst>
                    <a:lin ang="2700000"/>
                  </a:gradFill>
                  <a:ln w="0">
                    <a:noFill/>
                  </a:ln>
                  <a:effectLst>
                    <a:outerShdw algn="bl" blurRad="185760" rotWithShape="0">
                      <a:schemeClr val="dk1">
                        <a:alpha val="31000"/>
                      </a:schemeClr>
                    </a:outerShdw>
                  </a:effectLst>
                </p:spPr>
                <p:style>
                  <a:lnRef idx="0">
                    <a:srgbClr val="000000"/>
                  </a:lnRef>
                  <a:fillRef idx="0">
                    <a:srgbClr val="000000"/>
                  </a:fillRef>
                  <a:effectRef idx="0">
                    <a:srgbClr val="000000"/>
                  </a:effectRef>
                  <a:fontRef idx="minor">
                    <a:srgbClr val="000000"/>
                  </a:fontRef>
                </p:style>
                <p:txBody>
                  <a:bodyPr anchor="ctr" bIns="63360" tIns="63360">
                    <a:noAutofit/>
                  </a:bodyPr>
                  <a:p>
                    <a:pPr algn="ctr" defTabSz="9144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b="0" sz="1800" lang="en-US" strike="noStrike" u="none">
                      <a:solidFill>
                        <a:srgbClr val="000000"/>
                      </a:solidFill>
                      <a:effectLst/>
                      <a:latin typeface="OpenSymbol"/>
                    </a:endParaRPr>
                  </a:p>
                </p:txBody>
              </p:sp>
              <p:sp>
                <p:nvSpPr>
                  <p:cNvPr id="1051162" name="Google Shape;1522;p17"/>
                  <p:cNvSpPr/>
                  <p:nvPr/>
                </p:nvSpPr>
                <p:spPr>
                  <a:xfrm>
                    <a:off x="650160" y="4759200"/>
                    <a:ext cx="126000" cy="126360"/>
                  </a:xfrm>
                  <a:prstGeom prst="rect"/>
                  <a:gradFill rotWithShape="0">
                    <a:gsLst>
                      <a:gs pos="0">
                        <a:srgbClr val="B6F8F0"/>
                      </a:gs>
                      <a:gs pos="100000">
                        <a:srgbClr val="7DF3E5"/>
                      </a:gs>
                    </a:gsLst>
                    <a:lin ang="2700000"/>
                  </a:gradFill>
                  <a:ln w="0">
                    <a:noFill/>
                  </a:ln>
                  <a:effectLst>
                    <a:outerShdw algn="bl" blurRad="185760" rotWithShape="0">
                      <a:schemeClr val="dk1">
                        <a:alpha val="31000"/>
                      </a:schemeClr>
                    </a:outerShdw>
                  </a:effectLst>
                </p:spPr>
                <p:style>
                  <a:lnRef idx="0">
                    <a:srgbClr val="000000"/>
                  </a:lnRef>
                  <a:fillRef idx="0">
                    <a:srgbClr val="000000"/>
                  </a:fillRef>
                  <a:effectRef idx="0">
                    <a:srgbClr val="000000"/>
                  </a:effectRef>
                  <a:fontRef idx="minor">
                    <a:srgbClr val="000000"/>
                  </a:fontRef>
                </p:style>
                <p:txBody>
                  <a:bodyPr anchor="ctr" bIns="63360" tIns="63360">
                    <a:noAutofit/>
                  </a:bodyPr>
                  <a:p>
                    <a:pPr algn="ctr" defTabSz="9144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b="0" sz="1800" lang="en-US" strike="noStrike" u="none">
                      <a:solidFill>
                        <a:srgbClr val="000000"/>
                      </a:solidFill>
                      <a:effectLst/>
                      <a:latin typeface="OpenSymbol"/>
                    </a:endParaRPr>
                  </a:p>
                </p:txBody>
              </p:sp>
              <p:sp>
                <p:nvSpPr>
                  <p:cNvPr id="1051163" name="Google Shape;1523;p17"/>
                  <p:cNvSpPr/>
                  <p:nvPr/>
                </p:nvSpPr>
                <p:spPr>
                  <a:xfrm>
                    <a:off x="650160" y="4548600"/>
                    <a:ext cx="126000" cy="126360"/>
                  </a:xfrm>
                  <a:prstGeom prst="rect"/>
                  <a:gradFill rotWithShape="0">
                    <a:gsLst>
                      <a:gs pos="0">
                        <a:srgbClr val="B6F8F0"/>
                      </a:gs>
                      <a:gs pos="100000">
                        <a:srgbClr val="7DF3E5"/>
                      </a:gs>
                    </a:gsLst>
                    <a:lin ang="2700000"/>
                  </a:gradFill>
                  <a:ln w="0">
                    <a:noFill/>
                  </a:ln>
                  <a:effectLst>
                    <a:outerShdw algn="bl" blurRad="185760" rotWithShape="0">
                      <a:schemeClr val="dk1">
                        <a:alpha val="31000"/>
                      </a:schemeClr>
                    </a:outerShdw>
                  </a:effectLst>
                </p:spPr>
                <p:style>
                  <a:lnRef idx="0">
                    <a:srgbClr val="000000"/>
                  </a:lnRef>
                  <a:fillRef idx="0">
                    <a:srgbClr val="000000"/>
                  </a:fillRef>
                  <a:effectRef idx="0">
                    <a:srgbClr val="000000"/>
                  </a:effectRef>
                  <a:fontRef idx="minor">
                    <a:srgbClr val="000000"/>
                  </a:fontRef>
                </p:style>
                <p:txBody>
                  <a:bodyPr anchor="ctr" bIns="63360" tIns="63360">
                    <a:noAutofit/>
                  </a:bodyPr>
                  <a:p>
                    <a:pPr algn="ctr" defTabSz="9144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b="0" sz="1800" lang="en-US" strike="noStrike" u="none">
                      <a:solidFill>
                        <a:srgbClr val="000000"/>
                      </a:solidFill>
                      <a:effectLst/>
                      <a:latin typeface="OpenSymbol"/>
                    </a:endParaRPr>
                  </a:p>
                </p:txBody>
              </p:sp>
              <p:sp>
                <p:nvSpPr>
                  <p:cNvPr id="1051164" name="Google Shape;1524;p17"/>
                  <p:cNvSpPr/>
                  <p:nvPr/>
                </p:nvSpPr>
                <p:spPr>
                  <a:xfrm>
                    <a:off x="654480" y="4338000"/>
                    <a:ext cx="117360" cy="117720"/>
                  </a:xfrm>
                  <a:prstGeom prst="rect"/>
                  <a:gradFill rotWithShape="0">
                    <a:gsLst>
                      <a:gs pos="0">
                        <a:srgbClr val="B6F8F0"/>
                      </a:gs>
                      <a:gs pos="100000">
                        <a:srgbClr val="7DF3E5"/>
                      </a:gs>
                    </a:gsLst>
                    <a:lin ang="2700000"/>
                  </a:gradFill>
                  <a:ln w="0">
                    <a:noFill/>
                  </a:ln>
                  <a:effectLst>
                    <a:outerShdw algn="bl" blurRad="185760" rotWithShape="0">
                      <a:schemeClr val="dk1">
                        <a:alpha val="31000"/>
                      </a:schemeClr>
                    </a:outerShdw>
                  </a:effectLst>
                </p:spPr>
                <p:style>
                  <a:lnRef idx="0">
                    <a:srgbClr val="000000"/>
                  </a:lnRef>
                  <a:fillRef idx="0">
                    <a:srgbClr val="000000"/>
                  </a:fillRef>
                  <a:effectRef idx="0">
                    <a:srgbClr val="000000"/>
                  </a:effectRef>
                  <a:fontRef idx="minor">
                    <a:srgbClr val="000000"/>
                  </a:fontRef>
                </p:style>
                <p:txBody>
                  <a:bodyPr anchor="ctr" bIns="59040" tIns="59040">
                    <a:noAutofit/>
                  </a:bodyPr>
                  <a:p>
                    <a:pPr algn="ctr" defTabSz="9144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b="0" sz="1800" lang="en-US" strike="noStrike" u="none">
                      <a:solidFill>
                        <a:srgbClr val="000000"/>
                      </a:solidFill>
                      <a:effectLst/>
                      <a:latin typeface="OpenSymbol"/>
                    </a:endParaRPr>
                  </a:p>
                </p:txBody>
              </p:sp>
              <p:sp>
                <p:nvSpPr>
                  <p:cNvPr id="1051165" name="Google Shape;1525;p17"/>
                  <p:cNvSpPr/>
                  <p:nvPr/>
                </p:nvSpPr>
                <p:spPr>
                  <a:xfrm>
                    <a:off x="654480" y="4127040"/>
                    <a:ext cx="117360" cy="117720"/>
                  </a:xfrm>
                  <a:prstGeom prst="rect"/>
                  <a:gradFill rotWithShape="0">
                    <a:gsLst>
                      <a:gs pos="0">
                        <a:srgbClr val="B6F8F0"/>
                      </a:gs>
                      <a:gs pos="100000">
                        <a:srgbClr val="7DF3E5"/>
                      </a:gs>
                    </a:gsLst>
                    <a:lin ang="2700000"/>
                  </a:gradFill>
                  <a:ln w="0">
                    <a:noFill/>
                  </a:ln>
                  <a:effectLst>
                    <a:outerShdw algn="bl" blurRad="185760" rotWithShape="0">
                      <a:schemeClr val="dk1">
                        <a:alpha val="31000"/>
                      </a:schemeClr>
                    </a:outerShdw>
                  </a:effectLst>
                </p:spPr>
                <p:style>
                  <a:lnRef idx="0">
                    <a:srgbClr val="000000"/>
                  </a:lnRef>
                  <a:fillRef idx="0">
                    <a:srgbClr val="000000"/>
                  </a:fillRef>
                  <a:effectRef idx="0">
                    <a:srgbClr val="000000"/>
                  </a:effectRef>
                  <a:fontRef idx="minor">
                    <a:srgbClr val="000000"/>
                  </a:fontRef>
                </p:style>
                <p:txBody>
                  <a:bodyPr anchor="ctr" bIns="59040" tIns="59040">
                    <a:noAutofit/>
                  </a:bodyPr>
                  <a:p>
                    <a:pPr algn="ctr" defTabSz="9144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b="0" sz="1800" lang="en-US" strike="noStrike" u="none">
                      <a:solidFill>
                        <a:srgbClr val="000000"/>
                      </a:solidFill>
                      <a:effectLst/>
                      <a:latin typeface="OpenSymbol"/>
                    </a:endParaRPr>
                  </a:p>
                </p:txBody>
              </p:sp>
              <p:sp>
                <p:nvSpPr>
                  <p:cNvPr id="1051166" name="Google Shape;1526;p17"/>
                  <p:cNvSpPr/>
                  <p:nvPr/>
                </p:nvSpPr>
                <p:spPr>
                  <a:xfrm>
                    <a:off x="656640" y="3916440"/>
                    <a:ext cx="113040" cy="113040"/>
                  </a:xfrm>
                  <a:prstGeom prst="rect"/>
                  <a:gradFill rotWithShape="0">
                    <a:gsLst>
                      <a:gs pos="0">
                        <a:srgbClr val="B6F8F0"/>
                      </a:gs>
                      <a:gs pos="100000">
                        <a:srgbClr val="7DF3E5"/>
                      </a:gs>
                    </a:gsLst>
                    <a:lin ang="2700000"/>
                  </a:gradFill>
                  <a:ln w="0">
                    <a:noFill/>
                  </a:ln>
                  <a:effectLst>
                    <a:outerShdw algn="bl" blurRad="185760" rotWithShape="0">
                      <a:schemeClr val="dk1">
                        <a:alpha val="31000"/>
                      </a:schemeClr>
                    </a:outerShdw>
                  </a:effectLst>
                </p:spPr>
                <p:style>
                  <a:lnRef idx="0">
                    <a:srgbClr val="000000"/>
                  </a:lnRef>
                  <a:fillRef idx="0">
                    <a:srgbClr val="000000"/>
                  </a:fillRef>
                  <a:effectRef idx="0">
                    <a:srgbClr val="000000"/>
                  </a:effectRef>
                  <a:fontRef idx="minor">
                    <a:srgbClr val="000000"/>
                  </a:fontRef>
                </p:style>
                <p:txBody>
                  <a:bodyPr anchor="ctr" bIns="56520" tIns="56520">
                    <a:noAutofit/>
                  </a:bodyPr>
                  <a:p>
                    <a:pPr algn="ctr" defTabSz="9144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b="0" sz="1800" lang="en-US" strike="noStrike" u="none">
                      <a:solidFill>
                        <a:srgbClr val="000000"/>
                      </a:solidFill>
                      <a:effectLst/>
                      <a:latin typeface="OpenSymbol"/>
                    </a:endParaRPr>
                  </a:p>
                </p:txBody>
              </p:sp>
              <p:sp>
                <p:nvSpPr>
                  <p:cNvPr id="1051167" name="Google Shape;1527;p17"/>
                  <p:cNvSpPr/>
                  <p:nvPr/>
                </p:nvSpPr>
                <p:spPr>
                  <a:xfrm>
                    <a:off x="658800" y="3705480"/>
                    <a:ext cx="108720" cy="108720"/>
                  </a:xfrm>
                  <a:prstGeom prst="rect"/>
                  <a:gradFill rotWithShape="0">
                    <a:gsLst>
                      <a:gs pos="0">
                        <a:srgbClr val="B6F8F0"/>
                      </a:gs>
                      <a:gs pos="100000">
                        <a:srgbClr val="7DF3E5"/>
                      </a:gs>
                    </a:gsLst>
                    <a:lin ang="2700000"/>
                  </a:gradFill>
                  <a:ln w="0">
                    <a:noFill/>
                  </a:ln>
                  <a:effectLst>
                    <a:outerShdw algn="bl" blurRad="185760" rotWithShape="0">
                      <a:schemeClr val="dk1">
                        <a:alpha val="31000"/>
                      </a:schemeClr>
                    </a:outerShdw>
                  </a:effectLst>
                </p:spPr>
                <p:style>
                  <a:lnRef idx="0">
                    <a:srgbClr val="000000"/>
                  </a:lnRef>
                  <a:fillRef idx="0">
                    <a:srgbClr val="000000"/>
                  </a:fillRef>
                  <a:effectRef idx="0">
                    <a:srgbClr val="000000"/>
                  </a:effectRef>
                  <a:fontRef idx="minor">
                    <a:srgbClr val="000000"/>
                  </a:fontRef>
                </p:style>
                <p:txBody>
                  <a:bodyPr anchor="ctr" bIns="54360" tIns="54360">
                    <a:noAutofit/>
                  </a:bodyPr>
                  <a:p>
                    <a:pPr algn="ctr" defTabSz="9144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b="0" sz="1800" lang="en-US" strike="noStrike" u="none">
                      <a:solidFill>
                        <a:srgbClr val="000000"/>
                      </a:solidFill>
                      <a:effectLst/>
                      <a:latin typeface="OpenSymbol"/>
                    </a:endParaRPr>
                  </a:p>
                </p:txBody>
              </p:sp>
              <p:sp>
                <p:nvSpPr>
                  <p:cNvPr id="1051168" name="Google Shape;1528;p17"/>
                  <p:cNvSpPr/>
                  <p:nvPr/>
                </p:nvSpPr>
                <p:spPr>
                  <a:xfrm>
                    <a:off x="663840" y="3499560"/>
                    <a:ext cx="98640" cy="98640"/>
                  </a:xfrm>
                  <a:prstGeom prst="rect"/>
                  <a:gradFill rotWithShape="0">
                    <a:gsLst>
                      <a:gs pos="0">
                        <a:srgbClr val="B6F8F0"/>
                      </a:gs>
                      <a:gs pos="100000">
                        <a:srgbClr val="7DF3E5"/>
                      </a:gs>
                    </a:gsLst>
                    <a:lin ang="2700000"/>
                  </a:gradFill>
                  <a:ln w="0">
                    <a:noFill/>
                  </a:ln>
                  <a:effectLst>
                    <a:outerShdw algn="bl" blurRad="185760" rotWithShape="0">
                      <a:schemeClr val="dk1">
                        <a:alpha val="31000"/>
                      </a:schemeClr>
                    </a:outerShdw>
                  </a:effectLst>
                </p:spPr>
                <p:style>
                  <a:lnRef idx="0">
                    <a:srgbClr val="000000"/>
                  </a:lnRef>
                  <a:fillRef idx="0">
                    <a:srgbClr val="000000"/>
                  </a:fillRef>
                  <a:effectRef idx="0">
                    <a:srgbClr val="000000"/>
                  </a:effectRef>
                  <a:fontRef idx="minor">
                    <a:srgbClr val="000000"/>
                  </a:fontRef>
                </p:style>
                <p:txBody>
                  <a:bodyPr anchor="ctr" bIns="49320" tIns="49320">
                    <a:noAutofit/>
                  </a:bodyPr>
                  <a:p>
                    <a:pPr algn="ctr" defTabSz="9144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b="0" sz="1800" lang="en-US" strike="noStrike" u="none">
                      <a:solidFill>
                        <a:srgbClr val="000000"/>
                      </a:solidFill>
                      <a:effectLst/>
                      <a:latin typeface="OpenSymbol"/>
                    </a:endParaRPr>
                  </a:p>
                </p:txBody>
              </p:sp>
              <p:sp>
                <p:nvSpPr>
                  <p:cNvPr id="1051169" name="Google Shape;1529;p17"/>
                  <p:cNvSpPr/>
                  <p:nvPr/>
                </p:nvSpPr>
                <p:spPr>
                  <a:xfrm>
                    <a:off x="668520" y="3293280"/>
                    <a:ext cx="88920" cy="88920"/>
                  </a:xfrm>
                  <a:prstGeom prst="rect"/>
                  <a:gradFill rotWithShape="0">
                    <a:gsLst>
                      <a:gs pos="0">
                        <a:srgbClr val="B6F8F0"/>
                      </a:gs>
                      <a:gs pos="100000">
                        <a:srgbClr val="7DF3E5"/>
                      </a:gs>
                    </a:gsLst>
                    <a:lin ang="2700000"/>
                  </a:gradFill>
                  <a:ln w="0">
                    <a:noFill/>
                  </a:ln>
                  <a:effectLst>
                    <a:outerShdw algn="bl" blurRad="185760" rotWithShape="0">
                      <a:schemeClr val="dk1">
                        <a:alpha val="31000"/>
                      </a:schemeClr>
                    </a:outerShdw>
                  </a:effectLst>
                </p:spPr>
                <p:style>
                  <a:lnRef idx="0">
                    <a:srgbClr val="000000"/>
                  </a:lnRef>
                  <a:fillRef idx="0">
                    <a:srgbClr val="000000"/>
                  </a:fillRef>
                  <a:effectRef idx="0">
                    <a:srgbClr val="000000"/>
                  </a:effectRef>
                  <a:fontRef idx="minor">
                    <a:srgbClr val="000000"/>
                  </a:fontRef>
                </p:style>
                <p:txBody>
                  <a:bodyPr anchor="ctr" bIns="44640" tIns="44640">
                    <a:noAutofit/>
                  </a:bodyPr>
                  <a:p>
                    <a:pPr algn="ctr" defTabSz="9144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b="0" sz="1800" lang="en-US" strike="noStrike" u="none">
                      <a:solidFill>
                        <a:srgbClr val="000000"/>
                      </a:solidFill>
                      <a:effectLst/>
                      <a:latin typeface="OpenSymbol"/>
                    </a:endParaRPr>
                  </a:p>
                </p:txBody>
              </p:sp>
              <p:sp>
                <p:nvSpPr>
                  <p:cNvPr id="1051170" name="Google Shape;1530;p17"/>
                  <p:cNvSpPr/>
                  <p:nvPr/>
                </p:nvSpPr>
                <p:spPr>
                  <a:xfrm>
                    <a:off x="668520" y="3087000"/>
                    <a:ext cx="88920" cy="88920"/>
                  </a:xfrm>
                  <a:prstGeom prst="rect"/>
                  <a:gradFill rotWithShape="0">
                    <a:gsLst>
                      <a:gs pos="0">
                        <a:srgbClr val="B6F8F0"/>
                      </a:gs>
                      <a:gs pos="100000">
                        <a:srgbClr val="7DF3E5"/>
                      </a:gs>
                    </a:gsLst>
                    <a:lin ang="2700000"/>
                  </a:gradFill>
                  <a:ln w="0">
                    <a:noFill/>
                  </a:ln>
                  <a:effectLst>
                    <a:outerShdw algn="bl" blurRad="185760" rotWithShape="0">
                      <a:schemeClr val="dk1">
                        <a:alpha val="31000"/>
                      </a:schemeClr>
                    </a:outerShdw>
                  </a:effectLst>
                </p:spPr>
                <p:style>
                  <a:lnRef idx="0">
                    <a:srgbClr val="000000"/>
                  </a:lnRef>
                  <a:fillRef idx="0">
                    <a:srgbClr val="000000"/>
                  </a:fillRef>
                  <a:effectRef idx="0">
                    <a:srgbClr val="000000"/>
                  </a:effectRef>
                  <a:fontRef idx="minor">
                    <a:srgbClr val="000000"/>
                  </a:fontRef>
                </p:style>
                <p:txBody>
                  <a:bodyPr anchor="ctr" bIns="44640" tIns="44640">
                    <a:noAutofit/>
                  </a:bodyPr>
                  <a:p>
                    <a:pPr algn="ctr" defTabSz="9144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b="0" sz="1800" lang="en-US" strike="noStrike" u="none">
                      <a:solidFill>
                        <a:srgbClr val="000000"/>
                      </a:solidFill>
                      <a:effectLst/>
                      <a:latin typeface="OpenSymbol"/>
                    </a:endParaRPr>
                  </a:p>
                </p:txBody>
              </p:sp>
              <p:sp>
                <p:nvSpPr>
                  <p:cNvPr id="1051171" name="Google Shape;1531;p17"/>
                  <p:cNvSpPr/>
                  <p:nvPr/>
                </p:nvSpPr>
                <p:spPr>
                  <a:xfrm>
                    <a:off x="673560" y="2869920"/>
                    <a:ext cx="79200" cy="79200"/>
                  </a:xfrm>
                  <a:prstGeom prst="rect"/>
                  <a:gradFill rotWithShape="0">
                    <a:gsLst>
                      <a:gs pos="0">
                        <a:srgbClr val="B6F8F0"/>
                      </a:gs>
                      <a:gs pos="100000">
                        <a:srgbClr val="7DF3E5"/>
                      </a:gs>
                    </a:gsLst>
                    <a:lin ang="2700000"/>
                  </a:gradFill>
                  <a:ln w="0">
                    <a:noFill/>
                  </a:ln>
                  <a:effectLst>
                    <a:outerShdw algn="bl" blurRad="185760" rotWithShape="0">
                      <a:schemeClr val="dk1">
                        <a:alpha val="31000"/>
                      </a:schemeClr>
                    </a:outerShdw>
                  </a:effectLst>
                </p:spPr>
                <p:style>
                  <a:lnRef idx="0">
                    <a:srgbClr val="000000"/>
                  </a:lnRef>
                  <a:fillRef idx="0">
                    <a:srgbClr val="000000"/>
                  </a:fillRef>
                  <a:effectRef idx="0">
                    <a:srgbClr val="000000"/>
                  </a:effectRef>
                  <a:fontRef idx="minor">
                    <a:srgbClr val="000000"/>
                  </a:fontRef>
                </p:style>
                <p:txBody>
                  <a:bodyPr anchor="ctr" bIns="39600" tIns="39600">
                    <a:noAutofit/>
                  </a:bodyPr>
                  <a:p>
                    <a:pPr algn="ctr" defTabSz="9144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b="0" sz="1800" lang="en-US" strike="noStrike" u="none">
                      <a:solidFill>
                        <a:srgbClr val="000000"/>
                      </a:solidFill>
                      <a:effectLst/>
                      <a:latin typeface="OpenSymbol"/>
                    </a:endParaRPr>
                  </a:p>
                </p:txBody>
              </p:sp>
            </p:grpSp>
            <p:grpSp>
              <p:nvGrpSpPr>
                <p:cNvPr id="431" name="Google Shape;1532;p17"/>
                <p:cNvGrpSpPr/>
                <p:nvPr/>
              </p:nvGrpSpPr>
              <p:grpSpPr>
                <a:xfrm>
                  <a:off x="641520" y="2869920"/>
                  <a:ext cx="142920" cy="2453760"/>
                  <a:chOff x="641520" y="2869920"/>
                  <a:chExt cx="142920" cy="2453760"/>
                </a:xfrm>
              </p:grpSpPr>
              <p:sp>
                <p:nvSpPr>
                  <p:cNvPr id="1051172" name="Google Shape;1533;p17"/>
                  <p:cNvSpPr/>
                  <p:nvPr/>
                </p:nvSpPr>
                <p:spPr>
                  <a:xfrm>
                    <a:off x="641520" y="5180760"/>
                    <a:ext cx="142920" cy="142920"/>
                  </a:xfrm>
                  <a:prstGeom prst="rect"/>
                  <a:noFill/>
                  <a:ln w="0">
                    <a:noFill/>
                  </a:ln>
                </p:spPr>
                <p:style>
                  <a:lnRef idx="0">
                    <a:srgbClr val="000000"/>
                  </a:lnRef>
                  <a:fillRef idx="0">
                    <a:srgbClr val="000000"/>
                  </a:fillRef>
                  <a:effectRef idx="0">
                    <a:srgbClr val="000000"/>
                  </a:effectRef>
                  <a:fontRef idx="minor">
                    <a:srgbClr val="000000"/>
                  </a:fontRef>
                </p:style>
                <p:txBody>
                  <a:bodyPr anchor="ctr" bIns="71640" tIns="71640">
                    <a:noAutofit/>
                  </a:bodyPr>
                  <a:p>
                    <a:pPr algn="ctr" defTabSz="9144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b="0" sz="1800" lang="en-US" strike="noStrike" u="none">
                      <a:solidFill>
                        <a:srgbClr val="FFFFFF"/>
                      </a:solidFill>
                      <a:effectLst/>
                      <a:latin typeface="OpenSymbol"/>
                    </a:endParaRPr>
                  </a:p>
                </p:txBody>
              </p:sp>
              <p:sp>
                <p:nvSpPr>
                  <p:cNvPr id="1051173" name="Google Shape;1534;p17"/>
                  <p:cNvSpPr/>
                  <p:nvPr/>
                </p:nvSpPr>
                <p:spPr>
                  <a:xfrm>
                    <a:off x="650160" y="4970160"/>
                    <a:ext cx="126000" cy="126360"/>
                  </a:xfrm>
                  <a:prstGeom prst="rect"/>
                  <a:solidFill>
                    <a:srgbClr val="009F8C">
                      <a:alpha val="5000"/>
                    </a:srgbClr>
                  </a:solidFill>
                  <a:ln w="0">
                    <a:noFill/>
                  </a:ln>
                </p:spPr>
                <p:style>
                  <a:lnRef idx="0">
                    <a:srgbClr val="000000"/>
                  </a:lnRef>
                  <a:fillRef idx="0">
                    <a:srgbClr val="000000"/>
                  </a:fillRef>
                  <a:effectRef idx="0">
                    <a:srgbClr val="000000"/>
                  </a:effectRef>
                  <a:fontRef idx="minor">
                    <a:srgbClr val="000000"/>
                  </a:fontRef>
                </p:style>
                <p:txBody>
                  <a:bodyPr anchor="ctr" bIns="63360" tIns="63360">
                    <a:noAutofit/>
                  </a:bodyPr>
                  <a:p>
                    <a:pPr algn="ctr" defTabSz="9144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b="0" sz="1800" lang="en-US" strike="noStrike" u="none">
                      <a:solidFill>
                        <a:srgbClr val="FFFFFF"/>
                      </a:solidFill>
                      <a:effectLst/>
                      <a:latin typeface="OpenSymbol"/>
                    </a:endParaRPr>
                  </a:p>
                </p:txBody>
              </p:sp>
              <p:sp>
                <p:nvSpPr>
                  <p:cNvPr id="1051174" name="Google Shape;1535;p17"/>
                  <p:cNvSpPr/>
                  <p:nvPr/>
                </p:nvSpPr>
                <p:spPr>
                  <a:xfrm>
                    <a:off x="650160" y="4759200"/>
                    <a:ext cx="126000" cy="126360"/>
                  </a:xfrm>
                  <a:prstGeom prst="rect"/>
                  <a:solidFill>
                    <a:srgbClr val="009F8C">
                      <a:alpha val="10000"/>
                    </a:srgbClr>
                  </a:solidFill>
                  <a:ln w="0">
                    <a:noFill/>
                  </a:ln>
                </p:spPr>
                <p:style>
                  <a:lnRef idx="0">
                    <a:srgbClr val="000000"/>
                  </a:lnRef>
                  <a:fillRef idx="0">
                    <a:srgbClr val="000000"/>
                  </a:fillRef>
                  <a:effectRef idx="0">
                    <a:srgbClr val="000000"/>
                  </a:effectRef>
                  <a:fontRef idx="minor">
                    <a:srgbClr val="000000"/>
                  </a:fontRef>
                </p:style>
                <p:txBody>
                  <a:bodyPr anchor="ctr" bIns="63360" tIns="63360">
                    <a:noAutofit/>
                  </a:bodyPr>
                  <a:p>
                    <a:pPr algn="ctr" defTabSz="9144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b="0" sz="1800" lang="en-US" strike="noStrike" u="none">
                      <a:solidFill>
                        <a:srgbClr val="FFFFFF"/>
                      </a:solidFill>
                      <a:effectLst/>
                      <a:latin typeface="OpenSymbol"/>
                    </a:endParaRPr>
                  </a:p>
                </p:txBody>
              </p:sp>
              <p:sp>
                <p:nvSpPr>
                  <p:cNvPr id="1051175" name="Google Shape;1536;p17"/>
                  <p:cNvSpPr/>
                  <p:nvPr/>
                </p:nvSpPr>
                <p:spPr>
                  <a:xfrm>
                    <a:off x="650160" y="4548600"/>
                    <a:ext cx="126000" cy="126360"/>
                  </a:xfrm>
                  <a:prstGeom prst="rect"/>
                  <a:solidFill>
                    <a:srgbClr val="009F8C">
                      <a:alpha val="20000"/>
                    </a:srgbClr>
                  </a:solidFill>
                  <a:ln w="0">
                    <a:noFill/>
                  </a:ln>
                </p:spPr>
                <p:style>
                  <a:lnRef idx="0">
                    <a:srgbClr val="000000"/>
                  </a:lnRef>
                  <a:fillRef idx="0">
                    <a:srgbClr val="000000"/>
                  </a:fillRef>
                  <a:effectRef idx="0">
                    <a:srgbClr val="000000"/>
                  </a:effectRef>
                  <a:fontRef idx="minor">
                    <a:srgbClr val="000000"/>
                  </a:fontRef>
                </p:style>
                <p:txBody>
                  <a:bodyPr anchor="ctr" bIns="63360" tIns="63360">
                    <a:noAutofit/>
                  </a:bodyPr>
                  <a:p>
                    <a:pPr algn="ctr" defTabSz="9144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b="0" sz="1800" lang="en-US" strike="noStrike" u="none">
                      <a:solidFill>
                        <a:srgbClr val="FFFFFF"/>
                      </a:solidFill>
                      <a:effectLst/>
                      <a:latin typeface="OpenSymbol"/>
                    </a:endParaRPr>
                  </a:p>
                </p:txBody>
              </p:sp>
              <p:sp>
                <p:nvSpPr>
                  <p:cNvPr id="1051176" name="Google Shape;1537;p17"/>
                  <p:cNvSpPr/>
                  <p:nvPr/>
                </p:nvSpPr>
                <p:spPr>
                  <a:xfrm>
                    <a:off x="654480" y="4338000"/>
                    <a:ext cx="117360" cy="117720"/>
                  </a:xfrm>
                  <a:prstGeom prst="rect"/>
                  <a:solidFill>
                    <a:srgbClr val="009F8C">
                      <a:alpha val="30000"/>
                    </a:srgbClr>
                  </a:solidFill>
                  <a:ln w="0">
                    <a:noFill/>
                  </a:ln>
                </p:spPr>
                <p:style>
                  <a:lnRef idx="0">
                    <a:srgbClr val="000000"/>
                  </a:lnRef>
                  <a:fillRef idx="0">
                    <a:srgbClr val="000000"/>
                  </a:fillRef>
                  <a:effectRef idx="0">
                    <a:srgbClr val="000000"/>
                  </a:effectRef>
                  <a:fontRef idx="minor">
                    <a:srgbClr val="000000"/>
                  </a:fontRef>
                </p:style>
                <p:txBody>
                  <a:bodyPr anchor="ctr" bIns="59040" tIns="59040">
                    <a:noAutofit/>
                  </a:bodyPr>
                  <a:p>
                    <a:pPr algn="ctr" defTabSz="9144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b="0" sz="1800" lang="en-US" strike="noStrike" u="none">
                      <a:solidFill>
                        <a:srgbClr val="FFFFFF"/>
                      </a:solidFill>
                      <a:effectLst/>
                      <a:latin typeface="OpenSymbol"/>
                    </a:endParaRPr>
                  </a:p>
                </p:txBody>
              </p:sp>
              <p:sp>
                <p:nvSpPr>
                  <p:cNvPr id="1051177" name="Google Shape;1538;p17"/>
                  <p:cNvSpPr/>
                  <p:nvPr/>
                </p:nvSpPr>
                <p:spPr>
                  <a:xfrm>
                    <a:off x="654480" y="4127040"/>
                    <a:ext cx="117360" cy="117720"/>
                  </a:xfrm>
                  <a:prstGeom prst="rect"/>
                  <a:solidFill>
                    <a:srgbClr val="009F8C">
                      <a:alpha val="40000"/>
                    </a:srgbClr>
                  </a:solidFill>
                  <a:ln w="0">
                    <a:noFill/>
                  </a:ln>
                </p:spPr>
                <p:style>
                  <a:lnRef idx="0">
                    <a:srgbClr val="000000"/>
                  </a:lnRef>
                  <a:fillRef idx="0">
                    <a:srgbClr val="000000"/>
                  </a:fillRef>
                  <a:effectRef idx="0">
                    <a:srgbClr val="000000"/>
                  </a:effectRef>
                  <a:fontRef idx="minor">
                    <a:srgbClr val="000000"/>
                  </a:fontRef>
                </p:style>
                <p:txBody>
                  <a:bodyPr anchor="ctr" bIns="59040" tIns="59040">
                    <a:noAutofit/>
                  </a:bodyPr>
                  <a:p>
                    <a:pPr algn="ctr" defTabSz="9144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b="0" sz="1800" lang="en-US" strike="noStrike" u="none">
                      <a:solidFill>
                        <a:srgbClr val="FFFFFF"/>
                      </a:solidFill>
                      <a:effectLst/>
                      <a:latin typeface="OpenSymbol"/>
                    </a:endParaRPr>
                  </a:p>
                </p:txBody>
              </p:sp>
              <p:sp>
                <p:nvSpPr>
                  <p:cNvPr id="1051178" name="Google Shape;1539;p17"/>
                  <p:cNvSpPr/>
                  <p:nvPr/>
                </p:nvSpPr>
                <p:spPr>
                  <a:xfrm>
                    <a:off x="656640" y="3916440"/>
                    <a:ext cx="113040" cy="113040"/>
                  </a:xfrm>
                  <a:prstGeom prst="rect"/>
                  <a:solidFill>
                    <a:srgbClr val="009F8C">
                      <a:alpha val="50000"/>
                    </a:srgbClr>
                  </a:solidFill>
                  <a:ln w="0">
                    <a:noFill/>
                  </a:ln>
                </p:spPr>
                <p:style>
                  <a:lnRef idx="0">
                    <a:srgbClr val="000000"/>
                  </a:lnRef>
                  <a:fillRef idx="0">
                    <a:srgbClr val="000000"/>
                  </a:fillRef>
                  <a:effectRef idx="0">
                    <a:srgbClr val="000000"/>
                  </a:effectRef>
                  <a:fontRef idx="minor">
                    <a:srgbClr val="000000"/>
                  </a:fontRef>
                </p:style>
                <p:txBody>
                  <a:bodyPr anchor="ctr" bIns="56520" tIns="56520">
                    <a:noAutofit/>
                  </a:bodyPr>
                  <a:p>
                    <a:pPr algn="ctr" defTabSz="9144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b="0" sz="1800" lang="en-US" strike="noStrike" u="none">
                      <a:solidFill>
                        <a:srgbClr val="FFFFFF"/>
                      </a:solidFill>
                      <a:effectLst/>
                      <a:latin typeface="OpenSymbol"/>
                    </a:endParaRPr>
                  </a:p>
                </p:txBody>
              </p:sp>
              <p:sp>
                <p:nvSpPr>
                  <p:cNvPr id="1051179" name="Google Shape;1540;p17"/>
                  <p:cNvSpPr/>
                  <p:nvPr/>
                </p:nvSpPr>
                <p:spPr>
                  <a:xfrm>
                    <a:off x="658800" y="3705480"/>
                    <a:ext cx="108720" cy="108720"/>
                  </a:xfrm>
                  <a:prstGeom prst="rect"/>
                  <a:solidFill>
                    <a:srgbClr val="009F8C">
                      <a:alpha val="55000"/>
                    </a:srgbClr>
                  </a:solidFill>
                  <a:ln w="0">
                    <a:noFill/>
                  </a:ln>
                </p:spPr>
                <p:style>
                  <a:lnRef idx="0">
                    <a:srgbClr val="000000"/>
                  </a:lnRef>
                  <a:fillRef idx="0">
                    <a:srgbClr val="000000"/>
                  </a:fillRef>
                  <a:effectRef idx="0">
                    <a:srgbClr val="000000"/>
                  </a:effectRef>
                  <a:fontRef idx="minor">
                    <a:srgbClr val="000000"/>
                  </a:fontRef>
                </p:style>
                <p:txBody>
                  <a:bodyPr anchor="ctr" bIns="54360" tIns="54360">
                    <a:noAutofit/>
                  </a:bodyPr>
                  <a:p>
                    <a:pPr algn="ctr" defTabSz="9144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b="0" sz="1800" lang="en-US" strike="noStrike" u="none">
                      <a:solidFill>
                        <a:srgbClr val="FFFFFF"/>
                      </a:solidFill>
                      <a:effectLst/>
                      <a:latin typeface="OpenSymbol"/>
                    </a:endParaRPr>
                  </a:p>
                </p:txBody>
              </p:sp>
              <p:sp>
                <p:nvSpPr>
                  <p:cNvPr id="1051180" name="Google Shape;1541;p17"/>
                  <p:cNvSpPr/>
                  <p:nvPr/>
                </p:nvSpPr>
                <p:spPr>
                  <a:xfrm>
                    <a:off x="663840" y="3499560"/>
                    <a:ext cx="98640" cy="98640"/>
                  </a:xfrm>
                  <a:prstGeom prst="rect"/>
                  <a:solidFill>
                    <a:srgbClr val="009F8C">
                      <a:alpha val="60000"/>
                    </a:srgbClr>
                  </a:solidFill>
                  <a:ln w="0">
                    <a:noFill/>
                  </a:ln>
                </p:spPr>
                <p:style>
                  <a:lnRef idx="0">
                    <a:srgbClr val="000000"/>
                  </a:lnRef>
                  <a:fillRef idx="0">
                    <a:srgbClr val="000000"/>
                  </a:fillRef>
                  <a:effectRef idx="0">
                    <a:srgbClr val="000000"/>
                  </a:effectRef>
                  <a:fontRef idx="minor">
                    <a:srgbClr val="000000"/>
                  </a:fontRef>
                </p:style>
                <p:txBody>
                  <a:bodyPr anchor="ctr" bIns="49320" tIns="49320">
                    <a:noAutofit/>
                  </a:bodyPr>
                  <a:p>
                    <a:pPr algn="ctr" defTabSz="9144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b="0" sz="1800" lang="en-US" strike="noStrike" u="none">
                      <a:solidFill>
                        <a:srgbClr val="FFFFFF"/>
                      </a:solidFill>
                      <a:effectLst/>
                      <a:latin typeface="OpenSymbol"/>
                    </a:endParaRPr>
                  </a:p>
                </p:txBody>
              </p:sp>
              <p:sp>
                <p:nvSpPr>
                  <p:cNvPr id="1051181" name="Google Shape;1542;p17"/>
                  <p:cNvSpPr/>
                  <p:nvPr/>
                </p:nvSpPr>
                <p:spPr>
                  <a:xfrm>
                    <a:off x="668520" y="3293280"/>
                    <a:ext cx="88920" cy="88920"/>
                  </a:xfrm>
                  <a:prstGeom prst="rect"/>
                  <a:solidFill>
                    <a:srgbClr val="009F8C">
                      <a:alpha val="65000"/>
                    </a:srgbClr>
                  </a:solidFill>
                  <a:ln w="0">
                    <a:noFill/>
                  </a:ln>
                </p:spPr>
                <p:style>
                  <a:lnRef idx="0">
                    <a:srgbClr val="000000"/>
                  </a:lnRef>
                  <a:fillRef idx="0">
                    <a:srgbClr val="000000"/>
                  </a:fillRef>
                  <a:effectRef idx="0">
                    <a:srgbClr val="000000"/>
                  </a:effectRef>
                  <a:fontRef idx="minor">
                    <a:srgbClr val="000000"/>
                  </a:fontRef>
                </p:style>
                <p:txBody>
                  <a:bodyPr anchor="ctr" bIns="44640" tIns="44640">
                    <a:noAutofit/>
                  </a:bodyPr>
                  <a:p>
                    <a:pPr algn="ctr" defTabSz="9144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b="0" sz="1800" lang="en-US" strike="noStrike" u="none">
                      <a:solidFill>
                        <a:srgbClr val="FFFFFF"/>
                      </a:solidFill>
                      <a:effectLst/>
                      <a:latin typeface="OpenSymbol"/>
                    </a:endParaRPr>
                  </a:p>
                </p:txBody>
              </p:sp>
              <p:sp>
                <p:nvSpPr>
                  <p:cNvPr id="1051182" name="Google Shape;1543;p17"/>
                  <p:cNvSpPr/>
                  <p:nvPr/>
                </p:nvSpPr>
                <p:spPr>
                  <a:xfrm>
                    <a:off x="668520" y="3087000"/>
                    <a:ext cx="88920" cy="88920"/>
                  </a:xfrm>
                  <a:prstGeom prst="rect"/>
                  <a:solidFill>
                    <a:srgbClr val="009F8C">
                      <a:alpha val="70000"/>
                    </a:srgbClr>
                  </a:solidFill>
                  <a:ln w="0">
                    <a:noFill/>
                  </a:ln>
                </p:spPr>
                <p:style>
                  <a:lnRef idx="0">
                    <a:srgbClr val="000000"/>
                  </a:lnRef>
                  <a:fillRef idx="0">
                    <a:srgbClr val="000000"/>
                  </a:fillRef>
                  <a:effectRef idx="0">
                    <a:srgbClr val="000000"/>
                  </a:effectRef>
                  <a:fontRef idx="minor">
                    <a:srgbClr val="000000"/>
                  </a:fontRef>
                </p:style>
                <p:txBody>
                  <a:bodyPr anchor="ctr" bIns="44640" tIns="44640">
                    <a:noAutofit/>
                  </a:bodyPr>
                  <a:p>
                    <a:pPr algn="ctr" defTabSz="9144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b="0" sz="1800" lang="en-US" strike="noStrike" u="none">
                      <a:solidFill>
                        <a:srgbClr val="FFFFFF"/>
                      </a:solidFill>
                      <a:effectLst/>
                      <a:latin typeface="OpenSymbol"/>
                    </a:endParaRPr>
                  </a:p>
                </p:txBody>
              </p:sp>
              <p:sp>
                <p:nvSpPr>
                  <p:cNvPr id="1051183" name="Google Shape;1544;p17"/>
                  <p:cNvSpPr/>
                  <p:nvPr/>
                </p:nvSpPr>
                <p:spPr>
                  <a:xfrm>
                    <a:off x="673560" y="2869920"/>
                    <a:ext cx="79200" cy="79200"/>
                  </a:xfrm>
                  <a:prstGeom prst="rect"/>
                  <a:solidFill>
                    <a:srgbClr val="009F8C">
                      <a:alpha val="80000"/>
                    </a:srgbClr>
                  </a:solidFill>
                  <a:ln w="0">
                    <a:noFill/>
                  </a:ln>
                </p:spPr>
                <p:style>
                  <a:lnRef idx="0">
                    <a:srgbClr val="000000"/>
                  </a:lnRef>
                  <a:fillRef idx="0">
                    <a:srgbClr val="000000"/>
                  </a:fillRef>
                  <a:effectRef idx="0">
                    <a:srgbClr val="000000"/>
                  </a:effectRef>
                  <a:fontRef idx="minor">
                    <a:srgbClr val="000000"/>
                  </a:fontRef>
                </p:style>
                <p:txBody>
                  <a:bodyPr anchor="ctr" bIns="39600" tIns="39600">
                    <a:noAutofit/>
                  </a:bodyPr>
                  <a:p>
                    <a:pPr algn="ctr" defTabSz="9144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b="0" sz="1800" lang="en-US" strike="noStrike" u="none">
                      <a:solidFill>
                        <a:srgbClr val="FFFFFF"/>
                      </a:solidFill>
                      <a:effectLst/>
                      <a:latin typeface="OpenSymbol"/>
                    </a:endParaRPr>
                  </a:p>
                </p:txBody>
              </p:sp>
            </p:grpSp>
          </p:grpSp>
          <p:grpSp>
            <p:nvGrpSpPr>
              <p:cNvPr id="432" name="Google Shape;1545;p17"/>
              <p:cNvGrpSpPr/>
              <p:nvPr/>
            </p:nvGrpSpPr>
            <p:grpSpPr>
              <a:xfrm>
                <a:off x="8735400" y="462960"/>
                <a:ext cx="142920" cy="2453760"/>
                <a:chOff x="8735400" y="462960"/>
                <a:chExt cx="142920" cy="2453760"/>
              </a:xfrm>
            </p:grpSpPr>
            <p:grpSp>
              <p:nvGrpSpPr>
                <p:cNvPr id="433" name="Google Shape;1546;p17"/>
                <p:cNvGrpSpPr/>
                <p:nvPr/>
              </p:nvGrpSpPr>
              <p:grpSpPr>
                <a:xfrm>
                  <a:off x="8735400" y="462960"/>
                  <a:ext cx="142920" cy="2453760"/>
                  <a:chOff x="8735400" y="462960"/>
                  <a:chExt cx="142920" cy="2453760"/>
                </a:xfrm>
              </p:grpSpPr>
              <p:sp>
                <p:nvSpPr>
                  <p:cNvPr id="1051184" name="Google Shape;1547;p17"/>
                  <p:cNvSpPr/>
                  <p:nvPr/>
                </p:nvSpPr>
                <p:spPr>
                  <a:xfrm>
                    <a:off x="8735400" y="2773800"/>
                    <a:ext cx="142920" cy="142920"/>
                  </a:xfrm>
                  <a:prstGeom prst="rect"/>
                  <a:gradFill rotWithShape="0">
                    <a:gsLst>
                      <a:gs pos="0">
                        <a:srgbClr val="7DF3E5"/>
                      </a:gs>
                      <a:gs pos="100000">
                        <a:srgbClr val="02C5AE"/>
                      </a:gs>
                    </a:gsLst>
                    <a:lin ang="2700000"/>
                  </a:gradFill>
                  <a:ln w="0">
                    <a:noFill/>
                  </a:ln>
                  <a:effectLst>
                    <a:outerShdw algn="bl" blurRad="185760" rotWithShape="0">
                      <a:schemeClr val="dk1">
                        <a:alpha val="31000"/>
                      </a:schemeClr>
                    </a:outerShdw>
                  </a:effectLst>
                </p:spPr>
                <p:style>
                  <a:lnRef idx="0">
                    <a:srgbClr val="000000"/>
                  </a:lnRef>
                  <a:fillRef idx="0">
                    <a:srgbClr val="000000"/>
                  </a:fillRef>
                  <a:effectRef idx="0">
                    <a:srgbClr val="000000"/>
                  </a:effectRef>
                  <a:fontRef idx="minor">
                    <a:srgbClr val="000000"/>
                  </a:fontRef>
                </p:style>
                <p:txBody>
                  <a:bodyPr anchor="ctr" bIns="71640" tIns="71640">
                    <a:noAutofit/>
                  </a:bodyPr>
                  <a:p>
                    <a:pPr algn="ctr" defTabSz="9144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b="0" sz="1800" lang="en-US" strike="noStrike" u="none">
                      <a:solidFill>
                        <a:srgbClr val="000000"/>
                      </a:solidFill>
                      <a:effectLst/>
                      <a:latin typeface="OpenSymbol"/>
                    </a:endParaRPr>
                  </a:p>
                </p:txBody>
              </p:sp>
              <p:sp>
                <p:nvSpPr>
                  <p:cNvPr id="1051185" name="Google Shape;1548;p17"/>
                  <p:cNvSpPr/>
                  <p:nvPr/>
                </p:nvSpPr>
                <p:spPr>
                  <a:xfrm>
                    <a:off x="8744040" y="2563200"/>
                    <a:ext cx="126000" cy="126360"/>
                  </a:xfrm>
                  <a:prstGeom prst="rect"/>
                  <a:gradFill rotWithShape="0">
                    <a:gsLst>
                      <a:gs pos="0">
                        <a:srgbClr val="7DF3E5"/>
                      </a:gs>
                      <a:gs pos="100000">
                        <a:srgbClr val="02C5AE"/>
                      </a:gs>
                    </a:gsLst>
                    <a:lin ang="2700000"/>
                  </a:gradFill>
                  <a:ln w="0">
                    <a:noFill/>
                  </a:ln>
                  <a:effectLst>
                    <a:outerShdw algn="bl" blurRad="185760" rotWithShape="0">
                      <a:schemeClr val="dk1">
                        <a:alpha val="31000"/>
                      </a:schemeClr>
                    </a:outerShdw>
                  </a:effectLst>
                </p:spPr>
                <p:style>
                  <a:lnRef idx="0">
                    <a:srgbClr val="000000"/>
                  </a:lnRef>
                  <a:fillRef idx="0">
                    <a:srgbClr val="000000"/>
                  </a:fillRef>
                  <a:effectRef idx="0">
                    <a:srgbClr val="000000"/>
                  </a:effectRef>
                  <a:fontRef idx="minor">
                    <a:srgbClr val="000000"/>
                  </a:fontRef>
                </p:style>
                <p:txBody>
                  <a:bodyPr anchor="ctr" bIns="63360" tIns="63360">
                    <a:noAutofit/>
                  </a:bodyPr>
                  <a:p>
                    <a:pPr algn="ctr" defTabSz="9144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b="0" sz="1800" lang="en-US" strike="noStrike" u="none">
                      <a:solidFill>
                        <a:srgbClr val="000000"/>
                      </a:solidFill>
                      <a:effectLst/>
                      <a:latin typeface="OpenSymbol"/>
                    </a:endParaRPr>
                  </a:p>
                </p:txBody>
              </p:sp>
              <p:sp>
                <p:nvSpPr>
                  <p:cNvPr id="1051186" name="Google Shape;1549;p17"/>
                  <p:cNvSpPr/>
                  <p:nvPr/>
                </p:nvSpPr>
                <p:spPr>
                  <a:xfrm>
                    <a:off x="8744040" y="2352600"/>
                    <a:ext cx="126000" cy="126360"/>
                  </a:xfrm>
                  <a:prstGeom prst="rect"/>
                  <a:gradFill rotWithShape="0">
                    <a:gsLst>
                      <a:gs pos="0">
                        <a:srgbClr val="7DF3E5"/>
                      </a:gs>
                      <a:gs pos="100000">
                        <a:srgbClr val="02C5AE"/>
                      </a:gs>
                    </a:gsLst>
                    <a:lin ang="2700000"/>
                  </a:gradFill>
                  <a:ln w="0">
                    <a:noFill/>
                  </a:ln>
                  <a:effectLst>
                    <a:outerShdw algn="bl" blurRad="185760" rotWithShape="0">
                      <a:schemeClr val="dk1">
                        <a:alpha val="31000"/>
                      </a:schemeClr>
                    </a:outerShdw>
                  </a:effectLst>
                </p:spPr>
                <p:style>
                  <a:lnRef idx="0">
                    <a:srgbClr val="000000"/>
                  </a:lnRef>
                  <a:fillRef idx="0">
                    <a:srgbClr val="000000"/>
                  </a:fillRef>
                  <a:effectRef idx="0">
                    <a:srgbClr val="000000"/>
                  </a:effectRef>
                  <a:fontRef idx="minor">
                    <a:srgbClr val="000000"/>
                  </a:fontRef>
                </p:style>
                <p:txBody>
                  <a:bodyPr anchor="ctr" bIns="63360" tIns="63360">
                    <a:noAutofit/>
                  </a:bodyPr>
                  <a:p>
                    <a:pPr algn="ctr" defTabSz="9144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b="0" sz="1800" lang="en-US" strike="noStrike" u="none">
                      <a:solidFill>
                        <a:srgbClr val="000000"/>
                      </a:solidFill>
                      <a:effectLst/>
                      <a:latin typeface="OpenSymbol"/>
                    </a:endParaRPr>
                  </a:p>
                </p:txBody>
              </p:sp>
              <p:sp>
                <p:nvSpPr>
                  <p:cNvPr id="1051187" name="Google Shape;1550;p17"/>
                  <p:cNvSpPr/>
                  <p:nvPr/>
                </p:nvSpPr>
                <p:spPr>
                  <a:xfrm>
                    <a:off x="8744040" y="2141640"/>
                    <a:ext cx="126000" cy="126360"/>
                  </a:xfrm>
                  <a:prstGeom prst="rect"/>
                  <a:gradFill rotWithShape="0">
                    <a:gsLst>
                      <a:gs pos="0">
                        <a:srgbClr val="7DF3E5"/>
                      </a:gs>
                      <a:gs pos="100000">
                        <a:srgbClr val="02C5AE"/>
                      </a:gs>
                    </a:gsLst>
                    <a:lin ang="2700000"/>
                  </a:gradFill>
                  <a:ln w="0">
                    <a:noFill/>
                  </a:ln>
                  <a:effectLst>
                    <a:outerShdw algn="bl" blurRad="185760" rotWithShape="0">
                      <a:schemeClr val="dk1">
                        <a:alpha val="31000"/>
                      </a:schemeClr>
                    </a:outerShdw>
                  </a:effectLst>
                </p:spPr>
                <p:style>
                  <a:lnRef idx="0">
                    <a:srgbClr val="000000"/>
                  </a:lnRef>
                  <a:fillRef idx="0">
                    <a:srgbClr val="000000"/>
                  </a:fillRef>
                  <a:effectRef idx="0">
                    <a:srgbClr val="000000"/>
                  </a:effectRef>
                  <a:fontRef idx="minor">
                    <a:srgbClr val="000000"/>
                  </a:fontRef>
                </p:style>
                <p:txBody>
                  <a:bodyPr anchor="ctr" bIns="63360" tIns="63360">
                    <a:noAutofit/>
                  </a:bodyPr>
                  <a:p>
                    <a:pPr algn="ctr" defTabSz="9144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b="0" sz="1800" lang="en-US" strike="noStrike" u="none">
                      <a:solidFill>
                        <a:srgbClr val="000000"/>
                      </a:solidFill>
                      <a:effectLst/>
                      <a:latin typeface="OpenSymbol"/>
                    </a:endParaRPr>
                  </a:p>
                </p:txBody>
              </p:sp>
              <p:sp>
                <p:nvSpPr>
                  <p:cNvPr id="1051188" name="Google Shape;1551;p17"/>
                  <p:cNvSpPr/>
                  <p:nvPr/>
                </p:nvSpPr>
                <p:spPr>
                  <a:xfrm>
                    <a:off x="8748360" y="1931040"/>
                    <a:ext cx="117360" cy="117720"/>
                  </a:xfrm>
                  <a:prstGeom prst="rect"/>
                  <a:gradFill rotWithShape="0">
                    <a:gsLst>
                      <a:gs pos="0">
                        <a:srgbClr val="7DF3E5"/>
                      </a:gs>
                      <a:gs pos="100000">
                        <a:srgbClr val="02C5AE"/>
                      </a:gs>
                    </a:gsLst>
                    <a:lin ang="2700000"/>
                  </a:gradFill>
                  <a:ln w="0">
                    <a:noFill/>
                  </a:ln>
                  <a:effectLst>
                    <a:outerShdw algn="bl" blurRad="185760" rotWithShape="0">
                      <a:schemeClr val="dk1">
                        <a:alpha val="31000"/>
                      </a:schemeClr>
                    </a:outerShdw>
                  </a:effectLst>
                </p:spPr>
                <p:style>
                  <a:lnRef idx="0">
                    <a:srgbClr val="000000"/>
                  </a:lnRef>
                  <a:fillRef idx="0">
                    <a:srgbClr val="000000"/>
                  </a:fillRef>
                  <a:effectRef idx="0">
                    <a:srgbClr val="000000"/>
                  </a:effectRef>
                  <a:fontRef idx="minor">
                    <a:srgbClr val="000000"/>
                  </a:fontRef>
                </p:style>
                <p:txBody>
                  <a:bodyPr anchor="ctr" bIns="59040" tIns="59040">
                    <a:noAutofit/>
                  </a:bodyPr>
                  <a:p>
                    <a:pPr algn="ctr" defTabSz="9144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b="0" sz="1800" lang="en-US" strike="noStrike" u="none">
                      <a:solidFill>
                        <a:srgbClr val="000000"/>
                      </a:solidFill>
                      <a:effectLst/>
                      <a:latin typeface="OpenSymbol"/>
                    </a:endParaRPr>
                  </a:p>
                </p:txBody>
              </p:sp>
              <p:sp>
                <p:nvSpPr>
                  <p:cNvPr id="1051189" name="Google Shape;1552;p17"/>
                  <p:cNvSpPr/>
                  <p:nvPr/>
                </p:nvSpPr>
                <p:spPr>
                  <a:xfrm>
                    <a:off x="8748360" y="1720440"/>
                    <a:ext cx="117360" cy="117720"/>
                  </a:xfrm>
                  <a:prstGeom prst="rect"/>
                  <a:gradFill rotWithShape="0">
                    <a:gsLst>
                      <a:gs pos="0">
                        <a:srgbClr val="7DF3E5"/>
                      </a:gs>
                      <a:gs pos="100000">
                        <a:srgbClr val="02C5AE"/>
                      </a:gs>
                    </a:gsLst>
                    <a:lin ang="2700000"/>
                  </a:gradFill>
                  <a:ln w="0">
                    <a:noFill/>
                  </a:ln>
                  <a:effectLst>
                    <a:outerShdw algn="bl" blurRad="185760" rotWithShape="0">
                      <a:schemeClr val="dk1">
                        <a:alpha val="31000"/>
                      </a:schemeClr>
                    </a:outerShdw>
                  </a:effectLst>
                </p:spPr>
                <p:style>
                  <a:lnRef idx="0">
                    <a:srgbClr val="000000"/>
                  </a:lnRef>
                  <a:fillRef idx="0">
                    <a:srgbClr val="000000"/>
                  </a:fillRef>
                  <a:effectRef idx="0">
                    <a:srgbClr val="000000"/>
                  </a:effectRef>
                  <a:fontRef idx="minor">
                    <a:srgbClr val="000000"/>
                  </a:fontRef>
                </p:style>
                <p:txBody>
                  <a:bodyPr anchor="ctr" bIns="59040" tIns="59040">
                    <a:noAutofit/>
                  </a:bodyPr>
                  <a:p>
                    <a:pPr algn="ctr" defTabSz="9144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b="0" sz="1800" lang="en-US" strike="noStrike" u="none">
                      <a:solidFill>
                        <a:srgbClr val="000000"/>
                      </a:solidFill>
                      <a:effectLst/>
                      <a:latin typeface="OpenSymbol"/>
                    </a:endParaRPr>
                  </a:p>
                </p:txBody>
              </p:sp>
              <p:sp>
                <p:nvSpPr>
                  <p:cNvPr id="1051190" name="Google Shape;1553;p17"/>
                  <p:cNvSpPr/>
                  <p:nvPr/>
                </p:nvSpPr>
                <p:spPr>
                  <a:xfrm>
                    <a:off x="8750520" y="1509480"/>
                    <a:ext cx="113040" cy="113040"/>
                  </a:xfrm>
                  <a:prstGeom prst="rect"/>
                  <a:gradFill rotWithShape="0">
                    <a:gsLst>
                      <a:gs pos="0">
                        <a:srgbClr val="7DF3E5"/>
                      </a:gs>
                      <a:gs pos="100000">
                        <a:srgbClr val="02C5AE"/>
                      </a:gs>
                    </a:gsLst>
                    <a:lin ang="2700000"/>
                  </a:gradFill>
                  <a:ln w="0">
                    <a:noFill/>
                  </a:ln>
                  <a:effectLst>
                    <a:outerShdw algn="bl" blurRad="185760" rotWithShape="0">
                      <a:schemeClr val="dk1">
                        <a:alpha val="31000"/>
                      </a:schemeClr>
                    </a:outerShdw>
                  </a:effectLst>
                </p:spPr>
                <p:style>
                  <a:lnRef idx="0">
                    <a:srgbClr val="000000"/>
                  </a:lnRef>
                  <a:fillRef idx="0">
                    <a:srgbClr val="000000"/>
                  </a:fillRef>
                  <a:effectRef idx="0">
                    <a:srgbClr val="000000"/>
                  </a:effectRef>
                  <a:fontRef idx="minor">
                    <a:srgbClr val="000000"/>
                  </a:fontRef>
                </p:style>
                <p:txBody>
                  <a:bodyPr anchor="ctr" bIns="56520" tIns="56520">
                    <a:noAutofit/>
                  </a:bodyPr>
                  <a:p>
                    <a:pPr algn="ctr" defTabSz="9144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b="0" sz="1800" lang="en-US" strike="noStrike" u="none">
                      <a:solidFill>
                        <a:srgbClr val="000000"/>
                      </a:solidFill>
                      <a:effectLst/>
                      <a:latin typeface="OpenSymbol"/>
                    </a:endParaRPr>
                  </a:p>
                </p:txBody>
              </p:sp>
              <p:sp>
                <p:nvSpPr>
                  <p:cNvPr id="1051191" name="Google Shape;1554;p17"/>
                  <p:cNvSpPr/>
                  <p:nvPr/>
                </p:nvSpPr>
                <p:spPr>
                  <a:xfrm>
                    <a:off x="8752680" y="1298880"/>
                    <a:ext cx="108720" cy="108720"/>
                  </a:xfrm>
                  <a:prstGeom prst="rect"/>
                  <a:gradFill rotWithShape="0">
                    <a:gsLst>
                      <a:gs pos="0">
                        <a:srgbClr val="7DF3E5"/>
                      </a:gs>
                      <a:gs pos="100000">
                        <a:srgbClr val="02C5AE"/>
                      </a:gs>
                    </a:gsLst>
                    <a:lin ang="2700000"/>
                  </a:gradFill>
                  <a:ln w="0">
                    <a:noFill/>
                  </a:ln>
                  <a:effectLst>
                    <a:outerShdw algn="bl" blurRad="185760" rotWithShape="0">
                      <a:schemeClr val="dk1">
                        <a:alpha val="31000"/>
                      </a:schemeClr>
                    </a:outerShdw>
                  </a:effectLst>
                </p:spPr>
                <p:style>
                  <a:lnRef idx="0">
                    <a:srgbClr val="000000"/>
                  </a:lnRef>
                  <a:fillRef idx="0">
                    <a:srgbClr val="000000"/>
                  </a:fillRef>
                  <a:effectRef idx="0">
                    <a:srgbClr val="000000"/>
                  </a:effectRef>
                  <a:fontRef idx="minor">
                    <a:srgbClr val="000000"/>
                  </a:fontRef>
                </p:style>
                <p:txBody>
                  <a:bodyPr anchor="ctr" bIns="54360" tIns="54360">
                    <a:noAutofit/>
                  </a:bodyPr>
                  <a:p>
                    <a:pPr algn="ctr" defTabSz="9144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b="0" sz="1800" lang="en-US" strike="noStrike" u="none">
                      <a:solidFill>
                        <a:srgbClr val="000000"/>
                      </a:solidFill>
                      <a:effectLst/>
                      <a:latin typeface="OpenSymbol"/>
                    </a:endParaRPr>
                  </a:p>
                </p:txBody>
              </p:sp>
              <p:sp>
                <p:nvSpPr>
                  <p:cNvPr id="1051192" name="Google Shape;1555;p17"/>
                  <p:cNvSpPr/>
                  <p:nvPr/>
                </p:nvSpPr>
                <p:spPr>
                  <a:xfrm>
                    <a:off x="8757720" y="1092600"/>
                    <a:ext cx="98640" cy="98640"/>
                  </a:xfrm>
                  <a:prstGeom prst="rect"/>
                  <a:gradFill rotWithShape="0">
                    <a:gsLst>
                      <a:gs pos="0">
                        <a:srgbClr val="7DF3E5"/>
                      </a:gs>
                      <a:gs pos="100000">
                        <a:srgbClr val="02C5AE"/>
                      </a:gs>
                    </a:gsLst>
                    <a:lin ang="2700000"/>
                  </a:gradFill>
                  <a:ln w="0">
                    <a:noFill/>
                  </a:ln>
                  <a:effectLst>
                    <a:outerShdw algn="bl" blurRad="185760" rotWithShape="0">
                      <a:schemeClr val="dk1">
                        <a:alpha val="31000"/>
                      </a:schemeClr>
                    </a:outerShdw>
                  </a:effectLst>
                </p:spPr>
                <p:style>
                  <a:lnRef idx="0">
                    <a:srgbClr val="000000"/>
                  </a:lnRef>
                  <a:fillRef idx="0">
                    <a:srgbClr val="000000"/>
                  </a:fillRef>
                  <a:effectRef idx="0">
                    <a:srgbClr val="000000"/>
                  </a:effectRef>
                  <a:fontRef idx="minor">
                    <a:srgbClr val="000000"/>
                  </a:fontRef>
                </p:style>
                <p:txBody>
                  <a:bodyPr anchor="ctr" bIns="49320" tIns="49320">
                    <a:noAutofit/>
                  </a:bodyPr>
                  <a:p>
                    <a:pPr algn="ctr" defTabSz="9144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b="0" sz="1800" lang="en-US" strike="noStrike" u="none">
                      <a:solidFill>
                        <a:srgbClr val="000000"/>
                      </a:solidFill>
                      <a:effectLst/>
                      <a:latin typeface="OpenSymbol"/>
                    </a:endParaRPr>
                  </a:p>
                </p:txBody>
              </p:sp>
              <p:sp>
                <p:nvSpPr>
                  <p:cNvPr id="1051193" name="Google Shape;1556;p17"/>
                  <p:cNvSpPr/>
                  <p:nvPr/>
                </p:nvSpPr>
                <p:spPr>
                  <a:xfrm>
                    <a:off x="8762400" y="886320"/>
                    <a:ext cx="88920" cy="88920"/>
                  </a:xfrm>
                  <a:prstGeom prst="rect"/>
                  <a:gradFill rotWithShape="0">
                    <a:gsLst>
                      <a:gs pos="0">
                        <a:srgbClr val="7DF3E5"/>
                      </a:gs>
                      <a:gs pos="100000">
                        <a:srgbClr val="02C5AE"/>
                      </a:gs>
                    </a:gsLst>
                    <a:lin ang="2700000"/>
                  </a:gradFill>
                  <a:ln w="0">
                    <a:noFill/>
                  </a:ln>
                  <a:effectLst>
                    <a:outerShdw algn="bl" blurRad="185760" rotWithShape="0">
                      <a:schemeClr val="dk1">
                        <a:alpha val="31000"/>
                      </a:schemeClr>
                    </a:outerShdw>
                  </a:effectLst>
                </p:spPr>
                <p:style>
                  <a:lnRef idx="0">
                    <a:srgbClr val="000000"/>
                  </a:lnRef>
                  <a:fillRef idx="0">
                    <a:srgbClr val="000000"/>
                  </a:fillRef>
                  <a:effectRef idx="0">
                    <a:srgbClr val="000000"/>
                  </a:effectRef>
                  <a:fontRef idx="minor">
                    <a:srgbClr val="000000"/>
                  </a:fontRef>
                </p:style>
                <p:txBody>
                  <a:bodyPr anchor="ctr" bIns="44640" tIns="44640">
                    <a:noAutofit/>
                  </a:bodyPr>
                  <a:p>
                    <a:pPr algn="ctr" defTabSz="9144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b="0" sz="1800" lang="en-US" strike="noStrike" u="none">
                      <a:solidFill>
                        <a:srgbClr val="000000"/>
                      </a:solidFill>
                      <a:effectLst/>
                      <a:latin typeface="OpenSymbol"/>
                    </a:endParaRPr>
                  </a:p>
                </p:txBody>
              </p:sp>
              <p:sp>
                <p:nvSpPr>
                  <p:cNvPr id="1051194" name="Google Shape;1557;p17"/>
                  <p:cNvSpPr/>
                  <p:nvPr/>
                </p:nvSpPr>
                <p:spPr>
                  <a:xfrm>
                    <a:off x="8762400" y="680040"/>
                    <a:ext cx="88920" cy="88920"/>
                  </a:xfrm>
                  <a:prstGeom prst="rect"/>
                  <a:gradFill rotWithShape="0">
                    <a:gsLst>
                      <a:gs pos="0">
                        <a:srgbClr val="7DF3E5"/>
                      </a:gs>
                      <a:gs pos="100000">
                        <a:srgbClr val="02C5AE"/>
                      </a:gs>
                    </a:gsLst>
                    <a:lin ang="2700000"/>
                  </a:gradFill>
                  <a:ln w="0">
                    <a:noFill/>
                  </a:ln>
                  <a:effectLst>
                    <a:outerShdw algn="bl" blurRad="185760" rotWithShape="0">
                      <a:schemeClr val="dk1">
                        <a:alpha val="31000"/>
                      </a:schemeClr>
                    </a:outerShdw>
                  </a:effectLst>
                </p:spPr>
                <p:style>
                  <a:lnRef idx="0">
                    <a:srgbClr val="000000"/>
                  </a:lnRef>
                  <a:fillRef idx="0">
                    <a:srgbClr val="000000"/>
                  </a:fillRef>
                  <a:effectRef idx="0">
                    <a:srgbClr val="000000"/>
                  </a:effectRef>
                  <a:fontRef idx="minor">
                    <a:srgbClr val="000000"/>
                  </a:fontRef>
                </p:style>
                <p:txBody>
                  <a:bodyPr anchor="ctr" bIns="44640" tIns="44640">
                    <a:noAutofit/>
                  </a:bodyPr>
                  <a:p>
                    <a:pPr algn="ctr" defTabSz="9144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b="0" sz="1800" lang="en-US" strike="noStrike" u="none">
                      <a:solidFill>
                        <a:srgbClr val="000000"/>
                      </a:solidFill>
                      <a:effectLst/>
                      <a:latin typeface="OpenSymbol"/>
                    </a:endParaRPr>
                  </a:p>
                </p:txBody>
              </p:sp>
              <p:sp>
                <p:nvSpPr>
                  <p:cNvPr id="1051195" name="Google Shape;1558;p17"/>
                  <p:cNvSpPr/>
                  <p:nvPr/>
                </p:nvSpPr>
                <p:spPr>
                  <a:xfrm>
                    <a:off x="8767440" y="462960"/>
                    <a:ext cx="79200" cy="79200"/>
                  </a:xfrm>
                  <a:prstGeom prst="rect"/>
                  <a:gradFill rotWithShape="0">
                    <a:gsLst>
                      <a:gs pos="0">
                        <a:srgbClr val="7DF3E5"/>
                      </a:gs>
                      <a:gs pos="100000">
                        <a:srgbClr val="02C5AE"/>
                      </a:gs>
                    </a:gsLst>
                    <a:lin ang="2700000"/>
                  </a:gradFill>
                  <a:ln w="0">
                    <a:noFill/>
                  </a:ln>
                  <a:effectLst>
                    <a:outerShdw algn="bl" blurRad="185760" rotWithShape="0">
                      <a:schemeClr val="dk1">
                        <a:alpha val="31000"/>
                      </a:schemeClr>
                    </a:outerShdw>
                  </a:effectLst>
                </p:spPr>
                <p:style>
                  <a:lnRef idx="0">
                    <a:srgbClr val="000000"/>
                  </a:lnRef>
                  <a:fillRef idx="0">
                    <a:srgbClr val="000000"/>
                  </a:fillRef>
                  <a:effectRef idx="0">
                    <a:srgbClr val="000000"/>
                  </a:effectRef>
                  <a:fontRef idx="minor">
                    <a:srgbClr val="000000"/>
                  </a:fontRef>
                </p:style>
                <p:txBody>
                  <a:bodyPr anchor="ctr" bIns="39600" tIns="39600">
                    <a:noAutofit/>
                  </a:bodyPr>
                  <a:p>
                    <a:pPr algn="ctr" defTabSz="9144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b="0" sz="1800" lang="en-US" strike="noStrike" u="none">
                      <a:solidFill>
                        <a:srgbClr val="000000"/>
                      </a:solidFill>
                      <a:effectLst/>
                      <a:latin typeface="OpenSymbol"/>
                    </a:endParaRPr>
                  </a:p>
                </p:txBody>
              </p:sp>
            </p:grpSp>
            <p:grpSp>
              <p:nvGrpSpPr>
                <p:cNvPr id="434" name="Google Shape;1559;p17"/>
                <p:cNvGrpSpPr/>
                <p:nvPr/>
              </p:nvGrpSpPr>
              <p:grpSpPr>
                <a:xfrm>
                  <a:off x="8735400" y="462960"/>
                  <a:ext cx="142920" cy="2453760"/>
                  <a:chOff x="8735400" y="462960"/>
                  <a:chExt cx="142920" cy="2453760"/>
                </a:xfrm>
              </p:grpSpPr>
              <p:sp>
                <p:nvSpPr>
                  <p:cNvPr id="1051196" name="Google Shape;1560;p17"/>
                  <p:cNvSpPr/>
                  <p:nvPr/>
                </p:nvSpPr>
                <p:spPr>
                  <a:xfrm>
                    <a:off x="8735400" y="2773800"/>
                    <a:ext cx="142920" cy="142920"/>
                  </a:xfrm>
                  <a:prstGeom prst="rect"/>
                  <a:noFill/>
                  <a:ln w="0">
                    <a:noFill/>
                  </a:ln>
                </p:spPr>
                <p:style>
                  <a:lnRef idx="0">
                    <a:srgbClr val="000000"/>
                  </a:lnRef>
                  <a:fillRef idx="0">
                    <a:srgbClr val="000000"/>
                  </a:fillRef>
                  <a:effectRef idx="0">
                    <a:srgbClr val="000000"/>
                  </a:effectRef>
                  <a:fontRef idx="minor">
                    <a:srgbClr val="000000"/>
                  </a:fontRef>
                </p:style>
                <p:txBody>
                  <a:bodyPr anchor="ctr" bIns="71640" tIns="71640">
                    <a:noAutofit/>
                  </a:bodyPr>
                  <a:p>
                    <a:pPr algn="ctr" defTabSz="9144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b="0" sz="1800" lang="en-US" strike="noStrike" u="none">
                      <a:solidFill>
                        <a:srgbClr val="FFFFFF"/>
                      </a:solidFill>
                      <a:effectLst/>
                      <a:latin typeface="OpenSymbol"/>
                    </a:endParaRPr>
                  </a:p>
                </p:txBody>
              </p:sp>
              <p:sp>
                <p:nvSpPr>
                  <p:cNvPr id="1051197" name="Google Shape;1561;p17"/>
                  <p:cNvSpPr/>
                  <p:nvPr/>
                </p:nvSpPr>
                <p:spPr>
                  <a:xfrm>
                    <a:off x="8744040" y="2563200"/>
                    <a:ext cx="126000" cy="126360"/>
                  </a:xfrm>
                  <a:prstGeom prst="rect"/>
                  <a:solidFill>
                    <a:srgbClr val="009F8C">
                      <a:alpha val="5000"/>
                    </a:srgbClr>
                  </a:solidFill>
                  <a:ln w="0">
                    <a:noFill/>
                  </a:ln>
                </p:spPr>
                <p:style>
                  <a:lnRef idx="0">
                    <a:srgbClr val="000000"/>
                  </a:lnRef>
                  <a:fillRef idx="0">
                    <a:srgbClr val="000000"/>
                  </a:fillRef>
                  <a:effectRef idx="0">
                    <a:srgbClr val="000000"/>
                  </a:effectRef>
                  <a:fontRef idx="minor">
                    <a:srgbClr val="000000"/>
                  </a:fontRef>
                </p:style>
                <p:txBody>
                  <a:bodyPr anchor="ctr" bIns="63360" tIns="63360">
                    <a:noAutofit/>
                  </a:bodyPr>
                  <a:p>
                    <a:pPr algn="ctr" defTabSz="9144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b="0" sz="1800" lang="en-US" strike="noStrike" u="none">
                      <a:solidFill>
                        <a:srgbClr val="FFFFFF"/>
                      </a:solidFill>
                      <a:effectLst/>
                      <a:latin typeface="OpenSymbol"/>
                    </a:endParaRPr>
                  </a:p>
                </p:txBody>
              </p:sp>
              <p:sp>
                <p:nvSpPr>
                  <p:cNvPr id="1051198" name="Google Shape;1562;p17"/>
                  <p:cNvSpPr/>
                  <p:nvPr/>
                </p:nvSpPr>
                <p:spPr>
                  <a:xfrm>
                    <a:off x="8744040" y="2352600"/>
                    <a:ext cx="126000" cy="126360"/>
                  </a:xfrm>
                  <a:prstGeom prst="rect"/>
                  <a:solidFill>
                    <a:srgbClr val="009F8C">
                      <a:alpha val="10000"/>
                    </a:srgbClr>
                  </a:solidFill>
                  <a:ln w="0">
                    <a:noFill/>
                  </a:ln>
                </p:spPr>
                <p:style>
                  <a:lnRef idx="0">
                    <a:srgbClr val="000000"/>
                  </a:lnRef>
                  <a:fillRef idx="0">
                    <a:srgbClr val="000000"/>
                  </a:fillRef>
                  <a:effectRef idx="0">
                    <a:srgbClr val="000000"/>
                  </a:effectRef>
                  <a:fontRef idx="minor">
                    <a:srgbClr val="000000"/>
                  </a:fontRef>
                </p:style>
                <p:txBody>
                  <a:bodyPr anchor="ctr" bIns="63360" tIns="63360">
                    <a:noAutofit/>
                  </a:bodyPr>
                  <a:p>
                    <a:pPr algn="ctr" defTabSz="9144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b="0" sz="1800" lang="en-US" strike="noStrike" u="none">
                      <a:solidFill>
                        <a:srgbClr val="FFFFFF"/>
                      </a:solidFill>
                      <a:effectLst/>
                      <a:latin typeface="OpenSymbol"/>
                    </a:endParaRPr>
                  </a:p>
                </p:txBody>
              </p:sp>
              <p:sp>
                <p:nvSpPr>
                  <p:cNvPr id="1051199" name="Google Shape;1563;p17"/>
                  <p:cNvSpPr/>
                  <p:nvPr/>
                </p:nvSpPr>
                <p:spPr>
                  <a:xfrm>
                    <a:off x="8744040" y="2141640"/>
                    <a:ext cx="126000" cy="126360"/>
                  </a:xfrm>
                  <a:prstGeom prst="rect"/>
                  <a:solidFill>
                    <a:srgbClr val="009F8C">
                      <a:alpha val="20000"/>
                    </a:srgbClr>
                  </a:solidFill>
                  <a:ln w="0">
                    <a:noFill/>
                  </a:ln>
                </p:spPr>
                <p:style>
                  <a:lnRef idx="0">
                    <a:srgbClr val="000000"/>
                  </a:lnRef>
                  <a:fillRef idx="0">
                    <a:srgbClr val="000000"/>
                  </a:fillRef>
                  <a:effectRef idx="0">
                    <a:srgbClr val="000000"/>
                  </a:effectRef>
                  <a:fontRef idx="minor">
                    <a:srgbClr val="000000"/>
                  </a:fontRef>
                </p:style>
                <p:txBody>
                  <a:bodyPr anchor="ctr" bIns="63360" tIns="63360">
                    <a:noAutofit/>
                  </a:bodyPr>
                  <a:p>
                    <a:pPr algn="ctr" defTabSz="9144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b="0" sz="1800" lang="en-US" strike="noStrike" u="none">
                      <a:solidFill>
                        <a:srgbClr val="FFFFFF"/>
                      </a:solidFill>
                      <a:effectLst/>
                      <a:latin typeface="OpenSymbol"/>
                    </a:endParaRPr>
                  </a:p>
                </p:txBody>
              </p:sp>
              <p:sp>
                <p:nvSpPr>
                  <p:cNvPr id="1051200" name="Google Shape;1564;p17"/>
                  <p:cNvSpPr/>
                  <p:nvPr/>
                </p:nvSpPr>
                <p:spPr>
                  <a:xfrm>
                    <a:off x="8748360" y="1931040"/>
                    <a:ext cx="117360" cy="117720"/>
                  </a:xfrm>
                  <a:prstGeom prst="rect"/>
                  <a:solidFill>
                    <a:srgbClr val="009F8C">
                      <a:alpha val="30000"/>
                    </a:srgbClr>
                  </a:solidFill>
                  <a:ln w="0">
                    <a:noFill/>
                  </a:ln>
                </p:spPr>
                <p:style>
                  <a:lnRef idx="0">
                    <a:srgbClr val="000000"/>
                  </a:lnRef>
                  <a:fillRef idx="0">
                    <a:srgbClr val="000000"/>
                  </a:fillRef>
                  <a:effectRef idx="0">
                    <a:srgbClr val="000000"/>
                  </a:effectRef>
                  <a:fontRef idx="minor">
                    <a:srgbClr val="000000"/>
                  </a:fontRef>
                </p:style>
                <p:txBody>
                  <a:bodyPr anchor="ctr" bIns="59040" tIns="59040">
                    <a:noAutofit/>
                  </a:bodyPr>
                  <a:p>
                    <a:pPr algn="ctr" defTabSz="9144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b="0" sz="1800" lang="en-US" strike="noStrike" u="none">
                      <a:solidFill>
                        <a:srgbClr val="FFFFFF"/>
                      </a:solidFill>
                      <a:effectLst/>
                      <a:latin typeface="OpenSymbol"/>
                    </a:endParaRPr>
                  </a:p>
                </p:txBody>
              </p:sp>
              <p:sp>
                <p:nvSpPr>
                  <p:cNvPr id="1051201" name="Google Shape;1565;p17"/>
                  <p:cNvSpPr/>
                  <p:nvPr/>
                </p:nvSpPr>
                <p:spPr>
                  <a:xfrm>
                    <a:off x="8748360" y="1720440"/>
                    <a:ext cx="117360" cy="117720"/>
                  </a:xfrm>
                  <a:prstGeom prst="rect"/>
                  <a:solidFill>
                    <a:srgbClr val="009F8C">
                      <a:alpha val="40000"/>
                    </a:srgbClr>
                  </a:solidFill>
                  <a:ln w="0">
                    <a:noFill/>
                  </a:ln>
                </p:spPr>
                <p:style>
                  <a:lnRef idx="0">
                    <a:srgbClr val="000000"/>
                  </a:lnRef>
                  <a:fillRef idx="0">
                    <a:srgbClr val="000000"/>
                  </a:fillRef>
                  <a:effectRef idx="0">
                    <a:srgbClr val="000000"/>
                  </a:effectRef>
                  <a:fontRef idx="minor">
                    <a:srgbClr val="000000"/>
                  </a:fontRef>
                </p:style>
                <p:txBody>
                  <a:bodyPr anchor="ctr" bIns="59040" tIns="59040">
                    <a:noAutofit/>
                  </a:bodyPr>
                  <a:p>
                    <a:pPr algn="ctr" defTabSz="9144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b="0" sz="1800" lang="en-US" strike="noStrike" u="none">
                      <a:solidFill>
                        <a:srgbClr val="FFFFFF"/>
                      </a:solidFill>
                      <a:effectLst/>
                      <a:latin typeface="OpenSymbol"/>
                    </a:endParaRPr>
                  </a:p>
                </p:txBody>
              </p:sp>
              <p:sp>
                <p:nvSpPr>
                  <p:cNvPr id="1051202" name="Google Shape;1566;p17"/>
                  <p:cNvSpPr/>
                  <p:nvPr/>
                </p:nvSpPr>
                <p:spPr>
                  <a:xfrm>
                    <a:off x="8750520" y="1509480"/>
                    <a:ext cx="113040" cy="113040"/>
                  </a:xfrm>
                  <a:prstGeom prst="rect"/>
                  <a:solidFill>
                    <a:srgbClr val="009F8C">
                      <a:alpha val="50000"/>
                    </a:srgbClr>
                  </a:solidFill>
                  <a:ln w="0">
                    <a:noFill/>
                  </a:ln>
                </p:spPr>
                <p:style>
                  <a:lnRef idx="0">
                    <a:srgbClr val="000000"/>
                  </a:lnRef>
                  <a:fillRef idx="0">
                    <a:srgbClr val="000000"/>
                  </a:fillRef>
                  <a:effectRef idx="0">
                    <a:srgbClr val="000000"/>
                  </a:effectRef>
                  <a:fontRef idx="minor">
                    <a:srgbClr val="000000"/>
                  </a:fontRef>
                </p:style>
                <p:txBody>
                  <a:bodyPr anchor="ctr" bIns="56520" tIns="56520">
                    <a:noAutofit/>
                  </a:bodyPr>
                  <a:p>
                    <a:pPr algn="ctr" defTabSz="9144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b="0" sz="1800" lang="en-US" strike="noStrike" u="none">
                      <a:solidFill>
                        <a:srgbClr val="FFFFFF"/>
                      </a:solidFill>
                      <a:effectLst/>
                      <a:latin typeface="OpenSymbol"/>
                    </a:endParaRPr>
                  </a:p>
                </p:txBody>
              </p:sp>
              <p:sp>
                <p:nvSpPr>
                  <p:cNvPr id="1051203" name="Google Shape;1567;p17"/>
                  <p:cNvSpPr/>
                  <p:nvPr/>
                </p:nvSpPr>
                <p:spPr>
                  <a:xfrm>
                    <a:off x="8752680" y="1298880"/>
                    <a:ext cx="108720" cy="108720"/>
                  </a:xfrm>
                  <a:prstGeom prst="rect"/>
                  <a:solidFill>
                    <a:srgbClr val="009F8C">
                      <a:alpha val="55000"/>
                    </a:srgbClr>
                  </a:solidFill>
                  <a:ln w="0">
                    <a:noFill/>
                  </a:ln>
                </p:spPr>
                <p:style>
                  <a:lnRef idx="0">
                    <a:srgbClr val="000000"/>
                  </a:lnRef>
                  <a:fillRef idx="0">
                    <a:srgbClr val="000000"/>
                  </a:fillRef>
                  <a:effectRef idx="0">
                    <a:srgbClr val="000000"/>
                  </a:effectRef>
                  <a:fontRef idx="minor">
                    <a:srgbClr val="000000"/>
                  </a:fontRef>
                </p:style>
                <p:txBody>
                  <a:bodyPr anchor="ctr" bIns="54360" tIns="54360">
                    <a:noAutofit/>
                  </a:bodyPr>
                  <a:p>
                    <a:pPr algn="ctr" defTabSz="9144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b="0" sz="1800" lang="en-US" strike="noStrike" u="none">
                      <a:solidFill>
                        <a:srgbClr val="FFFFFF"/>
                      </a:solidFill>
                      <a:effectLst/>
                      <a:latin typeface="OpenSymbol"/>
                    </a:endParaRPr>
                  </a:p>
                </p:txBody>
              </p:sp>
              <p:sp>
                <p:nvSpPr>
                  <p:cNvPr id="1051204" name="Google Shape;1568;p17"/>
                  <p:cNvSpPr/>
                  <p:nvPr/>
                </p:nvSpPr>
                <p:spPr>
                  <a:xfrm>
                    <a:off x="8757720" y="1092600"/>
                    <a:ext cx="98640" cy="98640"/>
                  </a:xfrm>
                  <a:prstGeom prst="rect"/>
                  <a:solidFill>
                    <a:srgbClr val="009F8C">
                      <a:alpha val="60000"/>
                    </a:srgbClr>
                  </a:solidFill>
                  <a:ln w="0">
                    <a:noFill/>
                  </a:ln>
                </p:spPr>
                <p:style>
                  <a:lnRef idx="0">
                    <a:srgbClr val="000000"/>
                  </a:lnRef>
                  <a:fillRef idx="0">
                    <a:srgbClr val="000000"/>
                  </a:fillRef>
                  <a:effectRef idx="0">
                    <a:srgbClr val="000000"/>
                  </a:effectRef>
                  <a:fontRef idx="minor">
                    <a:srgbClr val="000000"/>
                  </a:fontRef>
                </p:style>
                <p:txBody>
                  <a:bodyPr anchor="ctr" bIns="49320" tIns="49320">
                    <a:noAutofit/>
                  </a:bodyPr>
                  <a:p>
                    <a:pPr algn="ctr" defTabSz="9144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b="0" sz="1800" lang="en-US" strike="noStrike" u="none">
                      <a:solidFill>
                        <a:srgbClr val="FFFFFF"/>
                      </a:solidFill>
                      <a:effectLst/>
                      <a:latin typeface="OpenSymbol"/>
                    </a:endParaRPr>
                  </a:p>
                </p:txBody>
              </p:sp>
              <p:sp>
                <p:nvSpPr>
                  <p:cNvPr id="1051205" name="Google Shape;1569;p17"/>
                  <p:cNvSpPr/>
                  <p:nvPr/>
                </p:nvSpPr>
                <p:spPr>
                  <a:xfrm>
                    <a:off x="8762400" y="886320"/>
                    <a:ext cx="88920" cy="88920"/>
                  </a:xfrm>
                  <a:prstGeom prst="rect"/>
                  <a:solidFill>
                    <a:srgbClr val="009F8C">
                      <a:alpha val="65000"/>
                    </a:srgbClr>
                  </a:solidFill>
                  <a:ln w="0">
                    <a:noFill/>
                  </a:ln>
                </p:spPr>
                <p:style>
                  <a:lnRef idx="0">
                    <a:srgbClr val="000000"/>
                  </a:lnRef>
                  <a:fillRef idx="0">
                    <a:srgbClr val="000000"/>
                  </a:fillRef>
                  <a:effectRef idx="0">
                    <a:srgbClr val="000000"/>
                  </a:effectRef>
                  <a:fontRef idx="minor">
                    <a:srgbClr val="000000"/>
                  </a:fontRef>
                </p:style>
                <p:txBody>
                  <a:bodyPr anchor="ctr" bIns="44640" tIns="44640">
                    <a:noAutofit/>
                  </a:bodyPr>
                  <a:p>
                    <a:pPr algn="ctr" defTabSz="9144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b="0" sz="1800" lang="en-US" strike="noStrike" u="none">
                      <a:solidFill>
                        <a:srgbClr val="FFFFFF"/>
                      </a:solidFill>
                      <a:effectLst/>
                      <a:latin typeface="OpenSymbol"/>
                    </a:endParaRPr>
                  </a:p>
                </p:txBody>
              </p:sp>
              <p:sp>
                <p:nvSpPr>
                  <p:cNvPr id="1051206" name="Google Shape;1570;p17"/>
                  <p:cNvSpPr/>
                  <p:nvPr/>
                </p:nvSpPr>
                <p:spPr>
                  <a:xfrm>
                    <a:off x="8762400" y="680040"/>
                    <a:ext cx="88920" cy="88920"/>
                  </a:xfrm>
                  <a:prstGeom prst="rect"/>
                  <a:solidFill>
                    <a:srgbClr val="009F8C">
                      <a:alpha val="70000"/>
                    </a:srgbClr>
                  </a:solidFill>
                  <a:ln w="0">
                    <a:noFill/>
                  </a:ln>
                </p:spPr>
                <p:style>
                  <a:lnRef idx="0">
                    <a:srgbClr val="000000"/>
                  </a:lnRef>
                  <a:fillRef idx="0">
                    <a:srgbClr val="000000"/>
                  </a:fillRef>
                  <a:effectRef idx="0">
                    <a:srgbClr val="000000"/>
                  </a:effectRef>
                  <a:fontRef idx="minor">
                    <a:srgbClr val="000000"/>
                  </a:fontRef>
                </p:style>
                <p:txBody>
                  <a:bodyPr anchor="ctr" bIns="44640" tIns="44640">
                    <a:noAutofit/>
                  </a:bodyPr>
                  <a:p>
                    <a:pPr algn="ctr" defTabSz="9144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b="0" sz="1800" lang="en-US" strike="noStrike" u="none">
                      <a:solidFill>
                        <a:srgbClr val="FFFFFF"/>
                      </a:solidFill>
                      <a:effectLst/>
                      <a:latin typeface="OpenSymbol"/>
                    </a:endParaRPr>
                  </a:p>
                </p:txBody>
              </p:sp>
              <p:sp>
                <p:nvSpPr>
                  <p:cNvPr id="1051207" name="Google Shape;1571;p17"/>
                  <p:cNvSpPr/>
                  <p:nvPr/>
                </p:nvSpPr>
                <p:spPr>
                  <a:xfrm>
                    <a:off x="8767440" y="462960"/>
                    <a:ext cx="79200" cy="79200"/>
                  </a:xfrm>
                  <a:prstGeom prst="rect"/>
                  <a:solidFill>
                    <a:srgbClr val="009F8C">
                      <a:alpha val="80000"/>
                    </a:srgbClr>
                  </a:solidFill>
                  <a:ln w="0">
                    <a:noFill/>
                  </a:ln>
                </p:spPr>
                <p:style>
                  <a:lnRef idx="0">
                    <a:srgbClr val="000000"/>
                  </a:lnRef>
                  <a:fillRef idx="0">
                    <a:srgbClr val="000000"/>
                  </a:fillRef>
                  <a:effectRef idx="0">
                    <a:srgbClr val="000000"/>
                  </a:effectRef>
                  <a:fontRef idx="minor">
                    <a:srgbClr val="000000"/>
                  </a:fontRef>
                </p:style>
                <p:txBody>
                  <a:bodyPr anchor="ctr" bIns="39600" tIns="39600">
                    <a:noAutofit/>
                  </a:bodyPr>
                  <a:p>
                    <a:pPr algn="ctr" defTabSz="9144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b="0" sz="1800" lang="en-US" strike="noStrike" u="none">
                      <a:solidFill>
                        <a:srgbClr val="FFFFFF"/>
                      </a:solidFill>
                      <a:effectLst/>
                      <a:latin typeface="OpenSymbol"/>
                    </a:endParaRPr>
                  </a:p>
                </p:txBody>
              </p:sp>
            </p:grpSp>
          </p:grpSp>
          <p:grpSp>
            <p:nvGrpSpPr>
              <p:cNvPr id="435" name="Google Shape;1572;p17"/>
              <p:cNvGrpSpPr/>
              <p:nvPr/>
            </p:nvGrpSpPr>
            <p:grpSpPr>
              <a:xfrm>
                <a:off x="8359200" y="2507760"/>
                <a:ext cx="142920" cy="2453760"/>
                <a:chOff x="8359200" y="2507760"/>
                <a:chExt cx="142920" cy="2453760"/>
              </a:xfrm>
            </p:grpSpPr>
            <p:grpSp>
              <p:nvGrpSpPr>
                <p:cNvPr id="436" name="Google Shape;1573;p17"/>
                <p:cNvGrpSpPr/>
                <p:nvPr/>
              </p:nvGrpSpPr>
              <p:grpSpPr>
                <a:xfrm>
                  <a:off x="8359200" y="2507760"/>
                  <a:ext cx="142920" cy="2453760"/>
                  <a:chOff x="8359200" y="2507760"/>
                  <a:chExt cx="142920" cy="2453760"/>
                </a:xfrm>
              </p:grpSpPr>
              <p:sp>
                <p:nvSpPr>
                  <p:cNvPr id="1051208" name="Google Shape;1574;p17"/>
                  <p:cNvSpPr/>
                  <p:nvPr/>
                </p:nvSpPr>
                <p:spPr>
                  <a:xfrm>
                    <a:off x="8359200" y="4818600"/>
                    <a:ext cx="142920" cy="142920"/>
                  </a:xfrm>
                  <a:prstGeom prst="rect"/>
                  <a:gradFill rotWithShape="0">
                    <a:gsLst>
                      <a:gs pos="0">
                        <a:srgbClr val="B6F8F0"/>
                      </a:gs>
                      <a:gs pos="100000">
                        <a:srgbClr val="7DF3E5"/>
                      </a:gs>
                    </a:gsLst>
                    <a:lin ang="2700000"/>
                  </a:gradFill>
                  <a:ln w="0">
                    <a:noFill/>
                  </a:ln>
                  <a:effectLst>
                    <a:outerShdw algn="bl" blurRad="185760" rotWithShape="0">
                      <a:schemeClr val="dk1">
                        <a:alpha val="31000"/>
                      </a:schemeClr>
                    </a:outerShdw>
                  </a:effectLst>
                </p:spPr>
                <p:style>
                  <a:lnRef idx="0">
                    <a:srgbClr val="000000"/>
                  </a:lnRef>
                  <a:fillRef idx="0">
                    <a:srgbClr val="000000"/>
                  </a:fillRef>
                  <a:effectRef idx="0">
                    <a:srgbClr val="000000"/>
                  </a:effectRef>
                  <a:fontRef idx="minor">
                    <a:srgbClr val="000000"/>
                  </a:fontRef>
                </p:style>
                <p:txBody>
                  <a:bodyPr anchor="ctr" bIns="71640" tIns="71640">
                    <a:noAutofit/>
                  </a:bodyPr>
                  <a:p>
                    <a:pPr algn="ctr" defTabSz="9144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b="0" sz="1800" lang="en-US" strike="noStrike" u="none">
                      <a:solidFill>
                        <a:srgbClr val="000000"/>
                      </a:solidFill>
                      <a:effectLst/>
                      <a:latin typeface="OpenSymbol"/>
                    </a:endParaRPr>
                  </a:p>
                </p:txBody>
              </p:sp>
              <p:sp>
                <p:nvSpPr>
                  <p:cNvPr id="1051209" name="Google Shape;1575;p17"/>
                  <p:cNvSpPr/>
                  <p:nvPr/>
                </p:nvSpPr>
                <p:spPr>
                  <a:xfrm>
                    <a:off x="8367480" y="4608000"/>
                    <a:ext cx="126000" cy="126360"/>
                  </a:xfrm>
                  <a:prstGeom prst="rect"/>
                  <a:gradFill rotWithShape="0">
                    <a:gsLst>
                      <a:gs pos="0">
                        <a:srgbClr val="B6F8F0"/>
                      </a:gs>
                      <a:gs pos="100000">
                        <a:srgbClr val="7DF3E5"/>
                      </a:gs>
                    </a:gsLst>
                    <a:lin ang="2700000"/>
                  </a:gradFill>
                  <a:ln w="0">
                    <a:noFill/>
                  </a:ln>
                  <a:effectLst>
                    <a:outerShdw algn="bl" blurRad="185760" rotWithShape="0">
                      <a:schemeClr val="dk1">
                        <a:alpha val="31000"/>
                      </a:schemeClr>
                    </a:outerShdw>
                  </a:effectLst>
                </p:spPr>
                <p:style>
                  <a:lnRef idx="0">
                    <a:srgbClr val="000000"/>
                  </a:lnRef>
                  <a:fillRef idx="0">
                    <a:srgbClr val="000000"/>
                  </a:fillRef>
                  <a:effectRef idx="0">
                    <a:srgbClr val="000000"/>
                  </a:effectRef>
                  <a:fontRef idx="minor">
                    <a:srgbClr val="000000"/>
                  </a:fontRef>
                </p:style>
                <p:txBody>
                  <a:bodyPr anchor="ctr" bIns="63360" tIns="63360">
                    <a:noAutofit/>
                  </a:bodyPr>
                  <a:p>
                    <a:pPr algn="ctr" defTabSz="9144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b="0" sz="1800" lang="en-US" strike="noStrike" u="none">
                      <a:solidFill>
                        <a:srgbClr val="000000"/>
                      </a:solidFill>
                      <a:effectLst/>
                      <a:latin typeface="OpenSymbol"/>
                    </a:endParaRPr>
                  </a:p>
                </p:txBody>
              </p:sp>
              <p:sp>
                <p:nvSpPr>
                  <p:cNvPr id="1051210" name="Google Shape;1576;p17"/>
                  <p:cNvSpPr/>
                  <p:nvPr/>
                </p:nvSpPr>
                <p:spPr>
                  <a:xfrm>
                    <a:off x="8367480" y="4397040"/>
                    <a:ext cx="126000" cy="126360"/>
                  </a:xfrm>
                  <a:prstGeom prst="rect"/>
                  <a:gradFill rotWithShape="0">
                    <a:gsLst>
                      <a:gs pos="0">
                        <a:srgbClr val="B6F8F0"/>
                      </a:gs>
                      <a:gs pos="100000">
                        <a:srgbClr val="7DF3E5"/>
                      </a:gs>
                    </a:gsLst>
                    <a:lin ang="2700000"/>
                  </a:gradFill>
                  <a:ln w="0">
                    <a:noFill/>
                  </a:ln>
                  <a:effectLst>
                    <a:outerShdw algn="bl" blurRad="185760" rotWithShape="0">
                      <a:schemeClr val="dk1">
                        <a:alpha val="31000"/>
                      </a:schemeClr>
                    </a:outerShdw>
                  </a:effectLst>
                </p:spPr>
                <p:style>
                  <a:lnRef idx="0">
                    <a:srgbClr val="000000"/>
                  </a:lnRef>
                  <a:fillRef idx="0">
                    <a:srgbClr val="000000"/>
                  </a:fillRef>
                  <a:effectRef idx="0">
                    <a:srgbClr val="000000"/>
                  </a:effectRef>
                  <a:fontRef idx="minor">
                    <a:srgbClr val="000000"/>
                  </a:fontRef>
                </p:style>
                <p:txBody>
                  <a:bodyPr anchor="ctr" bIns="63360" tIns="63360">
                    <a:noAutofit/>
                  </a:bodyPr>
                  <a:p>
                    <a:pPr algn="ctr" defTabSz="9144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b="0" sz="1800" lang="en-US" strike="noStrike" u="none">
                      <a:solidFill>
                        <a:srgbClr val="000000"/>
                      </a:solidFill>
                      <a:effectLst/>
                      <a:latin typeface="OpenSymbol"/>
                    </a:endParaRPr>
                  </a:p>
                </p:txBody>
              </p:sp>
              <p:sp>
                <p:nvSpPr>
                  <p:cNvPr id="1051211" name="Google Shape;1577;p17"/>
                  <p:cNvSpPr/>
                  <p:nvPr/>
                </p:nvSpPr>
                <p:spPr>
                  <a:xfrm>
                    <a:off x="8367480" y="4186440"/>
                    <a:ext cx="126000" cy="126360"/>
                  </a:xfrm>
                  <a:prstGeom prst="rect"/>
                  <a:gradFill rotWithShape="0">
                    <a:gsLst>
                      <a:gs pos="0">
                        <a:srgbClr val="B6F8F0"/>
                      </a:gs>
                      <a:gs pos="100000">
                        <a:srgbClr val="7DF3E5"/>
                      </a:gs>
                    </a:gsLst>
                    <a:lin ang="2700000"/>
                  </a:gradFill>
                  <a:ln w="0">
                    <a:noFill/>
                  </a:ln>
                  <a:effectLst>
                    <a:outerShdw algn="bl" blurRad="185760" rotWithShape="0">
                      <a:schemeClr val="dk1">
                        <a:alpha val="31000"/>
                      </a:schemeClr>
                    </a:outerShdw>
                  </a:effectLst>
                </p:spPr>
                <p:style>
                  <a:lnRef idx="0">
                    <a:srgbClr val="000000"/>
                  </a:lnRef>
                  <a:fillRef idx="0">
                    <a:srgbClr val="000000"/>
                  </a:fillRef>
                  <a:effectRef idx="0">
                    <a:srgbClr val="000000"/>
                  </a:effectRef>
                  <a:fontRef idx="minor">
                    <a:srgbClr val="000000"/>
                  </a:fontRef>
                </p:style>
                <p:txBody>
                  <a:bodyPr anchor="ctr" bIns="63360" tIns="63360">
                    <a:noAutofit/>
                  </a:bodyPr>
                  <a:p>
                    <a:pPr algn="ctr" defTabSz="9144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b="0" sz="1800" lang="en-US" strike="noStrike" u="none">
                      <a:solidFill>
                        <a:srgbClr val="000000"/>
                      </a:solidFill>
                      <a:effectLst/>
                      <a:latin typeface="OpenSymbol"/>
                    </a:endParaRPr>
                  </a:p>
                </p:txBody>
              </p:sp>
              <p:sp>
                <p:nvSpPr>
                  <p:cNvPr id="1051212" name="Google Shape;1578;p17"/>
                  <p:cNvSpPr/>
                  <p:nvPr/>
                </p:nvSpPr>
                <p:spPr>
                  <a:xfrm>
                    <a:off x="8371800" y="3975840"/>
                    <a:ext cx="117360" cy="117720"/>
                  </a:xfrm>
                  <a:prstGeom prst="rect"/>
                  <a:gradFill rotWithShape="0">
                    <a:gsLst>
                      <a:gs pos="0">
                        <a:srgbClr val="B6F8F0"/>
                      </a:gs>
                      <a:gs pos="100000">
                        <a:srgbClr val="7DF3E5"/>
                      </a:gs>
                    </a:gsLst>
                    <a:lin ang="2700000"/>
                  </a:gradFill>
                  <a:ln w="0">
                    <a:noFill/>
                  </a:ln>
                  <a:effectLst>
                    <a:outerShdw algn="bl" blurRad="185760" rotWithShape="0">
                      <a:schemeClr val="dk1">
                        <a:alpha val="31000"/>
                      </a:schemeClr>
                    </a:outerShdw>
                  </a:effectLst>
                </p:spPr>
                <p:style>
                  <a:lnRef idx="0">
                    <a:srgbClr val="000000"/>
                  </a:lnRef>
                  <a:fillRef idx="0">
                    <a:srgbClr val="000000"/>
                  </a:fillRef>
                  <a:effectRef idx="0">
                    <a:srgbClr val="000000"/>
                  </a:effectRef>
                  <a:fontRef idx="minor">
                    <a:srgbClr val="000000"/>
                  </a:fontRef>
                </p:style>
                <p:txBody>
                  <a:bodyPr anchor="ctr" bIns="59040" tIns="59040">
                    <a:noAutofit/>
                  </a:bodyPr>
                  <a:p>
                    <a:pPr algn="ctr" defTabSz="9144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b="0" sz="1800" lang="en-US" strike="noStrike" u="none">
                      <a:solidFill>
                        <a:srgbClr val="000000"/>
                      </a:solidFill>
                      <a:effectLst/>
                      <a:latin typeface="OpenSymbol"/>
                    </a:endParaRPr>
                  </a:p>
                </p:txBody>
              </p:sp>
              <p:sp>
                <p:nvSpPr>
                  <p:cNvPr id="1051213" name="Google Shape;1579;p17"/>
                  <p:cNvSpPr/>
                  <p:nvPr/>
                </p:nvSpPr>
                <p:spPr>
                  <a:xfrm>
                    <a:off x="8371800" y="3764880"/>
                    <a:ext cx="117360" cy="117720"/>
                  </a:xfrm>
                  <a:prstGeom prst="rect"/>
                  <a:gradFill rotWithShape="0">
                    <a:gsLst>
                      <a:gs pos="0">
                        <a:srgbClr val="B6F8F0"/>
                      </a:gs>
                      <a:gs pos="100000">
                        <a:srgbClr val="7DF3E5"/>
                      </a:gs>
                    </a:gsLst>
                    <a:lin ang="2700000"/>
                  </a:gradFill>
                  <a:ln w="0">
                    <a:noFill/>
                  </a:ln>
                  <a:effectLst>
                    <a:outerShdw algn="bl" blurRad="185760" rotWithShape="0">
                      <a:schemeClr val="dk1">
                        <a:alpha val="31000"/>
                      </a:schemeClr>
                    </a:outerShdw>
                  </a:effectLst>
                </p:spPr>
                <p:style>
                  <a:lnRef idx="0">
                    <a:srgbClr val="000000"/>
                  </a:lnRef>
                  <a:fillRef idx="0">
                    <a:srgbClr val="000000"/>
                  </a:fillRef>
                  <a:effectRef idx="0">
                    <a:srgbClr val="000000"/>
                  </a:effectRef>
                  <a:fontRef idx="minor">
                    <a:srgbClr val="000000"/>
                  </a:fontRef>
                </p:style>
                <p:txBody>
                  <a:bodyPr anchor="ctr" bIns="59040" tIns="59040">
                    <a:noAutofit/>
                  </a:bodyPr>
                  <a:p>
                    <a:pPr algn="ctr" defTabSz="9144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b="0" sz="1800" lang="en-US" strike="noStrike" u="none">
                      <a:solidFill>
                        <a:srgbClr val="000000"/>
                      </a:solidFill>
                      <a:effectLst/>
                      <a:latin typeface="OpenSymbol"/>
                    </a:endParaRPr>
                  </a:p>
                </p:txBody>
              </p:sp>
              <p:sp>
                <p:nvSpPr>
                  <p:cNvPr id="1051214" name="Google Shape;1580;p17"/>
                  <p:cNvSpPr/>
                  <p:nvPr/>
                </p:nvSpPr>
                <p:spPr>
                  <a:xfrm>
                    <a:off x="8373960" y="3554280"/>
                    <a:ext cx="113040" cy="113040"/>
                  </a:xfrm>
                  <a:prstGeom prst="rect"/>
                  <a:gradFill rotWithShape="0">
                    <a:gsLst>
                      <a:gs pos="0">
                        <a:srgbClr val="B6F8F0"/>
                      </a:gs>
                      <a:gs pos="100000">
                        <a:srgbClr val="7DF3E5"/>
                      </a:gs>
                    </a:gsLst>
                    <a:lin ang="2700000"/>
                  </a:gradFill>
                  <a:ln w="0">
                    <a:noFill/>
                  </a:ln>
                  <a:effectLst>
                    <a:outerShdw algn="bl" blurRad="185760" rotWithShape="0">
                      <a:schemeClr val="dk1">
                        <a:alpha val="31000"/>
                      </a:schemeClr>
                    </a:outerShdw>
                  </a:effectLst>
                </p:spPr>
                <p:style>
                  <a:lnRef idx="0">
                    <a:srgbClr val="000000"/>
                  </a:lnRef>
                  <a:fillRef idx="0">
                    <a:srgbClr val="000000"/>
                  </a:fillRef>
                  <a:effectRef idx="0">
                    <a:srgbClr val="000000"/>
                  </a:effectRef>
                  <a:fontRef idx="minor">
                    <a:srgbClr val="000000"/>
                  </a:fontRef>
                </p:style>
                <p:txBody>
                  <a:bodyPr anchor="ctr" bIns="56520" tIns="56520">
                    <a:noAutofit/>
                  </a:bodyPr>
                  <a:p>
                    <a:pPr algn="ctr" defTabSz="9144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b="0" sz="1800" lang="en-US" strike="noStrike" u="none">
                      <a:solidFill>
                        <a:srgbClr val="000000"/>
                      </a:solidFill>
                      <a:effectLst/>
                      <a:latin typeface="OpenSymbol"/>
                    </a:endParaRPr>
                  </a:p>
                </p:txBody>
              </p:sp>
              <p:sp>
                <p:nvSpPr>
                  <p:cNvPr id="1051215" name="Google Shape;1581;p17"/>
                  <p:cNvSpPr/>
                  <p:nvPr/>
                </p:nvSpPr>
                <p:spPr>
                  <a:xfrm>
                    <a:off x="8376480" y="3343320"/>
                    <a:ext cx="108720" cy="108720"/>
                  </a:xfrm>
                  <a:prstGeom prst="rect"/>
                  <a:gradFill rotWithShape="0">
                    <a:gsLst>
                      <a:gs pos="0">
                        <a:srgbClr val="B6F8F0"/>
                      </a:gs>
                      <a:gs pos="100000">
                        <a:srgbClr val="7DF3E5"/>
                      </a:gs>
                    </a:gsLst>
                    <a:lin ang="2700000"/>
                  </a:gradFill>
                  <a:ln w="0">
                    <a:noFill/>
                  </a:ln>
                  <a:effectLst>
                    <a:outerShdw algn="bl" blurRad="185760" rotWithShape="0">
                      <a:schemeClr val="dk1">
                        <a:alpha val="31000"/>
                      </a:schemeClr>
                    </a:outerShdw>
                  </a:effectLst>
                </p:spPr>
                <p:style>
                  <a:lnRef idx="0">
                    <a:srgbClr val="000000"/>
                  </a:lnRef>
                  <a:fillRef idx="0">
                    <a:srgbClr val="000000"/>
                  </a:fillRef>
                  <a:effectRef idx="0">
                    <a:srgbClr val="000000"/>
                  </a:effectRef>
                  <a:fontRef idx="minor">
                    <a:srgbClr val="000000"/>
                  </a:fontRef>
                </p:style>
                <p:txBody>
                  <a:bodyPr anchor="ctr" bIns="54360" tIns="54360">
                    <a:noAutofit/>
                  </a:bodyPr>
                  <a:p>
                    <a:pPr algn="ctr" defTabSz="9144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b="0" sz="1800" lang="en-US" strike="noStrike" u="none">
                      <a:solidFill>
                        <a:srgbClr val="000000"/>
                      </a:solidFill>
                      <a:effectLst/>
                      <a:latin typeface="OpenSymbol"/>
                    </a:endParaRPr>
                  </a:p>
                </p:txBody>
              </p:sp>
              <p:sp>
                <p:nvSpPr>
                  <p:cNvPr id="1051216" name="Google Shape;1582;p17"/>
                  <p:cNvSpPr/>
                  <p:nvPr/>
                </p:nvSpPr>
                <p:spPr>
                  <a:xfrm>
                    <a:off x="8381160" y="3137400"/>
                    <a:ext cx="98640" cy="98640"/>
                  </a:xfrm>
                  <a:prstGeom prst="rect"/>
                  <a:gradFill rotWithShape="0">
                    <a:gsLst>
                      <a:gs pos="0">
                        <a:srgbClr val="B6F8F0"/>
                      </a:gs>
                      <a:gs pos="100000">
                        <a:srgbClr val="7DF3E5"/>
                      </a:gs>
                    </a:gsLst>
                    <a:lin ang="2700000"/>
                  </a:gradFill>
                  <a:ln w="0">
                    <a:noFill/>
                  </a:ln>
                  <a:effectLst>
                    <a:outerShdw algn="bl" blurRad="185760" rotWithShape="0">
                      <a:schemeClr val="dk1">
                        <a:alpha val="31000"/>
                      </a:schemeClr>
                    </a:outerShdw>
                  </a:effectLst>
                </p:spPr>
                <p:style>
                  <a:lnRef idx="0">
                    <a:srgbClr val="000000"/>
                  </a:lnRef>
                  <a:fillRef idx="0">
                    <a:srgbClr val="000000"/>
                  </a:fillRef>
                  <a:effectRef idx="0">
                    <a:srgbClr val="000000"/>
                  </a:effectRef>
                  <a:fontRef idx="minor">
                    <a:srgbClr val="000000"/>
                  </a:fontRef>
                </p:style>
                <p:txBody>
                  <a:bodyPr anchor="ctr" bIns="49320" tIns="49320">
                    <a:noAutofit/>
                  </a:bodyPr>
                  <a:p>
                    <a:pPr algn="ctr" defTabSz="9144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b="0" sz="1800" lang="en-US" strike="noStrike" u="none">
                      <a:solidFill>
                        <a:srgbClr val="000000"/>
                      </a:solidFill>
                      <a:effectLst/>
                      <a:latin typeface="OpenSymbol"/>
                    </a:endParaRPr>
                  </a:p>
                </p:txBody>
              </p:sp>
              <p:sp>
                <p:nvSpPr>
                  <p:cNvPr id="1051217" name="Google Shape;1583;p17"/>
                  <p:cNvSpPr/>
                  <p:nvPr/>
                </p:nvSpPr>
                <p:spPr>
                  <a:xfrm>
                    <a:off x="8386200" y="2931120"/>
                    <a:ext cx="88920" cy="88920"/>
                  </a:xfrm>
                  <a:prstGeom prst="rect"/>
                  <a:gradFill rotWithShape="0">
                    <a:gsLst>
                      <a:gs pos="0">
                        <a:srgbClr val="B6F8F0"/>
                      </a:gs>
                      <a:gs pos="100000">
                        <a:srgbClr val="7DF3E5"/>
                      </a:gs>
                    </a:gsLst>
                    <a:lin ang="2700000"/>
                  </a:gradFill>
                  <a:ln w="0">
                    <a:noFill/>
                  </a:ln>
                  <a:effectLst>
                    <a:outerShdw algn="bl" blurRad="185760" rotWithShape="0">
                      <a:schemeClr val="dk1">
                        <a:alpha val="31000"/>
                      </a:schemeClr>
                    </a:outerShdw>
                  </a:effectLst>
                </p:spPr>
                <p:style>
                  <a:lnRef idx="0">
                    <a:srgbClr val="000000"/>
                  </a:lnRef>
                  <a:fillRef idx="0">
                    <a:srgbClr val="000000"/>
                  </a:fillRef>
                  <a:effectRef idx="0">
                    <a:srgbClr val="000000"/>
                  </a:effectRef>
                  <a:fontRef idx="minor">
                    <a:srgbClr val="000000"/>
                  </a:fontRef>
                </p:style>
                <p:txBody>
                  <a:bodyPr anchor="ctr" bIns="44640" tIns="44640">
                    <a:noAutofit/>
                  </a:bodyPr>
                  <a:p>
                    <a:pPr algn="ctr" defTabSz="9144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b="0" sz="1800" lang="en-US" strike="noStrike" u="none">
                      <a:solidFill>
                        <a:srgbClr val="000000"/>
                      </a:solidFill>
                      <a:effectLst/>
                      <a:latin typeface="OpenSymbol"/>
                    </a:endParaRPr>
                  </a:p>
                </p:txBody>
              </p:sp>
              <p:sp>
                <p:nvSpPr>
                  <p:cNvPr id="1051218" name="Google Shape;1584;p17"/>
                  <p:cNvSpPr/>
                  <p:nvPr/>
                </p:nvSpPr>
                <p:spPr>
                  <a:xfrm>
                    <a:off x="8386200" y="2724840"/>
                    <a:ext cx="88920" cy="88920"/>
                  </a:xfrm>
                  <a:prstGeom prst="rect"/>
                  <a:gradFill rotWithShape="0">
                    <a:gsLst>
                      <a:gs pos="0">
                        <a:srgbClr val="B6F8F0"/>
                      </a:gs>
                      <a:gs pos="100000">
                        <a:srgbClr val="7DF3E5"/>
                      </a:gs>
                    </a:gsLst>
                    <a:lin ang="2700000"/>
                  </a:gradFill>
                  <a:ln w="0">
                    <a:noFill/>
                  </a:ln>
                  <a:effectLst>
                    <a:outerShdw algn="bl" blurRad="185760" rotWithShape="0">
                      <a:schemeClr val="dk1">
                        <a:alpha val="31000"/>
                      </a:schemeClr>
                    </a:outerShdw>
                  </a:effectLst>
                </p:spPr>
                <p:style>
                  <a:lnRef idx="0">
                    <a:srgbClr val="000000"/>
                  </a:lnRef>
                  <a:fillRef idx="0">
                    <a:srgbClr val="000000"/>
                  </a:fillRef>
                  <a:effectRef idx="0">
                    <a:srgbClr val="000000"/>
                  </a:effectRef>
                  <a:fontRef idx="minor">
                    <a:srgbClr val="000000"/>
                  </a:fontRef>
                </p:style>
                <p:txBody>
                  <a:bodyPr anchor="ctr" bIns="44640" tIns="44640">
                    <a:noAutofit/>
                  </a:bodyPr>
                  <a:p>
                    <a:pPr algn="ctr" defTabSz="9144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b="0" sz="1800" lang="en-US" strike="noStrike" u="none">
                      <a:solidFill>
                        <a:srgbClr val="000000"/>
                      </a:solidFill>
                      <a:effectLst/>
                      <a:latin typeface="OpenSymbol"/>
                    </a:endParaRPr>
                  </a:p>
                </p:txBody>
              </p:sp>
              <p:sp>
                <p:nvSpPr>
                  <p:cNvPr id="1051219" name="Google Shape;1585;p17"/>
                  <p:cNvSpPr/>
                  <p:nvPr/>
                </p:nvSpPr>
                <p:spPr>
                  <a:xfrm>
                    <a:off x="8390880" y="2507760"/>
                    <a:ext cx="79200" cy="79200"/>
                  </a:xfrm>
                  <a:prstGeom prst="rect"/>
                  <a:gradFill rotWithShape="0">
                    <a:gsLst>
                      <a:gs pos="0">
                        <a:srgbClr val="B6F8F0"/>
                      </a:gs>
                      <a:gs pos="100000">
                        <a:srgbClr val="7DF3E5"/>
                      </a:gs>
                    </a:gsLst>
                    <a:lin ang="2700000"/>
                  </a:gradFill>
                  <a:ln w="0">
                    <a:noFill/>
                  </a:ln>
                  <a:effectLst>
                    <a:outerShdw algn="bl" blurRad="185760" rotWithShape="0">
                      <a:schemeClr val="dk1">
                        <a:alpha val="31000"/>
                      </a:schemeClr>
                    </a:outerShdw>
                  </a:effectLst>
                </p:spPr>
                <p:style>
                  <a:lnRef idx="0">
                    <a:srgbClr val="000000"/>
                  </a:lnRef>
                  <a:fillRef idx="0">
                    <a:srgbClr val="000000"/>
                  </a:fillRef>
                  <a:effectRef idx="0">
                    <a:srgbClr val="000000"/>
                  </a:effectRef>
                  <a:fontRef idx="minor">
                    <a:srgbClr val="000000"/>
                  </a:fontRef>
                </p:style>
                <p:txBody>
                  <a:bodyPr anchor="ctr" bIns="39600" tIns="39600">
                    <a:noAutofit/>
                  </a:bodyPr>
                  <a:p>
                    <a:pPr algn="ctr" defTabSz="9144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b="0" sz="1800" lang="en-US" strike="noStrike" u="none">
                      <a:solidFill>
                        <a:srgbClr val="000000"/>
                      </a:solidFill>
                      <a:effectLst/>
                      <a:latin typeface="OpenSymbol"/>
                    </a:endParaRPr>
                  </a:p>
                </p:txBody>
              </p:sp>
            </p:grpSp>
            <p:grpSp>
              <p:nvGrpSpPr>
                <p:cNvPr id="437" name="Google Shape;1586;p17"/>
                <p:cNvGrpSpPr/>
                <p:nvPr/>
              </p:nvGrpSpPr>
              <p:grpSpPr>
                <a:xfrm>
                  <a:off x="8359200" y="2507760"/>
                  <a:ext cx="142920" cy="2453760"/>
                  <a:chOff x="8359200" y="2507760"/>
                  <a:chExt cx="142920" cy="2453760"/>
                </a:xfrm>
              </p:grpSpPr>
              <p:sp>
                <p:nvSpPr>
                  <p:cNvPr id="1051220" name="Google Shape;1587;p17"/>
                  <p:cNvSpPr/>
                  <p:nvPr/>
                </p:nvSpPr>
                <p:spPr>
                  <a:xfrm>
                    <a:off x="8359200" y="4818600"/>
                    <a:ext cx="142920" cy="142920"/>
                  </a:xfrm>
                  <a:prstGeom prst="rect"/>
                  <a:noFill/>
                  <a:ln w="0">
                    <a:noFill/>
                  </a:ln>
                </p:spPr>
                <p:style>
                  <a:lnRef idx="0">
                    <a:srgbClr val="000000"/>
                  </a:lnRef>
                  <a:fillRef idx="0">
                    <a:srgbClr val="000000"/>
                  </a:fillRef>
                  <a:effectRef idx="0">
                    <a:srgbClr val="000000"/>
                  </a:effectRef>
                  <a:fontRef idx="minor">
                    <a:srgbClr val="000000"/>
                  </a:fontRef>
                </p:style>
                <p:txBody>
                  <a:bodyPr anchor="ctr" bIns="71640" tIns="71640">
                    <a:noAutofit/>
                  </a:bodyPr>
                  <a:p>
                    <a:pPr algn="ctr" defTabSz="9144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b="0" sz="1800" lang="en-US" strike="noStrike" u="none">
                      <a:solidFill>
                        <a:srgbClr val="FFFFFF"/>
                      </a:solidFill>
                      <a:effectLst/>
                      <a:latin typeface="OpenSymbol"/>
                    </a:endParaRPr>
                  </a:p>
                </p:txBody>
              </p:sp>
              <p:sp>
                <p:nvSpPr>
                  <p:cNvPr id="1051221" name="Google Shape;1588;p17"/>
                  <p:cNvSpPr/>
                  <p:nvPr/>
                </p:nvSpPr>
                <p:spPr>
                  <a:xfrm>
                    <a:off x="8367480" y="4608000"/>
                    <a:ext cx="126000" cy="126360"/>
                  </a:xfrm>
                  <a:prstGeom prst="rect"/>
                  <a:solidFill>
                    <a:srgbClr val="009F8C">
                      <a:alpha val="5000"/>
                    </a:srgbClr>
                  </a:solidFill>
                  <a:ln w="0">
                    <a:noFill/>
                  </a:ln>
                </p:spPr>
                <p:style>
                  <a:lnRef idx="0">
                    <a:srgbClr val="000000"/>
                  </a:lnRef>
                  <a:fillRef idx="0">
                    <a:srgbClr val="000000"/>
                  </a:fillRef>
                  <a:effectRef idx="0">
                    <a:srgbClr val="000000"/>
                  </a:effectRef>
                  <a:fontRef idx="minor">
                    <a:srgbClr val="000000"/>
                  </a:fontRef>
                </p:style>
                <p:txBody>
                  <a:bodyPr anchor="ctr" bIns="63360" tIns="63360">
                    <a:noAutofit/>
                  </a:bodyPr>
                  <a:p>
                    <a:pPr algn="ctr" defTabSz="9144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b="0" sz="1800" lang="en-US" strike="noStrike" u="none">
                      <a:solidFill>
                        <a:srgbClr val="FFFFFF"/>
                      </a:solidFill>
                      <a:effectLst/>
                      <a:latin typeface="OpenSymbol"/>
                    </a:endParaRPr>
                  </a:p>
                </p:txBody>
              </p:sp>
              <p:sp>
                <p:nvSpPr>
                  <p:cNvPr id="1051222" name="Google Shape;1589;p17"/>
                  <p:cNvSpPr/>
                  <p:nvPr/>
                </p:nvSpPr>
                <p:spPr>
                  <a:xfrm>
                    <a:off x="8367480" y="4397040"/>
                    <a:ext cx="126000" cy="126360"/>
                  </a:xfrm>
                  <a:prstGeom prst="rect"/>
                  <a:solidFill>
                    <a:srgbClr val="009F8C">
                      <a:alpha val="10000"/>
                    </a:srgbClr>
                  </a:solidFill>
                  <a:ln w="0">
                    <a:noFill/>
                  </a:ln>
                </p:spPr>
                <p:style>
                  <a:lnRef idx="0">
                    <a:srgbClr val="000000"/>
                  </a:lnRef>
                  <a:fillRef idx="0">
                    <a:srgbClr val="000000"/>
                  </a:fillRef>
                  <a:effectRef idx="0">
                    <a:srgbClr val="000000"/>
                  </a:effectRef>
                  <a:fontRef idx="minor">
                    <a:srgbClr val="000000"/>
                  </a:fontRef>
                </p:style>
                <p:txBody>
                  <a:bodyPr anchor="ctr" bIns="63360" tIns="63360">
                    <a:noAutofit/>
                  </a:bodyPr>
                  <a:p>
                    <a:pPr algn="ctr" defTabSz="9144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b="0" sz="1800" lang="en-US" strike="noStrike" u="none">
                      <a:solidFill>
                        <a:srgbClr val="FFFFFF"/>
                      </a:solidFill>
                      <a:effectLst/>
                      <a:latin typeface="OpenSymbol"/>
                    </a:endParaRPr>
                  </a:p>
                </p:txBody>
              </p:sp>
              <p:sp>
                <p:nvSpPr>
                  <p:cNvPr id="1051223" name="Google Shape;1590;p17"/>
                  <p:cNvSpPr/>
                  <p:nvPr/>
                </p:nvSpPr>
                <p:spPr>
                  <a:xfrm>
                    <a:off x="8367480" y="4186440"/>
                    <a:ext cx="126000" cy="126360"/>
                  </a:xfrm>
                  <a:prstGeom prst="rect"/>
                  <a:solidFill>
                    <a:srgbClr val="009F8C">
                      <a:alpha val="20000"/>
                    </a:srgbClr>
                  </a:solidFill>
                  <a:ln w="0">
                    <a:noFill/>
                  </a:ln>
                </p:spPr>
                <p:style>
                  <a:lnRef idx="0">
                    <a:srgbClr val="000000"/>
                  </a:lnRef>
                  <a:fillRef idx="0">
                    <a:srgbClr val="000000"/>
                  </a:fillRef>
                  <a:effectRef idx="0">
                    <a:srgbClr val="000000"/>
                  </a:effectRef>
                  <a:fontRef idx="minor">
                    <a:srgbClr val="000000"/>
                  </a:fontRef>
                </p:style>
                <p:txBody>
                  <a:bodyPr anchor="ctr" bIns="63360" tIns="63360">
                    <a:noAutofit/>
                  </a:bodyPr>
                  <a:p>
                    <a:pPr algn="ctr" defTabSz="9144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b="0" sz="1800" lang="en-US" strike="noStrike" u="none">
                      <a:solidFill>
                        <a:srgbClr val="FFFFFF"/>
                      </a:solidFill>
                      <a:effectLst/>
                      <a:latin typeface="OpenSymbol"/>
                    </a:endParaRPr>
                  </a:p>
                </p:txBody>
              </p:sp>
              <p:sp>
                <p:nvSpPr>
                  <p:cNvPr id="1051224" name="Google Shape;1591;p17"/>
                  <p:cNvSpPr/>
                  <p:nvPr/>
                </p:nvSpPr>
                <p:spPr>
                  <a:xfrm>
                    <a:off x="8371800" y="3975840"/>
                    <a:ext cx="117360" cy="117720"/>
                  </a:xfrm>
                  <a:prstGeom prst="rect"/>
                  <a:solidFill>
                    <a:srgbClr val="009F8C">
                      <a:alpha val="30000"/>
                    </a:srgbClr>
                  </a:solidFill>
                  <a:ln w="0">
                    <a:noFill/>
                  </a:ln>
                </p:spPr>
                <p:style>
                  <a:lnRef idx="0">
                    <a:srgbClr val="000000"/>
                  </a:lnRef>
                  <a:fillRef idx="0">
                    <a:srgbClr val="000000"/>
                  </a:fillRef>
                  <a:effectRef idx="0">
                    <a:srgbClr val="000000"/>
                  </a:effectRef>
                  <a:fontRef idx="minor">
                    <a:srgbClr val="000000"/>
                  </a:fontRef>
                </p:style>
                <p:txBody>
                  <a:bodyPr anchor="ctr" bIns="59040" tIns="59040">
                    <a:noAutofit/>
                  </a:bodyPr>
                  <a:p>
                    <a:pPr algn="ctr" defTabSz="9144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b="0" sz="1800" lang="en-US" strike="noStrike" u="none">
                      <a:solidFill>
                        <a:srgbClr val="FFFFFF"/>
                      </a:solidFill>
                      <a:effectLst/>
                      <a:latin typeface="OpenSymbol"/>
                    </a:endParaRPr>
                  </a:p>
                </p:txBody>
              </p:sp>
              <p:sp>
                <p:nvSpPr>
                  <p:cNvPr id="1051225" name="Google Shape;1592;p17"/>
                  <p:cNvSpPr/>
                  <p:nvPr/>
                </p:nvSpPr>
                <p:spPr>
                  <a:xfrm>
                    <a:off x="8371800" y="3764880"/>
                    <a:ext cx="117360" cy="117720"/>
                  </a:xfrm>
                  <a:prstGeom prst="rect"/>
                  <a:solidFill>
                    <a:srgbClr val="009F8C">
                      <a:alpha val="40000"/>
                    </a:srgbClr>
                  </a:solidFill>
                  <a:ln w="0">
                    <a:noFill/>
                  </a:ln>
                </p:spPr>
                <p:style>
                  <a:lnRef idx="0">
                    <a:srgbClr val="000000"/>
                  </a:lnRef>
                  <a:fillRef idx="0">
                    <a:srgbClr val="000000"/>
                  </a:fillRef>
                  <a:effectRef idx="0">
                    <a:srgbClr val="000000"/>
                  </a:effectRef>
                  <a:fontRef idx="minor">
                    <a:srgbClr val="000000"/>
                  </a:fontRef>
                </p:style>
                <p:txBody>
                  <a:bodyPr anchor="ctr" bIns="59040" tIns="59040">
                    <a:noAutofit/>
                  </a:bodyPr>
                  <a:p>
                    <a:pPr algn="ctr" defTabSz="9144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b="0" sz="1800" lang="en-US" strike="noStrike" u="none">
                      <a:solidFill>
                        <a:srgbClr val="FFFFFF"/>
                      </a:solidFill>
                      <a:effectLst/>
                      <a:latin typeface="OpenSymbol"/>
                    </a:endParaRPr>
                  </a:p>
                </p:txBody>
              </p:sp>
              <p:sp>
                <p:nvSpPr>
                  <p:cNvPr id="1051226" name="Google Shape;1593;p17"/>
                  <p:cNvSpPr/>
                  <p:nvPr/>
                </p:nvSpPr>
                <p:spPr>
                  <a:xfrm>
                    <a:off x="8373960" y="3554280"/>
                    <a:ext cx="113040" cy="113040"/>
                  </a:xfrm>
                  <a:prstGeom prst="rect"/>
                  <a:solidFill>
                    <a:srgbClr val="009F8C">
                      <a:alpha val="50000"/>
                    </a:srgbClr>
                  </a:solidFill>
                  <a:ln w="0">
                    <a:noFill/>
                  </a:ln>
                </p:spPr>
                <p:style>
                  <a:lnRef idx="0">
                    <a:srgbClr val="000000"/>
                  </a:lnRef>
                  <a:fillRef idx="0">
                    <a:srgbClr val="000000"/>
                  </a:fillRef>
                  <a:effectRef idx="0">
                    <a:srgbClr val="000000"/>
                  </a:effectRef>
                  <a:fontRef idx="minor">
                    <a:srgbClr val="000000"/>
                  </a:fontRef>
                </p:style>
                <p:txBody>
                  <a:bodyPr anchor="ctr" bIns="56520" tIns="56520">
                    <a:noAutofit/>
                  </a:bodyPr>
                  <a:p>
                    <a:pPr algn="ctr" defTabSz="9144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b="0" sz="1800" lang="en-US" strike="noStrike" u="none">
                      <a:solidFill>
                        <a:srgbClr val="FFFFFF"/>
                      </a:solidFill>
                      <a:effectLst/>
                      <a:latin typeface="OpenSymbol"/>
                    </a:endParaRPr>
                  </a:p>
                </p:txBody>
              </p:sp>
              <p:sp>
                <p:nvSpPr>
                  <p:cNvPr id="1051227" name="Google Shape;1594;p17"/>
                  <p:cNvSpPr/>
                  <p:nvPr/>
                </p:nvSpPr>
                <p:spPr>
                  <a:xfrm>
                    <a:off x="8376480" y="3343320"/>
                    <a:ext cx="108720" cy="108720"/>
                  </a:xfrm>
                  <a:prstGeom prst="rect"/>
                  <a:solidFill>
                    <a:srgbClr val="009F8C">
                      <a:alpha val="55000"/>
                    </a:srgbClr>
                  </a:solidFill>
                  <a:ln w="0">
                    <a:noFill/>
                  </a:ln>
                </p:spPr>
                <p:style>
                  <a:lnRef idx="0">
                    <a:srgbClr val="000000"/>
                  </a:lnRef>
                  <a:fillRef idx="0">
                    <a:srgbClr val="000000"/>
                  </a:fillRef>
                  <a:effectRef idx="0">
                    <a:srgbClr val="000000"/>
                  </a:effectRef>
                  <a:fontRef idx="minor">
                    <a:srgbClr val="000000"/>
                  </a:fontRef>
                </p:style>
                <p:txBody>
                  <a:bodyPr anchor="ctr" bIns="54360" tIns="54360">
                    <a:noAutofit/>
                  </a:bodyPr>
                  <a:p>
                    <a:pPr algn="ctr" defTabSz="9144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b="0" sz="1800" lang="en-US" strike="noStrike" u="none">
                      <a:solidFill>
                        <a:srgbClr val="FFFFFF"/>
                      </a:solidFill>
                      <a:effectLst/>
                      <a:latin typeface="OpenSymbol"/>
                    </a:endParaRPr>
                  </a:p>
                </p:txBody>
              </p:sp>
              <p:sp>
                <p:nvSpPr>
                  <p:cNvPr id="1051228" name="Google Shape;1595;p17"/>
                  <p:cNvSpPr/>
                  <p:nvPr/>
                </p:nvSpPr>
                <p:spPr>
                  <a:xfrm>
                    <a:off x="8381160" y="3137400"/>
                    <a:ext cx="98640" cy="98640"/>
                  </a:xfrm>
                  <a:prstGeom prst="rect"/>
                  <a:solidFill>
                    <a:srgbClr val="009F8C">
                      <a:alpha val="60000"/>
                    </a:srgbClr>
                  </a:solidFill>
                  <a:ln w="0">
                    <a:noFill/>
                  </a:ln>
                </p:spPr>
                <p:style>
                  <a:lnRef idx="0">
                    <a:srgbClr val="000000"/>
                  </a:lnRef>
                  <a:fillRef idx="0">
                    <a:srgbClr val="000000"/>
                  </a:fillRef>
                  <a:effectRef idx="0">
                    <a:srgbClr val="000000"/>
                  </a:effectRef>
                  <a:fontRef idx="minor">
                    <a:srgbClr val="000000"/>
                  </a:fontRef>
                </p:style>
                <p:txBody>
                  <a:bodyPr anchor="ctr" bIns="49320" tIns="49320">
                    <a:noAutofit/>
                  </a:bodyPr>
                  <a:p>
                    <a:pPr algn="ctr" defTabSz="9144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b="0" sz="1800" lang="en-US" strike="noStrike" u="none">
                      <a:solidFill>
                        <a:srgbClr val="FFFFFF"/>
                      </a:solidFill>
                      <a:effectLst/>
                      <a:latin typeface="OpenSymbol"/>
                    </a:endParaRPr>
                  </a:p>
                </p:txBody>
              </p:sp>
              <p:sp>
                <p:nvSpPr>
                  <p:cNvPr id="1051229" name="Google Shape;1596;p17"/>
                  <p:cNvSpPr/>
                  <p:nvPr/>
                </p:nvSpPr>
                <p:spPr>
                  <a:xfrm>
                    <a:off x="8386200" y="2931120"/>
                    <a:ext cx="88920" cy="88920"/>
                  </a:xfrm>
                  <a:prstGeom prst="rect"/>
                  <a:solidFill>
                    <a:srgbClr val="009F8C">
                      <a:alpha val="65000"/>
                    </a:srgbClr>
                  </a:solidFill>
                  <a:ln w="0">
                    <a:noFill/>
                  </a:ln>
                </p:spPr>
                <p:style>
                  <a:lnRef idx="0">
                    <a:srgbClr val="000000"/>
                  </a:lnRef>
                  <a:fillRef idx="0">
                    <a:srgbClr val="000000"/>
                  </a:fillRef>
                  <a:effectRef idx="0">
                    <a:srgbClr val="000000"/>
                  </a:effectRef>
                  <a:fontRef idx="minor">
                    <a:srgbClr val="000000"/>
                  </a:fontRef>
                </p:style>
                <p:txBody>
                  <a:bodyPr anchor="ctr" bIns="44640" tIns="44640">
                    <a:noAutofit/>
                  </a:bodyPr>
                  <a:p>
                    <a:pPr algn="ctr" defTabSz="9144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b="0" sz="1800" lang="en-US" strike="noStrike" u="none">
                      <a:solidFill>
                        <a:srgbClr val="FFFFFF"/>
                      </a:solidFill>
                      <a:effectLst/>
                      <a:latin typeface="OpenSymbol"/>
                    </a:endParaRPr>
                  </a:p>
                </p:txBody>
              </p:sp>
              <p:sp>
                <p:nvSpPr>
                  <p:cNvPr id="1051230" name="Google Shape;1597;p17"/>
                  <p:cNvSpPr/>
                  <p:nvPr/>
                </p:nvSpPr>
                <p:spPr>
                  <a:xfrm>
                    <a:off x="8386200" y="2724840"/>
                    <a:ext cx="88920" cy="88920"/>
                  </a:xfrm>
                  <a:prstGeom prst="rect"/>
                  <a:solidFill>
                    <a:srgbClr val="009F8C">
                      <a:alpha val="70000"/>
                    </a:srgbClr>
                  </a:solidFill>
                  <a:ln w="0">
                    <a:noFill/>
                  </a:ln>
                </p:spPr>
                <p:style>
                  <a:lnRef idx="0">
                    <a:srgbClr val="000000"/>
                  </a:lnRef>
                  <a:fillRef idx="0">
                    <a:srgbClr val="000000"/>
                  </a:fillRef>
                  <a:effectRef idx="0">
                    <a:srgbClr val="000000"/>
                  </a:effectRef>
                  <a:fontRef idx="minor">
                    <a:srgbClr val="000000"/>
                  </a:fontRef>
                </p:style>
                <p:txBody>
                  <a:bodyPr anchor="ctr" bIns="44640" tIns="44640">
                    <a:noAutofit/>
                  </a:bodyPr>
                  <a:p>
                    <a:pPr algn="ctr" defTabSz="9144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b="0" sz="1800" lang="en-US" strike="noStrike" u="none">
                      <a:solidFill>
                        <a:srgbClr val="FFFFFF"/>
                      </a:solidFill>
                      <a:effectLst/>
                      <a:latin typeface="OpenSymbol"/>
                    </a:endParaRPr>
                  </a:p>
                </p:txBody>
              </p:sp>
              <p:sp>
                <p:nvSpPr>
                  <p:cNvPr id="1051231" name="Google Shape;1598;p17"/>
                  <p:cNvSpPr/>
                  <p:nvPr/>
                </p:nvSpPr>
                <p:spPr>
                  <a:xfrm>
                    <a:off x="8390880" y="2507760"/>
                    <a:ext cx="79200" cy="79200"/>
                  </a:xfrm>
                  <a:prstGeom prst="rect"/>
                  <a:solidFill>
                    <a:srgbClr val="009F8C">
                      <a:alpha val="80000"/>
                    </a:srgbClr>
                  </a:solidFill>
                  <a:ln w="0">
                    <a:noFill/>
                  </a:ln>
                </p:spPr>
                <p:style>
                  <a:lnRef idx="0">
                    <a:srgbClr val="000000"/>
                  </a:lnRef>
                  <a:fillRef idx="0">
                    <a:srgbClr val="000000"/>
                  </a:fillRef>
                  <a:effectRef idx="0">
                    <a:srgbClr val="000000"/>
                  </a:effectRef>
                  <a:fontRef idx="minor">
                    <a:srgbClr val="000000"/>
                  </a:fontRef>
                </p:style>
                <p:txBody>
                  <a:bodyPr anchor="ctr" bIns="39600" tIns="39600">
                    <a:noAutofit/>
                  </a:bodyPr>
                  <a:p>
                    <a:pPr algn="ctr" defTabSz="9144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b="0" sz="1800" lang="en-US" strike="noStrike" u="none">
                      <a:solidFill>
                        <a:srgbClr val="FFFFFF"/>
                      </a:solidFill>
                      <a:effectLst/>
                      <a:latin typeface="OpenSymbol"/>
                    </a:endParaRPr>
                  </a:p>
                </p:txBody>
              </p:sp>
            </p:grpSp>
          </p:grpSp>
        </p:grpSp>
      </p:grp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blank">
  <p:cSld name="CUSTOM">
    <p:bg>
      <p:bgPr>
        <a:solidFill>
          <a:schemeClr val="lt1"/>
        </a:solidFill>
      </p:bgPr>
    </p:bg>
    <p:spTree>
      <p:nvGrpSpPr>
        <p:cNvPr id="12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4" name="Google Shape;1600;p18"/>
          <p:cNvGrpSpPr/>
          <p:nvPr/>
        </p:nvGrpSpPr>
        <p:grpSpPr>
          <a:xfrm>
            <a:off x="96840" y="-1008720"/>
            <a:ext cx="8885520" cy="5533920"/>
            <a:chOff x="96840" y="-1008720"/>
            <a:chExt cx="8885520" cy="5533920"/>
          </a:xfrm>
        </p:grpSpPr>
        <p:grpSp>
          <p:nvGrpSpPr>
            <p:cNvPr id="125" name="Google Shape;1601;p18"/>
            <p:cNvGrpSpPr/>
            <p:nvPr/>
          </p:nvGrpSpPr>
          <p:grpSpPr>
            <a:xfrm>
              <a:off x="96840" y="969480"/>
              <a:ext cx="142920" cy="2454120"/>
              <a:chOff x="96840" y="969480"/>
              <a:chExt cx="142920" cy="2454120"/>
            </a:xfrm>
          </p:grpSpPr>
          <p:grpSp>
            <p:nvGrpSpPr>
              <p:cNvPr id="126" name="Google Shape;1602;p18"/>
              <p:cNvGrpSpPr/>
              <p:nvPr/>
            </p:nvGrpSpPr>
            <p:grpSpPr>
              <a:xfrm>
                <a:off x="96840" y="969480"/>
                <a:ext cx="142920" cy="2454120"/>
                <a:chOff x="96840" y="969480"/>
                <a:chExt cx="142920" cy="2454120"/>
              </a:xfrm>
            </p:grpSpPr>
            <p:sp>
              <p:nvSpPr>
                <p:cNvPr id="1049095" name="Google Shape;1603;p18"/>
                <p:cNvSpPr/>
                <p:nvPr/>
              </p:nvSpPr>
              <p:spPr>
                <a:xfrm>
                  <a:off x="96840" y="3280680"/>
                  <a:ext cx="142920" cy="142920"/>
                </a:xfrm>
                <a:prstGeom prst="rect"/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71640" tIns="7164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49096" name="Google Shape;1604;p18"/>
                <p:cNvSpPr/>
                <p:nvPr/>
              </p:nvSpPr>
              <p:spPr>
                <a:xfrm>
                  <a:off x="105120" y="3069720"/>
                  <a:ext cx="126000" cy="126360"/>
                </a:xfrm>
                <a:prstGeom prst="rect"/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63360" tIns="6336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49097" name="Google Shape;1605;p18"/>
                <p:cNvSpPr/>
                <p:nvPr/>
              </p:nvSpPr>
              <p:spPr>
                <a:xfrm>
                  <a:off x="105120" y="2859120"/>
                  <a:ext cx="126000" cy="126360"/>
                </a:xfrm>
                <a:prstGeom prst="rect"/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63360" tIns="6336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49098" name="Google Shape;1606;p18"/>
                <p:cNvSpPr/>
                <p:nvPr/>
              </p:nvSpPr>
              <p:spPr>
                <a:xfrm>
                  <a:off x="105120" y="2648520"/>
                  <a:ext cx="126000" cy="126360"/>
                </a:xfrm>
                <a:prstGeom prst="rect"/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63360" tIns="6336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49099" name="Google Shape;1607;p18"/>
                <p:cNvSpPr/>
                <p:nvPr/>
              </p:nvSpPr>
              <p:spPr>
                <a:xfrm>
                  <a:off x="109440" y="2437560"/>
                  <a:ext cx="117360" cy="117720"/>
                </a:xfrm>
                <a:prstGeom prst="rect"/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59040" tIns="5904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49100" name="Google Shape;1608;p18"/>
                <p:cNvSpPr/>
                <p:nvPr/>
              </p:nvSpPr>
              <p:spPr>
                <a:xfrm>
                  <a:off x="109440" y="2226960"/>
                  <a:ext cx="117360" cy="117720"/>
                </a:xfrm>
                <a:prstGeom prst="rect"/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59040" tIns="5904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49101" name="Google Shape;1609;p18"/>
                <p:cNvSpPr/>
                <p:nvPr/>
              </p:nvSpPr>
              <p:spPr>
                <a:xfrm>
                  <a:off x="111600" y="2016360"/>
                  <a:ext cx="113040" cy="113040"/>
                </a:xfrm>
                <a:prstGeom prst="rect"/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56520" tIns="5652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49102" name="Google Shape;1610;p18"/>
                <p:cNvSpPr/>
                <p:nvPr/>
              </p:nvSpPr>
              <p:spPr>
                <a:xfrm>
                  <a:off x="114120" y="1805400"/>
                  <a:ext cx="108720" cy="108720"/>
                </a:xfrm>
                <a:prstGeom prst="rect"/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54360" tIns="5436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49103" name="Google Shape;1611;p18"/>
                <p:cNvSpPr/>
                <p:nvPr/>
              </p:nvSpPr>
              <p:spPr>
                <a:xfrm>
                  <a:off x="118800" y="1599120"/>
                  <a:ext cx="98640" cy="98640"/>
                </a:xfrm>
                <a:prstGeom prst="rect"/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49320" tIns="4932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49104" name="Google Shape;1612;p18"/>
                <p:cNvSpPr/>
                <p:nvPr/>
              </p:nvSpPr>
              <p:spPr>
                <a:xfrm>
                  <a:off x="123840" y="1393200"/>
                  <a:ext cx="88920" cy="88920"/>
                </a:xfrm>
                <a:prstGeom prst="rect"/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44640" tIns="4464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49105" name="Google Shape;1613;p18"/>
                <p:cNvSpPr/>
                <p:nvPr/>
              </p:nvSpPr>
              <p:spPr>
                <a:xfrm>
                  <a:off x="123840" y="1186920"/>
                  <a:ext cx="88920" cy="88920"/>
                </a:xfrm>
                <a:prstGeom prst="rect"/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44640" tIns="4464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49106" name="Google Shape;1614;p18"/>
                <p:cNvSpPr/>
                <p:nvPr/>
              </p:nvSpPr>
              <p:spPr>
                <a:xfrm>
                  <a:off x="128520" y="969480"/>
                  <a:ext cx="79200" cy="79200"/>
                </a:xfrm>
                <a:prstGeom prst="rect"/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39600" tIns="3960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</p:grpSp>
          <p:grpSp>
            <p:nvGrpSpPr>
              <p:cNvPr id="127" name="Google Shape;1615;p18"/>
              <p:cNvGrpSpPr/>
              <p:nvPr/>
            </p:nvGrpSpPr>
            <p:grpSpPr>
              <a:xfrm>
                <a:off x="96840" y="969480"/>
                <a:ext cx="142920" cy="2454120"/>
                <a:chOff x="96840" y="969480"/>
                <a:chExt cx="142920" cy="2454120"/>
              </a:xfrm>
            </p:grpSpPr>
            <p:sp>
              <p:nvSpPr>
                <p:cNvPr id="1049107" name="Google Shape;1616;p18"/>
                <p:cNvSpPr/>
                <p:nvPr/>
              </p:nvSpPr>
              <p:spPr>
                <a:xfrm>
                  <a:off x="96840" y="3280680"/>
                  <a:ext cx="142920" cy="142920"/>
                </a:xfrm>
                <a:prstGeom prst="rect"/>
                <a:noFill/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71640" tIns="7164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49108" name="Google Shape;1617;p18"/>
                <p:cNvSpPr/>
                <p:nvPr/>
              </p:nvSpPr>
              <p:spPr>
                <a:xfrm>
                  <a:off x="105120" y="3069720"/>
                  <a:ext cx="126000" cy="126360"/>
                </a:xfrm>
                <a:prstGeom prst="rect"/>
                <a:solidFill>
                  <a:srgbClr val="009F8C">
                    <a:alpha val="5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63360" tIns="6336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49109" name="Google Shape;1618;p18"/>
                <p:cNvSpPr/>
                <p:nvPr/>
              </p:nvSpPr>
              <p:spPr>
                <a:xfrm>
                  <a:off x="105120" y="2859120"/>
                  <a:ext cx="126000" cy="126360"/>
                </a:xfrm>
                <a:prstGeom prst="rect"/>
                <a:solidFill>
                  <a:srgbClr val="009F8C">
                    <a:alpha val="10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63360" tIns="6336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49110" name="Google Shape;1619;p18"/>
                <p:cNvSpPr/>
                <p:nvPr/>
              </p:nvSpPr>
              <p:spPr>
                <a:xfrm>
                  <a:off x="105120" y="2648520"/>
                  <a:ext cx="126000" cy="126360"/>
                </a:xfrm>
                <a:prstGeom prst="rect"/>
                <a:solidFill>
                  <a:srgbClr val="009F8C">
                    <a:alpha val="20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63360" tIns="6336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49111" name="Google Shape;1620;p18"/>
                <p:cNvSpPr/>
                <p:nvPr/>
              </p:nvSpPr>
              <p:spPr>
                <a:xfrm>
                  <a:off x="109440" y="2437560"/>
                  <a:ext cx="117360" cy="117720"/>
                </a:xfrm>
                <a:prstGeom prst="rect"/>
                <a:solidFill>
                  <a:srgbClr val="009F8C">
                    <a:alpha val="30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59040" tIns="5904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49112" name="Google Shape;1621;p18"/>
                <p:cNvSpPr/>
                <p:nvPr/>
              </p:nvSpPr>
              <p:spPr>
                <a:xfrm>
                  <a:off x="109440" y="2226960"/>
                  <a:ext cx="117360" cy="117720"/>
                </a:xfrm>
                <a:prstGeom prst="rect"/>
                <a:solidFill>
                  <a:srgbClr val="009F8C">
                    <a:alpha val="40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59040" tIns="5904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49113" name="Google Shape;1622;p18"/>
                <p:cNvSpPr/>
                <p:nvPr/>
              </p:nvSpPr>
              <p:spPr>
                <a:xfrm>
                  <a:off x="111600" y="2016360"/>
                  <a:ext cx="113040" cy="113040"/>
                </a:xfrm>
                <a:prstGeom prst="rect"/>
                <a:solidFill>
                  <a:srgbClr val="009F8C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56520" tIns="5652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49114" name="Google Shape;1623;p18"/>
                <p:cNvSpPr/>
                <p:nvPr/>
              </p:nvSpPr>
              <p:spPr>
                <a:xfrm>
                  <a:off x="114120" y="1805400"/>
                  <a:ext cx="108720" cy="108720"/>
                </a:xfrm>
                <a:prstGeom prst="rect"/>
                <a:solidFill>
                  <a:srgbClr val="009F8C">
                    <a:alpha val="55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54360" tIns="5436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49115" name="Google Shape;1624;p18"/>
                <p:cNvSpPr/>
                <p:nvPr/>
              </p:nvSpPr>
              <p:spPr>
                <a:xfrm>
                  <a:off x="118800" y="1599120"/>
                  <a:ext cx="98640" cy="98640"/>
                </a:xfrm>
                <a:prstGeom prst="rect"/>
                <a:solidFill>
                  <a:srgbClr val="009F8C">
                    <a:alpha val="60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49320" tIns="4932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49116" name="Google Shape;1625;p18"/>
                <p:cNvSpPr/>
                <p:nvPr/>
              </p:nvSpPr>
              <p:spPr>
                <a:xfrm>
                  <a:off x="123840" y="1393200"/>
                  <a:ext cx="88920" cy="88920"/>
                </a:xfrm>
                <a:prstGeom prst="rect"/>
                <a:solidFill>
                  <a:srgbClr val="009F8C">
                    <a:alpha val="65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44640" tIns="4464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49117" name="Google Shape;1626;p18"/>
                <p:cNvSpPr/>
                <p:nvPr/>
              </p:nvSpPr>
              <p:spPr>
                <a:xfrm>
                  <a:off x="123840" y="1186920"/>
                  <a:ext cx="88920" cy="88920"/>
                </a:xfrm>
                <a:prstGeom prst="rect"/>
                <a:solidFill>
                  <a:srgbClr val="009F8C">
                    <a:alpha val="70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44640" tIns="4464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49118" name="Google Shape;1627;p18"/>
                <p:cNvSpPr/>
                <p:nvPr/>
              </p:nvSpPr>
              <p:spPr>
                <a:xfrm>
                  <a:off x="128520" y="969480"/>
                  <a:ext cx="79200" cy="79200"/>
                </a:xfrm>
                <a:prstGeom prst="rect"/>
                <a:solidFill>
                  <a:srgbClr val="009F8C">
                    <a:alpha val="80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39600" tIns="3960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</p:grpSp>
        </p:grpSp>
        <p:grpSp>
          <p:nvGrpSpPr>
            <p:cNvPr id="128" name="Google Shape;1628;p18"/>
            <p:cNvGrpSpPr/>
            <p:nvPr/>
          </p:nvGrpSpPr>
          <p:grpSpPr>
            <a:xfrm>
              <a:off x="408240" y="-1008720"/>
              <a:ext cx="142920" cy="2453760"/>
              <a:chOff x="408240" y="-1008720"/>
              <a:chExt cx="142920" cy="2453760"/>
            </a:xfrm>
          </p:grpSpPr>
          <p:grpSp>
            <p:nvGrpSpPr>
              <p:cNvPr id="129" name="Google Shape;1629;p18"/>
              <p:cNvGrpSpPr/>
              <p:nvPr/>
            </p:nvGrpSpPr>
            <p:grpSpPr>
              <a:xfrm>
                <a:off x="408240" y="-1008720"/>
                <a:ext cx="142920" cy="2453760"/>
                <a:chOff x="408240" y="-1008720"/>
                <a:chExt cx="142920" cy="2453760"/>
              </a:xfrm>
            </p:grpSpPr>
            <p:sp>
              <p:nvSpPr>
                <p:cNvPr id="1049119" name="Google Shape;1630;p18"/>
                <p:cNvSpPr/>
                <p:nvPr/>
              </p:nvSpPr>
              <p:spPr>
                <a:xfrm>
                  <a:off x="408240" y="1302120"/>
                  <a:ext cx="142920" cy="142920"/>
                </a:xfrm>
                <a:prstGeom prst="rect"/>
                <a:gradFill rotWithShape="0">
                  <a:gsLst>
                    <a:gs pos="0">
                      <a:srgbClr val="B6F8F0"/>
                    </a:gs>
                    <a:gs pos="100000">
                      <a:srgbClr val="7DF3E5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71640" tIns="7164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49120" name="Google Shape;1631;p18"/>
                <p:cNvSpPr/>
                <p:nvPr/>
              </p:nvSpPr>
              <p:spPr>
                <a:xfrm>
                  <a:off x="416880" y="1091520"/>
                  <a:ext cx="126000" cy="126360"/>
                </a:xfrm>
                <a:prstGeom prst="rect"/>
                <a:gradFill rotWithShape="0">
                  <a:gsLst>
                    <a:gs pos="0">
                      <a:srgbClr val="B6F8F0"/>
                    </a:gs>
                    <a:gs pos="100000">
                      <a:srgbClr val="7DF3E5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63360" tIns="6336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49121" name="Google Shape;1632;p18"/>
                <p:cNvSpPr/>
                <p:nvPr/>
              </p:nvSpPr>
              <p:spPr>
                <a:xfrm>
                  <a:off x="416880" y="880560"/>
                  <a:ext cx="126000" cy="126360"/>
                </a:xfrm>
                <a:prstGeom prst="rect"/>
                <a:gradFill rotWithShape="0">
                  <a:gsLst>
                    <a:gs pos="0">
                      <a:srgbClr val="B6F8F0"/>
                    </a:gs>
                    <a:gs pos="100000">
                      <a:srgbClr val="7DF3E5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63360" tIns="6336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49122" name="Google Shape;1633;p18"/>
                <p:cNvSpPr/>
                <p:nvPr/>
              </p:nvSpPr>
              <p:spPr>
                <a:xfrm>
                  <a:off x="416880" y="669960"/>
                  <a:ext cx="126000" cy="126360"/>
                </a:xfrm>
                <a:prstGeom prst="rect"/>
                <a:gradFill rotWithShape="0">
                  <a:gsLst>
                    <a:gs pos="0">
                      <a:srgbClr val="B6F8F0"/>
                    </a:gs>
                    <a:gs pos="100000">
                      <a:srgbClr val="7DF3E5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63360" tIns="6336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49123" name="Google Shape;1634;p18"/>
                <p:cNvSpPr/>
                <p:nvPr/>
              </p:nvSpPr>
              <p:spPr>
                <a:xfrm>
                  <a:off x="421200" y="459360"/>
                  <a:ext cx="117360" cy="117720"/>
                </a:xfrm>
                <a:prstGeom prst="rect"/>
                <a:gradFill rotWithShape="0">
                  <a:gsLst>
                    <a:gs pos="0">
                      <a:srgbClr val="B6F8F0"/>
                    </a:gs>
                    <a:gs pos="100000">
                      <a:srgbClr val="7DF3E5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59040" tIns="5904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49124" name="Google Shape;1635;p18"/>
                <p:cNvSpPr/>
                <p:nvPr/>
              </p:nvSpPr>
              <p:spPr>
                <a:xfrm>
                  <a:off x="421200" y="248400"/>
                  <a:ext cx="117360" cy="117720"/>
                </a:xfrm>
                <a:prstGeom prst="rect"/>
                <a:gradFill rotWithShape="0">
                  <a:gsLst>
                    <a:gs pos="0">
                      <a:srgbClr val="B6F8F0"/>
                    </a:gs>
                    <a:gs pos="100000">
                      <a:srgbClr val="7DF3E5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59040" tIns="5904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49125" name="Google Shape;1636;p18"/>
                <p:cNvSpPr/>
                <p:nvPr/>
              </p:nvSpPr>
              <p:spPr>
                <a:xfrm>
                  <a:off x="423360" y="37800"/>
                  <a:ext cx="113040" cy="113040"/>
                </a:xfrm>
                <a:prstGeom prst="rect"/>
                <a:gradFill rotWithShape="0">
                  <a:gsLst>
                    <a:gs pos="0">
                      <a:srgbClr val="B6F8F0"/>
                    </a:gs>
                    <a:gs pos="100000">
                      <a:srgbClr val="7DF3E5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56520" tIns="5652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49126" name="Google Shape;1637;p18"/>
                <p:cNvSpPr/>
                <p:nvPr/>
              </p:nvSpPr>
              <p:spPr>
                <a:xfrm>
                  <a:off x="425520" y="-172800"/>
                  <a:ext cx="108720" cy="108720"/>
                </a:xfrm>
                <a:prstGeom prst="rect"/>
                <a:gradFill rotWithShape="0">
                  <a:gsLst>
                    <a:gs pos="0">
                      <a:srgbClr val="B6F8F0"/>
                    </a:gs>
                    <a:gs pos="100000">
                      <a:srgbClr val="7DF3E5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54360" tIns="5436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49127" name="Google Shape;1638;p18"/>
                <p:cNvSpPr/>
                <p:nvPr/>
              </p:nvSpPr>
              <p:spPr>
                <a:xfrm>
                  <a:off x="430560" y="-379080"/>
                  <a:ext cx="98640" cy="98640"/>
                </a:xfrm>
                <a:prstGeom prst="rect"/>
                <a:gradFill rotWithShape="0">
                  <a:gsLst>
                    <a:gs pos="0">
                      <a:srgbClr val="B6F8F0"/>
                    </a:gs>
                    <a:gs pos="100000">
                      <a:srgbClr val="7DF3E5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49320" tIns="4932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49128" name="Google Shape;1639;p18"/>
                <p:cNvSpPr/>
                <p:nvPr/>
              </p:nvSpPr>
              <p:spPr>
                <a:xfrm>
                  <a:off x="435240" y="-585360"/>
                  <a:ext cx="88920" cy="88920"/>
                </a:xfrm>
                <a:prstGeom prst="rect"/>
                <a:gradFill rotWithShape="0">
                  <a:gsLst>
                    <a:gs pos="0">
                      <a:srgbClr val="B6F8F0"/>
                    </a:gs>
                    <a:gs pos="100000">
                      <a:srgbClr val="7DF3E5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44640" tIns="4464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49129" name="Google Shape;1640;p18"/>
                <p:cNvSpPr/>
                <p:nvPr/>
              </p:nvSpPr>
              <p:spPr>
                <a:xfrm>
                  <a:off x="435240" y="-791640"/>
                  <a:ext cx="88920" cy="88920"/>
                </a:xfrm>
                <a:prstGeom prst="rect"/>
                <a:gradFill rotWithShape="0">
                  <a:gsLst>
                    <a:gs pos="0">
                      <a:srgbClr val="B6F8F0"/>
                    </a:gs>
                    <a:gs pos="100000">
                      <a:srgbClr val="7DF3E5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44640" tIns="4464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49130" name="Google Shape;1641;p18"/>
                <p:cNvSpPr/>
                <p:nvPr/>
              </p:nvSpPr>
              <p:spPr>
                <a:xfrm>
                  <a:off x="440280" y="-1008720"/>
                  <a:ext cx="79200" cy="79200"/>
                </a:xfrm>
                <a:prstGeom prst="rect"/>
                <a:gradFill rotWithShape="0">
                  <a:gsLst>
                    <a:gs pos="0">
                      <a:srgbClr val="B6F8F0"/>
                    </a:gs>
                    <a:gs pos="100000">
                      <a:srgbClr val="7DF3E5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39600" tIns="3960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</p:grpSp>
          <p:grpSp>
            <p:nvGrpSpPr>
              <p:cNvPr id="130" name="Google Shape;1642;p18"/>
              <p:cNvGrpSpPr/>
              <p:nvPr/>
            </p:nvGrpSpPr>
            <p:grpSpPr>
              <a:xfrm>
                <a:off x="408240" y="-1008720"/>
                <a:ext cx="142920" cy="2453760"/>
                <a:chOff x="408240" y="-1008720"/>
                <a:chExt cx="142920" cy="2453760"/>
              </a:xfrm>
            </p:grpSpPr>
            <p:sp>
              <p:nvSpPr>
                <p:cNvPr id="1049131" name="Google Shape;1643;p18"/>
                <p:cNvSpPr/>
                <p:nvPr/>
              </p:nvSpPr>
              <p:spPr>
                <a:xfrm>
                  <a:off x="408240" y="1302120"/>
                  <a:ext cx="142920" cy="142920"/>
                </a:xfrm>
                <a:prstGeom prst="rect"/>
                <a:noFill/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71640" tIns="7164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49132" name="Google Shape;1644;p18"/>
                <p:cNvSpPr/>
                <p:nvPr/>
              </p:nvSpPr>
              <p:spPr>
                <a:xfrm>
                  <a:off x="416880" y="1091520"/>
                  <a:ext cx="126000" cy="126360"/>
                </a:xfrm>
                <a:prstGeom prst="rect"/>
                <a:solidFill>
                  <a:srgbClr val="009F8C">
                    <a:alpha val="5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63360" tIns="6336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49133" name="Google Shape;1645;p18"/>
                <p:cNvSpPr/>
                <p:nvPr/>
              </p:nvSpPr>
              <p:spPr>
                <a:xfrm>
                  <a:off x="416880" y="880560"/>
                  <a:ext cx="126000" cy="126360"/>
                </a:xfrm>
                <a:prstGeom prst="rect"/>
                <a:solidFill>
                  <a:srgbClr val="009F8C">
                    <a:alpha val="10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63360" tIns="6336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49134" name="Google Shape;1646;p18"/>
                <p:cNvSpPr/>
                <p:nvPr/>
              </p:nvSpPr>
              <p:spPr>
                <a:xfrm>
                  <a:off x="416880" y="669960"/>
                  <a:ext cx="126000" cy="126360"/>
                </a:xfrm>
                <a:prstGeom prst="rect"/>
                <a:solidFill>
                  <a:srgbClr val="009F8C">
                    <a:alpha val="20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63360" tIns="6336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49135" name="Google Shape;1647;p18"/>
                <p:cNvSpPr/>
                <p:nvPr/>
              </p:nvSpPr>
              <p:spPr>
                <a:xfrm>
                  <a:off x="421200" y="459360"/>
                  <a:ext cx="117360" cy="117720"/>
                </a:xfrm>
                <a:prstGeom prst="rect"/>
                <a:solidFill>
                  <a:srgbClr val="009F8C">
                    <a:alpha val="30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59040" tIns="5904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49136" name="Google Shape;1648;p18"/>
                <p:cNvSpPr/>
                <p:nvPr/>
              </p:nvSpPr>
              <p:spPr>
                <a:xfrm>
                  <a:off x="421200" y="248400"/>
                  <a:ext cx="117360" cy="117720"/>
                </a:xfrm>
                <a:prstGeom prst="rect"/>
                <a:solidFill>
                  <a:srgbClr val="009F8C">
                    <a:alpha val="40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59040" tIns="5904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49137" name="Google Shape;1649;p18"/>
                <p:cNvSpPr/>
                <p:nvPr/>
              </p:nvSpPr>
              <p:spPr>
                <a:xfrm>
                  <a:off x="423360" y="37800"/>
                  <a:ext cx="113040" cy="113040"/>
                </a:xfrm>
                <a:prstGeom prst="rect"/>
                <a:solidFill>
                  <a:srgbClr val="009F8C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56520" tIns="5652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49138" name="Google Shape;1650;p18"/>
                <p:cNvSpPr/>
                <p:nvPr/>
              </p:nvSpPr>
              <p:spPr>
                <a:xfrm>
                  <a:off x="425520" y="-172800"/>
                  <a:ext cx="108720" cy="108720"/>
                </a:xfrm>
                <a:prstGeom prst="rect"/>
                <a:solidFill>
                  <a:srgbClr val="009F8C">
                    <a:alpha val="55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54360" tIns="5436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49139" name="Google Shape;1651;p18"/>
                <p:cNvSpPr/>
                <p:nvPr/>
              </p:nvSpPr>
              <p:spPr>
                <a:xfrm>
                  <a:off x="430560" y="-379080"/>
                  <a:ext cx="98640" cy="98640"/>
                </a:xfrm>
                <a:prstGeom prst="rect"/>
                <a:solidFill>
                  <a:srgbClr val="009F8C">
                    <a:alpha val="60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49320" tIns="4932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49140" name="Google Shape;1652;p18"/>
                <p:cNvSpPr/>
                <p:nvPr/>
              </p:nvSpPr>
              <p:spPr>
                <a:xfrm>
                  <a:off x="435240" y="-585360"/>
                  <a:ext cx="88920" cy="88920"/>
                </a:xfrm>
                <a:prstGeom prst="rect"/>
                <a:solidFill>
                  <a:srgbClr val="009F8C">
                    <a:alpha val="65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44640" tIns="4464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49141" name="Google Shape;1653;p18"/>
                <p:cNvSpPr/>
                <p:nvPr/>
              </p:nvSpPr>
              <p:spPr>
                <a:xfrm>
                  <a:off x="435240" y="-791640"/>
                  <a:ext cx="88920" cy="88920"/>
                </a:xfrm>
                <a:prstGeom prst="rect"/>
                <a:solidFill>
                  <a:srgbClr val="009F8C">
                    <a:alpha val="70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44640" tIns="4464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49142" name="Google Shape;1654;p18"/>
                <p:cNvSpPr/>
                <p:nvPr/>
              </p:nvSpPr>
              <p:spPr>
                <a:xfrm>
                  <a:off x="440280" y="-1008720"/>
                  <a:ext cx="79200" cy="79200"/>
                </a:xfrm>
                <a:prstGeom prst="rect"/>
                <a:solidFill>
                  <a:srgbClr val="009F8C">
                    <a:alpha val="80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39600" tIns="3960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</p:grpSp>
        </p:grpSp>
        <p:grpSp>
          <p:nvGrpSpPr>
            <p:cNvPr id="131" name="Google Shape;1655;p18"/>
            <p:cNvGrpSpPr/>
            <p:nvPr/>
          </p:nvGrpSpPr>
          <p:grpSpPr>
            <a:xfrm>
              <a:off x="8503200" y="-127800"/>
              <a:ext cx="142920" cy="2453760"/>
              <a:chOff x="8503200" y="-127800"/>
              <a:chExt cx="142920" cy="2453760"/>
            </a:xfrm>
          </p:grpSpPr>
          <p:grpSp>
            <p:nvGrpSpPr>
              <p:cNvPr id="132" name="Google Shape;1656;p18"/>
              <p:cNvGrpSpPr/>
              <p:nvPr/>
            </p:nvGrpSpPr>
            <p:grpSpPr>
              <a:xfrm>
                <a:off x="8503200" y="-127800"/>
                <a:ext cx="142920" cy="2453760"/>
                <a:chOff x="8503200" y="-127800"/>
                <a:chExt cx="142920" cy="2453760"/>
              </a:xfrm>
            </p:grpSpPr>
            <p:sp>
              <p:nvSpPr>
                <p:cNvPr id="1049143" name="Google Shape;1657;p18"/>
                <p:cNvSpPr/>
                <p:nvPr/>
              </p:nvSpPr>
              <p:spPr>
                <a:xfrm>
                  <a:off x="8503200" y="2183040"/>
                  <a:ext cx="142920" cy="142920"/>
                </a:xfrm>
                <a:prstGeom prst="rect"/>
                <a:gradFill rotWithShape="0">
                  <a:gsLst>
                    <a:gs pos="0">
                      <a:srgbClr val="B6F8F0"/>
                    </a:gs>
                    <a:gs pos="100000">
                      <a:srgbClr val="7DF3E5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71640" tIns="7164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49144" name="Google Shape;1658;p18"/>
                <p:cNvSpPr/>
                <p:nvPr/>
              </p:nvSpPr>
              <p:spPr>
                <a:xfrm>
                  <a:off x="8511840" y="1972440"/>
                  <a:ext cx="126000" cy="126360"/>
                </a:xfrm>
                <a:prstGeom prst="rect"/>
                <a:gradFill rotWithShape="0">
                  <a:gsLst>
                    <a:gs pos="0">
                      <a:srgbClr val="B6F8F0"/>
                    </a:gs>
                    <a:gs pos="100000">
                      <a:srgbClr val="7DF3E5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63360" tIns="6336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49145" name="Google Shape;1659;p18"/>
                <p:cNvSpPr/>
                <p:nvPr/>
              </p:nvSpPr>
              <p:spPr>
                <a:xfrm>
                  <a:off x="8511840" y="1761840"/>
                  <a:ext cx="126000" cy="126360"/>
                </a:xfrm>
                <a:prstGeom prst="rect"/>
                <a:gradFill rotWithShape="0">
                  <a:gsLst>
                    <a:gs pos="0">
                      <a:srgbClr val="B6F8F0"/>
                    </a:gs>
                    <a:gs pos="100000">
                      <a:srgbClr val="7DF3E5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63360" tIns="6336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49146" name="Google Shape;1660;p18"/>
                <p:cNvSpPr/>
                <p:nvPr/>
              </p:nvSpPr>
              <p:spPr>
                <a:xfrm>
                  <a:off x="8511840" y="1550880"/>
                  <a:ext cx="126000" cy="126360"/>
                </a:xfrm>
                <a:prstGeom prst="rect"/>
                <a:gradFill rotWithShape="0">
                  <a:gsLst>
                    <a:gs pos="0">
                      <a:srgbClr val="B6F8F0"/>
                    </a:gs>
                    <a:gs pos="100000">
                      <a:srgbClr val="7DF3E5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63360" tIns="6336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49147" name="Google Shape;1661;p18"/>
                <p:cNvSpPr/>
                <p:nvPr/>
              </p:nvSpPr>
              <p:spPr>
                <a:xfrm>
                  <a:off x="8516160" y="1340280"/>
                  <a:ext cx="117360" cy="117720"/>
                </a:xfrm>
                <a:prstGeom prst="rect"/>
                <a:gradFill rotWithShape="0">
                  <a:gsLst>
                    <a:gs pos="0">
                      <a:srgbClr val="B6F8F0"/>
                    </a:gs>
                    <a:gs pos="100000">
                      <a:srgbClr val="7DF3E5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59040" tIns="5904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49148" name="Google Shape;1662;p18"/>
                <p:cNvSpPr/>
                <p:nvPr/>
              </p:nvSpPr>
              <p:spPr>
                <a:xfrm>
                  <a:off x="8516160" y="1129680"/>
                  <a:ext cx="117360" cy="117720"/>
                </a:xfrm>
                <a:prstGeom prst="rect"/>
                <a:gradFill rotWithShape="0">
                  <a:gsLst>
                    <a:gs pos="0">
                      <a:srgbClr val="B6F8F0"/>
                    </a:gs>
                    <a:gs pos="100000">
                      <a:srgbClr val="7DF3E5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59040" tIns="5904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49149" name="Google Shape;1663;p18"/>
                <p:cNvSpPr/>
                <p:nvPr/>
              </p:nvSpPr>
              <p:spPr>
                <a:xfrm>
                  <a:off x="8518320" y="918720"/>
                  <a:ext cx="113040" cy="113040"/>
                </a:xfrm>
                <a:prstGeom prst="rect"/>
                <a:gradFill rotWithShape="0">
                  <a:gsLst>
                    <a:gs pos="0">
                      <a:srgbClr val="B6F8F0"/>
                    </a:gs>
                    <a:gs pos="100000">
                      <a:srgbClr val="7DF3E5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56520" tIns="5652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49150" name="Google Shape;1664;p18"/>
                <p:cNvSpPr/>
                <p:nvPr/>
              </p:nvSpPr>
              <p:spPr>
                <a:xfrm>
                  <a:off x="8520480" y="708120"/>
                  <a:ext cx="108720" cy="108720"/>
                </a:xfrm>
                <a:prstGeom prst="rect"/>
                <a:gradFill rotWithShape="0">
                  <a:gsLst>
                    <a:gs pos="0">
                      <a:srgbClr val="B6F8F0"/>
                    </a:gs>
                    <a:gs pos="100000">
                      <a:srgbClr val="7DF3E5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54360" tIns="5436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49151" name="Google Shape;1665;p18"/>
                <p:cNvSpPr/>
                <p:nvPr/>
              </p:nvSpPr>
              <p:spPr>
                <a:xfrm>
                  <a:off x="8525520" y="501840"/>
                  <a:ext cx="98640" cy="98640"/>
                </a:xfrm>
                <a:prstGeom prst="rect"/>
                <a:gradFill rotWithShape="0">
                  <a:gsLst>
                    <a:gs pos="0">
                      <a:srgbClr val="B6F8F0"/>
                    </a:gs>
                    <a:gs pos="100000">
                      <a:srgbClr val="7DF3E5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49320" tIns="4932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49152" name="Google Shape;1666;p18"/>
                <p:cNvSpPr/>
                <p:nvPr/>
              </p:nvSpPr>
              <p:spPr>
                <a:xfrm>
                  <a:off x="8530200" y="295560"/>
                  <a:ext cx="88920" cy="88920"/>
                </a:xfrm>
                <a:prstGeom prst="rect"/>
                <a:gradFill rotWithShape="0">
                  <a:gsLst>
                    <a:gs pos="0">
                      <a:srgbClr val="B6F8F0"/>
                    </a:gs>
                    <a:gs pos="100000">
                      <a:srgbClr val="7DF3E5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44640" tIns="4464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49153" name="Google Shape;1667;p18"/>
                <p:cNvSpPr/>
                <p:nvPr/>
              </p:nvSpPr>
              <p:spPr>
                <a:xfrm>
                  <a:off x="8530200" y="89280"/>
                  <a:ext cx="88920" cy="88920"/>
                </a:xfrm>
                <a:prstGeom prst="rect"/>
                <a:gradFill rotWithShape="0">
                  <a:gsLst>
                    <a:gs pos="0">
                      <a:srgbClr val="B6F8F0"/>
                    </a:gs>
                    <a:gs pos="100000">
                      <a:srgbClr val="7DF3E5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44640" tIns="4464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49154" name="Google Shape;1668;p18"/>
                <p:cNvSpPr/>
                <p:nvPr/>
              </p:nvSpPr>
              <p:spPr>
                <a:xfrm>
                  <a:off x="8535240" y="-127800"/>
                  <a:ext cx="79200" cy="79200"/>
                </a:xfrm>
                <a:prstGeom prst="rect"/>
                <a:gradFill rotWithShape="0">
                  <a:gsLst>
                    <a:gs pos="0">
                      <a:srgbClr val="B6F8F0"/>
                    </a:gs>
                    <a:gs pos="100000">
                      <a:srgbClr val="7DF3E5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39600" tIns="3960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</p:grpSp>
          <p:grpSp>
            <p:nvGrpSpPr>
              <p:cNvPr id="133" name="Google Shape;1669;p18"/>
              <p:cNvGrpSpPr/>
              <p:nvPr/>
            </p:nvGrpSpPr>
            <p:grpSpPr>
              <a:xfrm>
                <a:off x="8503200" y="-127800"/>
                <a:ext cx="142920" cy="2453760"/>
                <a:chOff x="8503200" y="-127800"/>
                <a:chExt cx="142920" cy="2453760"/>
              </a:xfrm>
            </p:grpSpPr>
            <p:sp>
              <p:nvSpPr>
                <p:cNvPr id="1049155" name="Google Shape;1670;p18"/>
                <p:cNvSpPr/>
                <p:nvPr/>
              </p:nvSpPr>
              <p:spPr>
                <a:xfrm>
                  <a:off x="8503200" y="2183040"/>
                  <a:ext cx="142920" cy="142920"/>
                </a:xfrm>
                <a:prstGeom prst="rect"/>
                <a:noFill/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71640" tIns="7164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49156" name="Google Shape;1671;p18"/>
                <p:cNvSpPr/>
                <p:nvPr/>
              </p:nvSpPr>
              <p:spPr>
                <a:xfrm>
                  <a:off x="8511840" y="1972440"/>
                  <a:ext cx="126000" cy="126360"/>
                </a:xfrm>
                <a:prstGeom prst="rect"/>
                <a:solidFill>
                  <a:srgbClr val="009F8C">
                    <a:alpha val="5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63360" tIns="6336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49157" name="Google Shape;1672;p18"/>
                <p:cNvSpPr/>
                <p:nvPr/>
              </p:nvSpPr>
              <p:spPr>
                <a:xfrm>
                  <a:off x="8511840" y="1761840"/>
                  <a:ext cx="126000" cy="126360"/>
                </a:xfrm>
                <a:prstGeom prst="rect"/>
                <a:solidFill>
                  <a:srgbClr val="009F8C">
                    <a:alpha val="10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63360" tIns="6336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49158" name="Google Shape;1673;p18"/>
                <p:cNvSpPr/>
                <p:nvPr/>
              </p:nvSpPr>
              <p:spPr>
                <a:xfrm>
                  <a:off x="8511840" y="1550880"/>
                  <a:ext cx="126000" cy="126360"/>
                </a:xfrm>
                <a:prstGeom prst="rect"/>
                <a:solidFill>
                  <a:srgbClr val="009F8C">
                    <a:alpha val="20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63360" tIns="6336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49159" name="Google Shape;1674;p18"/>
                <p:cNvSpPr/>
                <p:nvPr/>
              </p:nvSpPr>
              <p:spPr>
                <a:xfrm>
                  <a:off x="8516160" y="1340280"/>
                  <a:ext cx="117360" cy="117720"/>
                </a:xfrm>
                <a:prstGeom prst="rect"/>
                <a:solidFill>
                  <a:srgbClr val="009F8C">
                    <a:alpha val="30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59040" tIns="5904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49160" name="Google Shape;1675;p18"/>
                <p:cNvSpPr/>
                <p:nvPr/>
              </p:nvSpPr>
              <p:spPr>
                <a:xfrm>
                  <a:off x="8516160" y="1129680"/>
                  <a:ext cx="117360" cy="117720"/>
                </a:xfrm>
                <a:prstGeom prst="rect"/>
                <a:solidFill>
                  <a:srgbClr val="009F8C">
                    <a:alpha val="40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59040" tIns="5904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49161" name="Google Shape;1676;p18"/>
                <p:cNvSpPr/>
                <p:nvPr/>
              </p:nvSpPr>
              <p:spPr>
                <a:xfrm>
                  <a:off x="8518320" y="918720"/>
                  <a:ext cx="113040" cy="113040"/>
                </a:xfrm>
                <a:prstGeom prst="rect"/>
                <a:solidFill>
                  <a:srgbClr val="009F8C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56520" tIns="5652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49162" name="Google Shape;1677;p18"/>
                <p:cNvSpPr/>
                <p:nvPr/>
              </p:nvSpPr>
              <p:spPr>
                <a:xfrm>
                  <a:off x="8520480" y="708120"/>
                  <a:ext cx="108720" cy="108720"/>
                </a:xfrm>
                <a:prstGeom prst="rect"/>
                <a:solidFill>
                  <a:srgbClr val="009F8C">
                    <a:alpha val="55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54360" tIns="5436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49163" name="Google Shape;1678;p18"/>
                <p:cNvSpPr/>
                <p:nvPr/>
              </p:nvSpPr>
              <p:spPr>
                <a:xfrm>
                  <a:off x="8525520" y="501840"/>
                  <a:ext cx="98640" cy="98640"/>
                </a:xfrm>
                <a:prstGeom prst="rect"/>
                <a:solidFill>
                  <a:srgbClr val="009F8C">
                    <a:alpha val="60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49320" tIns="4932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49164" name="Google Shape;1679;p18"/>
                <p:cNvSpPr/>
                <p:nvPr/>
              </p:nvSpPr>
              <p:spPr>
                <a:xfrm>
                  <a:off x="8530200" y="295560"/>
                  <a:ext cx="88920" cy="88920"/>
                </a:xfrm>
                <a:prstGeom prst="rect"/>
                <a:solidFill>
                  <a:srgbClr val="009F8C">
                    <a:alpha val="65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44640" tIns="4464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49165" name="Google Shape;1680;p18"/>
                <p:cNvSpPr/>
                <p:nvPr/>
              </p:nvSpPr>
              <p:spPr>
                <a:xfrm>
                  <a:off x="8530200" y="89280"/>
                  <a:ext cx="88920" cy="88920"/>
                </a:xfrm>
                <a:prstGeom prst="rect"/>
                <a:solidFill>
                  <a:srgbClr val="009F8C">
                    <a:alpha val="70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44640" tIns="4464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49166" name="Google Shape;1681;p18"/>
                <p:cNvSpPr/>
                <p:nvPr/>
              </p:nvSpPr>
              <p:spPr>
                <a:xfrm>
                  <a:off x="8535240" y="-127800"/>
                  <a:ext cx="79200" cy="79200"/>
                </a:xfrm>
                <a:prstGeom prst="rect"/>
                <a:solidFill>
                  <a:srgbClr val="009F8C">
                    <a:alpha val="80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39600" tIns="3960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</p:grpSp>
        </p:grpSp>
        <p:grpSp>
          <p:nvGrpSpPr>
            <p:cNvPr id="134" name="Google Shape;1682;p18"/>
            <p:cNvGrpSpPr/>
            <p:nvPr/>
          </p:nvGrpSpPr>
          <p:grpSpPr>
            <a:xfrm>
              <a:off x="8839440" y="2071440"/>
              <a:ext cx="142920" cy="2453760"/>
              <a:chOff x="8839440" y="2071440"/>
              <a:chExt cx="142920" cy="2453760"/>
            </a:xfrm>
          </p:grpSpPr>
          <p:grpSp>
            <p:nvGrpSpPr>
              <p:cNvPr id="135" name="Google Shape;1683;p18"/>
              <p:cNvGrpSpPr/>
              <p:nvPr/>
            </p:nvGrpSpPr>
            <p:grpSpPr>
              <a:xfrm>
                <a:off x="8839440" y="2071440"/>
                <a:ext cx="142920" cy="2453760"/>
                <a:chOff x="8839440" y="2071440"/>
                <a:chExt cx="142920" cy="2453760"/>
              </a:xfrm>
            </p:grpSpPr>
            <p:sp>
              <p:nvSpPr>
                <p:cNvPr id="1049167" name="Google Shape;1684;p18"/>
                <p:cNvSpPr/>
                <p:nvPr/>
              </p:nvSpPr>
              <p:spPr>
                <a:xfrm>
                  <a:off x="8839440" y="4382280"/>
                  <a:ext cx="142920" cy="142920"/>
                </a:xfrm>
                <a:prstGeom prst="rect"/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71640" tIns="7164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49168" name="Google Shape;1685;p18"/>
                <p:cNvSpPr/>
                <p:nvPr/>
              </p:nvSpPr>
              <p:spPr>
                <a:xfrm>
                  <a:off x="8847720" y="4171680"/>
                  <a:ext cx="126000" cy="126360"/>
                </a:xfrm>
                <a:prstGeom prst="rect"/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63360" tIns="6336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49169" name="Google Shape;1686;p18"/>
                <p:cNvSpPr/>
                <p:nvPr/>
              </p:nvSpPr>
              <p:spPr>
                <a:xfrm>
                  <a:off x="8847720" y="3961080"/>
                  <a:ext cx="126000" cy="126360"/>
                </a:xfrm>
                <a:prstGeom prst="rect"/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63360" tIns="6336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49170" name="Google Shape;1687;p18"/>
                <p:cNvSpPr/>
                <p:nvPr/>
              </p:nvSpPr>
              <p:spPr>
                <a:xfrm>
                  <a:off x="8847720" y="3750120"/>
                  <a:ext cx="126000" cy="126360"/>
                </a:xfrm>
                <a:prstGeom prst="rect"/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63360" tIns="6336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49171" name="Google Shape;1688;p18"/>
                <p:cNvSpPr/>
                <p:nvPr/>
              </p:nvSpPr>
              <p:spPr>
                <a:xfrm>
                  <a:off x="8852400" y="3539520"/>
                  <a:ext cx="117360" cy="117720"/>
                </a:xfrm>
                <a:prstGeom prst="rect"/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59040" tIns="5904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49172" name="Google Shape;1689;p18"/>
                <p:cNvSpPr/>
                <p:nvPr/>
              </p:nvSpPr>
              <p:spPr>
                <a:xfrm>
                  <a:off x="8852400" y="3328560"/>
                  <a:ext cx="117360" cy="117720"/>
                </a:xfrm>
                <a:prstGeom prst="rect"/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59040" tIns="5904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49173" name="Google Shape;1690;p18"/>
                <p:cNvSpPr/>
                <p:nvPr/>
              </p:nvSpPr>
              <p:spPr>
                <a:xfrm>
                  <a:off x="8854200" y="3117960"/>
                  <a:ext cx="113040" cy="113040"/>
                </a:xfrm>
                <a:prstGeom prst="rect"/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56520" tIns="5652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49174" name="Google Shape;1691;p18"/>
                <p:cNvSpPr/>
                <p:nvPr/>
              </p:nvSpPr>
              <p:spPr>
                <a:xfrm>
                  <a:off x="8856720" y="2907360"/>
                  <a:ext cx="108720" cy="108720"/>
                </a:xfrm>
                <a:prstGeom prst="rect"/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54360" tIns="5436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49175" name="Google Shape;1692;p18"/>
                <p:cNvSpPr/>
                <p:nvPr/>
              </p:nvSpPr>
              <p:spPr>
                <a:xfrm>
                  <a:off x="8861400" y="2701080"/>
                  <a:ext cx="98640" cy="98640"/>
                </a:xfrm>
                <a:prstGeom prst="rect"/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49320" tIns="4932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49176" name="Google Shape;1693;p18"/>
                <p:cNvSpPr/>
                <p:nvPr/>
              </p:nvSpPr>
              <p:spPr>
                <a:xfrm>
                  <a:off x="8866440" y="2494800"/>
                  <a:ext cx="88920" cy="88920"/>
                </a:xfrm>
                <a:prstGeom prst="rect"/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44640" tIns="4464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49177" name="Google Shape;1694;p18"/>
                <p:cNvSpPr/>
                <p:nvPr/>
              </p:nvSpPr>
              <p:spPr>
                <a:xfrm>
                  <a:off x="8866440" y="2288520"/>
                  <a:ext cx="88920" cy="88920"/>
                </a:xfrm>
                <a:prstGeom prst="rect"/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44640" tIns="4464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49178" name="Google Shape;1695;p18"/>
                <p:cNvSpPr/>
                <p:nvPr/>
              </p:nvSpPr>
              <p:spPr>
                <a:xfrm>
                  <a:off x="8871120" y="2071440"/>
                  <a:ext cx="79200" cy="79200"/>
                </a:xfrm>
                <a:prstGeom prst="rect"/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39600" tIns="3960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</p:grpSp>
          <p:grpSp>
            <p:nvGrpSpPr>
              <p:cNvPr id="136" name="Google Shape;1696;p18"/>
              <p:cNvGrpSpPr/>
              <p:nvPr/>
            </p:nvGrpSpPr>
            <p:grpSpPr>
              <a:xfrm>
                <a:off x="8839440" y="2071440"/>
                <a:ext cx="142920" cy="2453760"/>
                <a:chOff x="8839440" y="2071440"/>
                <a:chExt cx="142920" cy="2453760"/>
              </a:xfrm>
            </p:grpSpPr>
            <p:sp>
              <p:nvSpPr>
                <p:cNvPr id="1049179" name="Google Shape;1697;p18"/>
                <p:cNvSpPr/>
                <p:nvPr/>
              </p:nvSpPr>
              <p:spPr>
                <a:xfrm>
                  <a:off x="8839440" y="4382280"/>
                  <a:ext cx="142920" cy="142920"/>
                </a:xfrm>
                <a:prstGeom prst="rect"/>
                <a:noFill/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71640" tIns="7164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49180" name="Google Shape;1698;p18"/>
                <p:cNvSpPr/>
                <p:nvPr/>
              </p:nvSpPr>
              <p:spPr>
                <a:xfrm>
                  <a:off x="8847720" y="4171680"/>
                  <a:ext cx="126000" cy="126360"/>
                </a:xfrm>
                <a:prstGeom prst="rect"/>
                <a:solidFill>
                  <a:srgbClr val="009F8C">
                    <a:alpha val="5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63360" tIns="6336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49181" name="Google Shape;1699;p18"/>
                <p:cNvSpPr/>
                <p:nvPr/>
              </p:nvSpPr>
              <p:spPr>
                <a:xfrm>
                  <a:off x="8847720" y="3961080"/>
                  <a:ext cx="126000" cy="126360"/>
                </a:xfrm>
                <a:prstGeom prst="rect"/>
                <a:solidFill>
                  <a:srgbClr val="009F8C">
                    <a:alpha val="10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63360" tIns="6336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49182" name="Google Shape;1700;p18"/>
                <p:cNvSpPr/>
                <p:nvPr/>
              </p:nvSpPr>
              <p:spPr>
                <a:xfrm>
                  <a:off x="8847720" y="3750120"/>
                  <a:ext cx="126000" cy="126360"/>
                </a:xfrm>
                <a:prstGeom prst="rect"/>
                <a:solidFill>
                  <a:srgbClr val="009F8C">
                    <a:alpha val="20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63360" tIns="6336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49183" name="Google Shape;1701;p18"/>
                <p:cNvSpPr/>
                <p:nvPr/>
              </p:nvSpPr>
              <p:spPr>
                <a:xfrm>
                  <a:off x="8852400" y="3539520"/>
                  <a:ext cx="117360" cy="117720"/>
                </a:xfrm>
                <a:prstGeom prst="rect"/>
                <a:solidFill>
                  <a:srgbClr val="009F8C">
                    <a:alpha val="30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59040" tIns="5904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49184" name="Google Shape;1702;p18"/>
                <p:cNvSpPr/>
                <p:nvPr/>
              </p:nvSpPr>
              <p:spPr>
                <a:xfrm>
                  <a:off x="8852400" y="3328560"/>
                  <a:ext cx="117360" cy="117720"/>
                </a:xfrm>
                <a:prstGeom prst="rect"/>
                <a:solidFill>
                  <a:srgbClr val="009F8C">
                    <a:alpha val="40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59040" tIns="5904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49185" name="Google Shape;1703;p18"/>
                <p:cNvSpPr/>
                <p:nvPr/>
              </p:nvSpPr>
              <p:spPr>
                <a:xfrm>
                  <a:off x="8854200" y="3117960"/>
                  <a:ext cx="113040" cy="113040"/>
                </a:xfrm>
                <a:prstGeom prst="rect"/>
                <a:solidFill>
                  <a:srgbClr val="009F8C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56520" tIns="5652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49186" name="Google Shape;1704;p18"/>
                <p:cNvSpPr/>
                <p:nvPr/>
              </p:nvSpPr>
              <p:spPr>
                <a:xfrm>
                  <a:off x="8856720" y="2907360"/>
                  <a:ext cx="108720" cy="108720"/>
                </a:xfrm>
                <a:prstGeom prst="rect"/>
                <a:solidFill>
                  <a:srgbClr val="009F8C">
                    <a:alpha val="55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54360" tIns="5436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49187" name="Google Shape;1705;p18"/>
                <p:cNvSpPr/>
                <p:nvPr/>
              </p:nvSpPr>
              <p:spPr>
                <a:xfrm>
                  <a:off x="8861400" y="2701080"/>
                  <a:ext cx="98640" cy="98640"/>
                </a:xfrm>
                <a:prstGeom prst="rect"/>
                <a:solidFill>
                  <a:srgbClr val="009F8C">
                    <a:alpha val="60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49320" tIns="4932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49188" name="Google Shape;1706;p18"/>
                <p:cNvSpPr/>
                <p:nvPr/>
              </p:nvSpPr>
              <p:spPr>
                <a:xfrm>
                  <a:off x="8866440" y="2494800"/>
                  <a:ext cx="88920" cy="88920"/>
                </a:xfrm>
                <a:prstGeom prst="rect"/>
                <a:solidFill>
                  <a:srgbClr val="009F8C">
                    <a:alpha val="65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44640" tIns="4464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49189" name="Google Shape;1707;p18"/>
                <p:cNvSpPr/>
                <p:nvPr/>
              </p:nvSpPr>
              <p:spPr>
                <a:xfrm>
                  <a:off x="8866440" y="2288520"/>
                  <a:ext cx="88920" cy="88920"/>
                </a:xfrm>
                <a:prstGeom prst="rect"/>
                <a:solidFill>
                  <a:srgbClr val="009F8C">
                    <a:alpha val="70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44640" tIns="4464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49190" name="Google Shape;1708;p18"/>
                <p:cNvSpPr/>
                <p:nvPr/>
              </p:nvSpPr>
              <p:spPr>
                <a:xfrm>
                  <a:off x="8871120" y="2071440"/>
                  <a:ext cx="79200" cy="79200"/>
                </a:xfrm>
                <a:prstGeom prst="rect"/>
                <a:solidFill>
                  <a:srgbClr val="009F8C">
                    <a:alpha val="80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39600" tIns="3960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</p:grpSp>
        </p:grpSp>
      </p:grpSp>
      <p:sp>
        <p:nvSpPr>
          <p:cNvPr id="1049191" name="PlaceHolder 1"/>
          <p:cNvSpPr>
            <a:spLocks noGrp="1"/>
          </p:cNvSpPr>
          <p:nvPr>
            <p:ph type="title"/>
          </p:nvPr>
        </p:nvSpPr>
        <p:spPr>
          <a:xfrm>
            <a:off x="720000" y="1235160"/>
            <a:ext cx="3848040" cy="1769040"/>
          </a:xfrm>
          <a:prstGeom prst="rect"/>
          <a:noFill/>
          <a:ln w="0">
            <a:noFill/>
          </a:ln>
        </p:spPr>
        <p:txBody>
          <a:bodyPr anchor="b" bIns="91440" lIns="91440" rIns="91440" tIns="91440">
            <a:noAutofit/>
          </a:bodyPr>
          <a:p>
            <a:pPr indent="0">
              <a:buNone/>
            </a:pPr>
            <a:r>
              <a:rPr b="0" sz="3500" lang="fr-FR" strike="noStrike" u="none">
                <a:solidFill>
                  <a:schemeClr val="dk1"/>
                </a:solidFill>
                <a:effectLst/>
                <a:latin typeface="Arial"/>
              </a:rPr>
              <a:t>Click to edit the title text format</a:t>
            </a:r>
            <a:endParaRPr b="0" sz="3500" lang="fr-FR" strike="noStrike" u="none">
              <a:solidFill>
                <a:schemeClr val="dk1"/>
              </a:solidFill>
              <a:effectLst/>
              <a:latin typeface="Arial"/>
            </a:endParaRPr>
          </a:p>
        </p:txBody>
      </p:sp>
      <p:sp>
        <p:nvSpPr>
          <p:cNvPr id="1049192" name="PlaceHolder 2"/>
          <p:cNvSpPr>
            <a:spLocks noGrp="1"/>
          </p:cNvSpPr>
          <p:nvPr>
            <p:ph type="body"/>
          </p:nvPr>
        </p:nvSpPr>
        <p:spPr>
          <a:xfrm>
            <a:off x="4724640" y="795960"/>
            <a:ext cx="3465720" cy="3305520"/>
          </a:xfrm>
          <a:prstGeom prst="rect"/>
          <a:noFill/>
          <a:ln w="0">
            <a:noFill/>
          </a:ln>
        </p:spPr>
        <p:txBody>
          <a:bodyPr anchor="t" bIns="45000" lIns="90000" rIns="90000" tIns="45000">
            <a:normAutofit fontScale="85000" lnSpcReduction="9999"/>
          </a:bodyPr>
          <a:p>
            <a:pPr indent="-324000" marL="432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sz="1800" lang="fr-FR" strike="noStrike" u="none">
                <a:solidFill>
                  <a:srgbClr val="000000"/>
                </a:solidFill>
                <a:effectLst/>
                <a:latin typeface="Arial"/>
              </a:rPr>
              <a:t>Click to edit the outline text format</a:t>
            </a:r>
            <a:endParaRPr b="0" sz="1800" lang="fr-FR" strike="noStrike" u="none">
              <a:solidFill>
                <a:srgbClr val="000000"/>
              </a:solidFill>
              <a:effectLst/>
              <a:latin typeface="Arial"/>
            </a:endParaRPr>
          </a:p>
          <a:p>
            <a:pPr indent="-324000" lvl="1" marL="86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sz="1800" lang="fr-FR" strike="noStrike" u="none">
                <a:solidFill>
                  <a:srgbClr val="000000"/>
                </a:solidFill>
                <a:effectLst/>
                <a:latin typeface="Arial"/>
              </a:rPr>
              <a:t>Second Outline Level</a:t>
            </a:r>
            <a:endParaRPr b="0" sz="1800" lang="fr-FR" strike="noStrike" u="none">
              <a:solidFill>
                <a:srgbClr val="000000"/>
              </a:solidFill>
              <a:effectLst/>
              <a:latin typeface="Arial"/>
            </a:endParaRPr>
          </a:p>
          <a:p>
            <a:pPr indent="-288000" lvl="2" marL="1296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sz="1800" lang="fr-FR" strike="noStrike" u="none">
                <a:solidFill>
                  <a:srgbClr val="000000"/>
                </a:solidFill>
                <a:effectLst/>
                <a:latin typeface="Arial"/>
              </a:rPr>
              <a:t>Third Outline Level</a:t>
            </a:r>
            <a:endParaRPr b="0" sz="1800" lang="fr-FR" strike="noStrike" u="none">
              <a:solidFill>
                <a:srgbClr val="000000"/>
              </a:solidFill>
              <a:effectLst/>
              <a:latin typeface="Arial"/>
            </a:endParaRPr>
          </a:p>
          <a:p>
            <a:pPr indent="-216000" lvl="3" marL="1728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sz="1800" lang="fr-FR" strike="noStrike" u="none">
                <a:solidFill>
                  <a:srgbClr val="000000"/>
                </a:solidFill>
                <a:effectLst/>
                <a:latin typeface="Arial"/>
              </a:rPr>
              <a:t>Fourth Outline Level</a:t>
            </a:r>
            <a:endParaRPr b="0" sz="1800" lang="fr-FR" strike="noStrike" u="none">
              <a:solidFill>
                <a:srgbClr val="000000"/>
              </a:solidFill>
              <a:effectLst/>
              <a:latin typeface="Arial"/>
            </a:endParaRPr>
          </a:p>
          <a:p>
            <a:pPr indent="-216000" lvl="4" marL="2160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sz="1800" lang="fr-FR" strike="noStrike" u="none">
                <a:solidFill>
                  <a:srgbClr val="000000"/>
                </a:solidFill>
                <a:effectLst/>
                <a:latin typeface="Arial"/>
              </a:rPr>
              <a:t>Fifth Outline Level</a:t>
            </a:r>
            <a:endParaRPr b="0" sz="1800" lang="fr-FR" strike="noStrike" u="none">
              <a:solidFill>
                <a:srgbClr val="000000"/>
              </a:solidFill>
              <a:effectLst/>
              <a:latin typeface="Arial"/>
            </a:endParaRPr>
          </a:p>
          <a:p>
            <a:pPr indent="-216000" lvl="5" marL="2592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sz="1800" lang="fr-FR" strike="noStrike" u="none">
                <a:solidFill>
                  <a:srgbClr val="000000"/>
                </a:solidFill>
                <a:effectLst/>
                <a:latin typeface="Arial"/>
              </a:rPr>
              <a:t>Sixth Outline Level</a:t>
            </a:r>
            <a:endParaRPr b="0" sz="1800" lang="fr-FR" strike="noStrike" u="none">
              <a:solidFill>
                <a:srgbClr val="000000"/>
              </a:solidFill>
              <a:effectLst/>
              <a:latin typeface="Arial"/>
            </a:endParaRPr>
          </a:p>
          <a:p>
            <a:pPr indent="-216000" lvl="6" marL="3024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sz="1800" lang="fr-FR" strike="noStrike" u="none">
                <a:solidFill>
                  <a:srgbClr val="000000"/>
                </a:solidFill>
                <a:effectLst/>
                <a:latin typeface="Arial"/>
              </a:rPr>
              <a:t>Seventh Outline Level</a:t>
            </a:r>
            <a:endParaRPr b="0" sz="1800" lang="fr-FR" strike="noStrike" u="none">
              <a:solidFill>
                <a:srgbClr val="000000"/>
              </a:solidFill>
              <a:effectLst/>
              <a:latin typeface="Arial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blank">
  <p:cSld name="CUSTOM_4">
    <p:bg>
      <p:bgPr>
        <a:solidFill>
          <a:schemeClr val="lt1"/>
        </a:solidFill>
      </p:bgPr>
    </p:bg>
    <p:spTree>
      <p:nvGrpSpPr>
        <p:cNvPr id="20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600" name="PlaceHolder 1"/>
          <p:cNvSpPr>
            <a:spLocks noGrp="1"/>
          </p:cNvSpPr>
          <p:nvPr>
            <p:ph type="title"/>
          </p:nvPr>
        </p:nvSpPr>
        <p:spPr>
          <a:xfrm>
            <a:off x="720000" y="1637640"/>
            <a:ext cx="3597480" cy="1062720"/>
          </a:xfrm>
          <a:prstGeom prst="rect"/>
          <a:noFill/>
          <a:ln w="0">
            <a:noFill/>
          </a:ln>
        </p:spPr>
        <p:txBody>
          <a:bodyPr anchor="b" bIns="91440" lIns="91440" rIns="91440" tIns="91440">
            <a:noAutofit/>
          </a:bodyPr>
          <a:p>
            <a:pPr indent="0">
              <a:buNone/>
            </a:pPr>
            <a:r>
              <a:rPr b="0" sz="3500" lang="fr-FR" strike="noStrike" u="none">
                <a:solidFill>
                  <a:schemeClr val="dk1"/>
                </a:solidFill>
                <a:effectLst/>
                <a:latin typeface="Arial"/>
              </a:rPr>
              <a:t>Click to edit the title text format</a:t>
            </a:r>
            <a:endParaRPr b="0" sz="3500" lang="fr-FR" strike="noStrike" u="none">
              <a:solidFill>
                <a:schemeClr val="dk1"/>
              </a:solidFill>
              <a:effectLst/>
              <a:latin typeface="Arial"/>
            </a:endParaRPr>
          </a:p>
        </p:txBody>
      </p:sp>
      <p:grpSp>
        <p:nvGrpSpPr>
          <p:cNvPr id="205" name="Google Shape;1715;p19"/>
          <p:cNvGrpSpPr/>
          <p:nvPr/>
        </p:nvGrpSpPr>
        <p:grpSpPr>
          <a:xfrm>
            <a:off x="132120" y="-570240"/>
            <a:ext cx="8828640" cy="6099840"/>
            <a:chOff x="132120" y="-570240"/>
            <a:chExt cx="8828640" cy="6099840"/>
          </a:xfrm>
        </p:grpSpPr>
        <p:grpSp>
          <p:nvGrpSpPr>
            <p:cNvPr id="206" name="Google Shape;1716;p19"/>
            <p:cNvGrpSpPr/>
            <p:nvPr/>
          </p:nvGrpSpPr>
          <p:grpSpPr>
            <a:xfrm>
              <a:off x="132120" y="-570240"/>
              <a:ext cx="142920" cy="2453760"/>
              <a:chOff x="132120" y="-570240"/>
              <a:chExt cx="142920" cy="2453760"/>
            </a:xfrm>
          </p:grpSpPr>
          <p:grpSp>
            <p:nvGrpSpPr>
              <p:cNvPr id="207" name="Google Shape;1717;p19"/>
              <p:cNvGrpSpPr/>
              <p:nvPr/>
            </p:nvGrpSpPr>
            <p:grpSpPr>
              <a:xfrm>
                <a:off x="132120" y="-570240"/>
                <a:ext cx="142920" cy="2453760"/>
                <a:chOff x="132120" y="-570240"/>
                <a:chExt cx="142920" cy="2453760"/>
              </a:xfrm>
            </p:grpSpPr>
            <p:sp>
              <p:nvSpPr>
                <p:cNvPr id="1049601" name="Google Shape;1718;p19"/>
                <p:cNvSpPr/>
                <p:nvPr/>
              </p:nvSpPr>
              <p:spPr>
                <a:xfrm>
                  <a:off x="132120" y="1740600"/>
                  <a:ext cx="142920" cy="142920"/>
                </a:xfrm>
                <a:prstGeom prst="rect"/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71640" tIns="7164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49602" name="Google Shape;1719;p19"/>
                <p:cNvSpPr/>
                <p:nvPr/>
              </p:nvSpPr>
              <p:spPr>
                <a:xfrm>
                  <a:off x="140760" y="1530000"/>
                  <a:ext cx="126000" cy="126360"/>
                </a:xfrm>
                <a:prstGeom prst="rect"/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63360" tIns="6336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49603" name="Google Shape;1720;p19"/>
                <p:cNvSpPr/>
                <p:nvPr/>
              </p:nvSpPr>
              <p:spPr>
                <a:xfrm>
                  <a:off x="140760" y="1319040"/>
                  <a:ext cx="126000" cy="126360"/>
                </a:xfrm>
                <a:prstGeom prst="rect"/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63360" tIns="6336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49604" name="Google Shape;1721;p19"/>
                <p:cNvSpPr/>
                <p:nvPr/>
              </p:nvSpPr>
              <p:spPr>
                <a:xfrm>
                  <a:off x="140760" y="1108440"/>
                  <a:ext cx="126000" cy="126360"/>
                </a:xfrm>
                <a:prstGeom prst="rect"/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63360" tIns="6336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49605" name="Google Shape;1722;p19"/>
                <p:cNvSpPr/>
                <p:nvPr/>
              </p:nvSpPr>
              <p:spPr>
                <a:xfrm>
                  <a:off x="145080" y="897840"/>
                  <a:ext cx="117360" cy="117720"/>
                </a:xfrm>
                <a:prstGeom prst="rect"/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59040" tIns="5904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49606" name="Google Shape;1723;p19"/>
                <p:cNvSpPr/>
                <p:nvPr/>
              </p:nvSpPr>
              <p:spPr>
                <a:xfrm>
                  <a:off x="145080" y="686880"/>
                  <a:ext cx="117360" cy="117720"/>
                </a:xfrm>
                <a:prstGeom prst="rect"/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59040" tIns="5904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49607" name="Google Shape;1724;p19"/>
                <p:cNvSpPr/>
                <p:nvPr/>
              </p:nvSpPr>
              <p:spPr>
                <a:xfrm>
                  <a:off x="147240" y="476280"/>
                  <a:ext cx="113040" cy="113040"/>
                </a:xfrm>
                <a:prstGeom prst="rect"/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56520" tIns="5652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49608" name="Google Shape;1725;p19"/>
                <p:cNvSpPr/>
                <p:nvPr/>
              </p:nvSpPr>
              <p:spPr>
                <a:xfrm>
                  <a:off x="149400" y="265680"/>
                  <a:ext cx="108720" cy="108720"/>
                </a:xfrm>
                <a:prstGeom prst="rect"/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54360" tIns="5436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49609" name="Google Shape;1726;p19"/>
                <p:cNvSpPr/>
                <p:nvPr/>
              </p:nvSpPr>
              <p:spPr>
                <a:xfrm>
                  <a:off x="154440" y="59400"/>
                  <a:ext cx="98640" cy="98640"/>
                </a:xfrm>
                <a:prstGeom prst="rect"/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49320" tIns="4932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49610" name="Google Shape;1727;p19"/>
                <p:cNvSpPr/>
                <p:nvPr/>
              </p:nvSpPr>
              <p:spPr>
                <a:xfrm>
                  <a:off x="159120" y="-146880"/>
                  <a:ext cx="88920" cy="88920"/>
                </a:xfrm>
                <a:prstGeom prst="rect"/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44640" tIns="4464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49611" name="Google Shape;1728;p19"/>
                <p:cNvSpPr/>
                <p:nvPr/>
              </p:nvSpPr>
              <p:spPr>
                <a:xfrm>
                  <a:off x="159120" y="-353160"/>
                  <a:ext cx="88920" cy="88920"/>
                </a:xfrm>
                <a:prstGeom prst="rect"/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44640" tIns="4464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49612" name="Google Shape;1729;p19"/>
                <p:cNvSpPr/>
                <p:nvPr/>
              </p:nvSpPr>
              <p:spPr>
                <a:xfrm>
                  <a:off x="164160" y="-570240"/>
                  <a:ext cx="79200" cy="79200"/>
                </a:xfrm>
                <a:prstGeom prst="rect"/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39600" tIns="3960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</p:grpSp>
          <p:grpSp>
            <p:nvGrpSpPr>
              <p:cNvPr id="208" name="Google Shape;1730;p19"/>
              <p:cNvGrpSpPr/>
              <p:nvPr/>
            </p:nvGrpSpPr>
            <p:grpSpPr>
              <a:xfrm>
                <a:off x="132120" y="-570240"/>
                <a:ext cx="142920" cy="2453760"/>
                <a:chOff x="132120" y="-570240"/>
                <a:chExt cx="142920" cy="2453760"/>
              </a:xfrm>
            </p:grpSpPr>
            <p:sp>
              <p:nvSpPr>
                <p:cNvPr id="1049613" name="Google Shape;1731;p19"/>
                <p:cNvSpPr/>
                <p:nvPr/>
              </p:nvSpPr>
              <p:spPr>
                <a:xfrm>
                  <a:off x="132120" y="1740600"/>
                  <a:ext cx="142920" cy="142920"/>
                </a:xfrm>
                <a:prstGeom prst="rect"/>
                <a:noFill/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71640" tIns="7164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49614" name="Google Shape;1732;p19"/>
                <p:cNvSpPr/>
                <p:nvPr/>
              </p:nvSpPr>
              <p:spPr>
                <a:xfrm>
                  <a:off x="140760" y="1530000"/>
                  <a:ext cx="126000" cy="126360"/>
                </a:xfrm>
                <a:prstGeom prst="rect"/>
                <a:solidFill>
                  <a:srgbClr val="009F8C">
                    <a:alpha val="5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63360" tIns="6336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49615" name="Google Shape;1733;p19"/>
                <p:cNvSpPr/>
                <p:nvPr/>
              </p:nvSpPr>
              <p:spPr>
                <a:xfrm>
                  <a:off x="140760" y="1319040"/>
                  <a:ext cx="126000" cy="126360"/>
                </a:xfrm>
                <a:prstGeom prst="rect"/>
                <a:solidFill>
                  <a:srgbClr val="009F8C">
                    <a:alpha val="10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63360" tIns="6336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49616" name="Google Shape;1734;p19"/>
                <p:cNvSpPr/>
                <p:nvPr/>
              </p:nvSpPr>
              <p:spPr>
                <a:xfrm>
                  <a:off x="140760" y="1108440"/>
                  <a:ext cx="126000" cy="126360"/>
                </a:xfrm>
                <a:prstGeom prst="rect"/>
                <a:solidFill>
                  <a:srgbClr val="009F8C">
                    <a:alpha val="20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63360" tIns="6336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49617" name="Google Shape;1735;p19"/>
                <p:cNvSpPr/>
                <p:nvPr/>
              </p:nvSpPr>
              <p:spPr>
                <a:xfrm>
                  <a:off x="145080" y="897840"/>
                  <a:ext cx="117360" cy="117720"/>
                </a:xfrm>
                <a:prstGeom prst="rect"/>
                <a:solidFill>
                  <a:srgbClr val="009F8C">
                    <a:alpha val="30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59040" tIns="5904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49618" name="Google Shape;1736;p19"/>
                <p:cNvSpPr/>
                <p:nvPr/>
              </p:nvSpPr>
              <p:spPr>
                <a:xfrm>
                  <a:off x="145080" y="686880"/>
                  <a:ext cx="117360" cy="117720"/>
                </a:xfrm>
                <a:prstGeom prst="rect"/>
                <a:solidFill>
                  <a:srgbClr val="009F8C">
                    <a:alpha val="40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59040" tIns="5904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49619" name="Google Shape;1737;p19"/>
                <p:cNvSpPr/>
                <p:nvPr/>
              </p:nvSpPr>
              <p:spPr>
                <a:xfrm>
                  <a:off x="147240" y="476280"/>
                  <a:ext cx="113040" cy="113040"/>
                </a:xfrm>
                <a:prstGeom prst="rect"/>
                <a:solidFill>
                  <a:srgbClr val="009F8C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56520" tIns="5652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49620" name="Google Shape;1738;p19"/>
                <p:cNvSpPr/>
                <p:nvPr/>
              </p:nvSpPr>
              <p:spPr>
                <a:xfrm>
                  <a:off x="149400" y="265680"/>
                  <a:ext cx="108720" cy="108720"/>
                </a:xfrm>
                <a:prstGeom prst="rect"/>
                <a:solidFill>
                  <a:srgbClr val="009F8C">
                    <a:alpha val="55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54360" tIns="5436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49621" name="Google Shape;1739;p19"/>
                <p:cNvSpPr/>
                <p:nvPr/>
              </p:nvSpPr>
              <p:spPr>
                <a:xfrm>
                  <a:off x="154440" y="59400"/>
                  <a:ext cx="98640" cy="98640"/>
                </a:xfrm>
                <a:prstGeom prst="rect"/>
                <a:solidFill>
                  <a:srgbClr val="009F8C">
                    <a:alpha val="60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49320" tIns="4932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49622" name="Google Shape;1740;p19"/>
                <p:cNvSpPr/>
                <p:nvPr/>
              </p:nvSpPr>
              <p:spPr>
                <a:xfrm>
                  <a:off x="159120" y="-146880"/>
                  <a:ext cx="88920" cy="88920"/>
                </a:xfrm>
                <a:prstGeom prst="rect"/>
                <a:solidFill>
                  <a:srgbClr val="009F8C">
                    <a:alpha val="65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44640" tIns="4464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49623" name="Google Shape;1741;p19"/>
                <p:cNvSpPr/>
                <p:nvPr/>
              </p:nvSpPr>
              <p:spPr>
                <a:xfrm>
                  <a:off x="159120" y="-353160"/>
                  <a:ext cx="88920" cy="88920"/>
                </a:xfrm>
                <a:prstGeom prst="rect"/>
                <a:solidFill>
                  <a:srgbClr val="009F8C">
                    <a:alpha val="70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44640" tIns="4464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49624" name="Google Shape;1742;p19"/>
                <p:cNvSpPr/>
                <p:nvPr/>
              </p:nvSpPr>
              <p:spPr>
                <a:xfrm>
                  <a:off x="164160" y="-570240"/>
                  <a:ext cx="79200" cy="79200"/>
                </a:xfrm>
                <a:prstGeom prst="rect"/>
                <a:solidFill>
                  <a:srgbClr val="009F8C">
                    <a:alpha val="80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39600" tIns="3960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</p:grpSp>
        </p:grpSp>
        <p:grpSp>
          <p:nvGrpSpPr>
            <p:cNvPr id="209" name="Google Shape;1743;p19"/>
            <p:cNvGrpSpPr/>
            <p:nvPr/>
          </p:nvGrpSpPr>
          <p:grpSpPr>
            <a:xfrm>
              <a:off x="426240" y="3075840"/>
              <a:ext cx="142920" cy="2453760"/>
              <a:chOff x="426240" y="3075840"/>
              <a:chExt cx="142920" cy="2453760"/>
            </a:xfrm>
          </p:grpSpPr>
          <p:grpSp>
            <p:nvGrpSpPr>
              <p:cNvPr id="210" name="Google Shape;1744;p19"/>
              <p:cNvGrpSpPr/>
              <p:nvPr/>
            </p:nvGrpSpPr>
            <p:grpSpPr>
              <a:xfrm>
                <a:off x="426240" y="3075840"/>
                <a:ext cx="142920" cy="2453760"/>
                <a:chOff x="426240" y="3075840"/>
                <a:chExt cx="142920" cy="2453760"/>
              </a:xfrm>
            </p:grpSpPr>
            <p:sp>
              <p:nvSpPr>
                <p:cNvPr id="1049625" name="Google Shape;1745;p19"/>
                <p:cNvSpPr/>
                <p:nvPr/>
              </p:nvSpPr>
              <p:spPr>
                <a:xfrm>
                  <a:off x="426240" y="5386680"/>
                  <a:ext cx="142920" cy="142920"/>
                </a:xfrm>
                <a:prstGeom prst="rect"/>
                <a:gradFill rotWithShape="0">
                  <a:gsLst>
                    <a:gs pos="0">
                      <a:srgbClr val="B6F8F0"/>
                    </a:gs>
                    <a:gs pos="100000">
                      <a:srgbClr val="7DF3E5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71640" tIns="7164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49626" name="Google Shape;1746;p19"/>
                <p:cNvSpPr/>
                <p:nvPr/>
              </p:nvSpPr>
              <p:spPr>
                <a:xfrm>
                  <a:off x="434520" y="5176080"/>
                  <a:ext cx="126000" cy="126360"/>
                </a:xfrm>
                <a:prstGeom prst="rect"/>
                <a:gradFill rotWithShape="0">
                  <a:gsLst>
                    <a:gs pos="0">
                      <a:srgbClr val="B6F8F0"/>
                    </a:gs>
                    <a:gs pos="100000">
                      <a:srgbClr val="7DF3E5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63360" tIns="6336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49627" name="Google Shape;1747;p19"/>
                <p:cNvSpPr/>
                <p:nvPr/>
              </p:nvSpPr>
              <p:spPr>
                <a:xfrm>
                  <a:off x="434520" y="4965480"/>
                  <a:ext cx="126000" cy="126360"/>
                </a:xfrm>
                <a:prstGeom prst="rect"/>
                <a:gradFill rotWithShape="0">
                  <a:gsLst>
                    <a:gs pos="0">
                      <a:srgbClr val="B6F8F0"/>
                    </a:gs>
                    <a:gs pos="100000">
                      <a:srgbClr val="7DF3E5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63360" tIns="6336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49628" name="Google Shape;1748;p19"/>
                <p:cNvSpPr/>
                <p:nvPr/>
              </p:nvSpPr>
              <p:spPr>
                <a:xfrm>
                  <a:off x="434520" y="4754520"/>
                  <a:ext cx="126000" cy="126360"/>
                </a:xfrm>
                <a:prstGeom prst="rect"/>
                <a:gradFill rotWithShape="0">
                  <a:gsLst>
                    <a:gs pos="0">
                      <a:srgbClr val="B6F8F0"/>
                    </a:gs>
                    <a:gs pos="100000">
                      <a:srgbClr val="7DF3E5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63360" tIns="6336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49629" name="Google Shape;1749;p19"/>
                <p:cNvSpPr/>
                <p:nvPr/>
              </p:nvSpPr>
              <p:spPr>
                <a:xfrm>
                  <a:off x="438840" y="4543920"/>
                  <a:ext cx="117360" cy="117720"/>
                </a:xfrm>
                <a:prstGeom prst="rect"/>
                <a:gradFill rotWithShape="0">
                  <a:gsLst>
                    <a:gs pos="0">
                      <a:srgbClr val="B6F8F0"/>
                    </a:gs>
                    <a:gs pos="100000">
                      <a:srgbClr val="7DF3E5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59040" tIns="5904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49630" name="Google Shape;1750;p19"/>
                <p:cNvSpPr/>
                <p:nvPr/>
              </p:nvSpPr>
              <p:spPr>
                <a:xfrm>
                  <a:off x="438840" y="4333320"/>
                  <a:ext cx="117360" cy="117720"/>
                </a:xfrm>
                <a:prstGeom prst="rect"/>
                <a:gradFill rotWithShape="0">
                  <a:gsLst>
                    <a:gs pos="0">
                      <a:srgbClr val="B6F8F0"/>
                    </a:gs>
                    <a:gs pos="100000">
                      <a:srgbClr val="7DF3E5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59040" tIns="5904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49631" name="Google Shape;1751;p19"/>
                <p:cNvSpPr/>
                <p:nvPr/>
              </p:nvSpPr>
              <p:spPr>
                <a:xfrm>
                  <a:off x="441000" y="4122360"/>
                  <a:ext cx="113040" cy="113040"/>
                </a:xfrm>
                <a:prstGeom prst="rect"/>
                <a:gradFill rotWithShape="0">
                  <a:gsLst>
                    <a:gs pos="0">
                      <a:srgbClr val="B6F8F0"/>
                    </a:gs>
                    <a:gs pos="100000">
                      <a:srgbClr val="7DF3E5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56520" tIns="5652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49632" name="Google Shape;1752;p19"/>
                <p:cNvSpPr/>
                <p:nvPr/>
              </p:nvSpPr>
              <p:spPr>
                <a:xfrm>
                  <a:off x="443160" y="3911760"/>
                  <a:ext cx="108720" cy="108720"/>
                </a:xfrm>
                <a:prstGeom prst="rect"/>
                <a:gradFill rotWithShape="0">
                  <a:gsLst>
                    <a:gs pos="0">
                      <a:srgbClr val="B6F8F0"/>
                    </a:gs>
                    <a:gs pos="100000">
                      <a:srgbClr val="7DF3E5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54360" tIns="5436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49633" name="Google Shape;1753;p19"/>
                <p:cNvSpPr/>
                <p:nvPr/>
              </p:nvSpPr>
              <p:spPr>
                <a:xfrm>
                  <a:off x="448200" y="3705480"/>
                  <a:ext cx="98640" cy="98640"/>
                </a:xfrm>
                <a:prstGeom prst="rect"/>
                <a:gradFill rotWithShape="0">
                  <a:gsLst>
                    <a:gs pos="0">
                      <a:srgbClr val="B6F8F0"/>
                    </a:gs>
                    <a:gs pos="100000">
                      <a:srgbClr val="7DF3E5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49320" tIns="4932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49634" name="Google Shape;1754;p19"/>
                <p:cNvSpPr/>
                <p:nvPr/>
              </p:nvSpPr>
              <p:spPr>
                <a:xfrm>
                  <a:off x="453240" y="3499200"/>
                  <a:ext cx="88920" cy="88920"/>
                </a:xfrm>
                <a:prstGeom prst="rect"/>
                <a:gradFill rotWithShape="0">
                  <a:gsLst>
                    <a:gs pos="0">
                      <a:srgbClr val="B6F8F0"/>
                    </a:gs>
                    <a:gs pos="100000">
                      <a:srgbClr val="7DF3E5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44640" tIns="4464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49635" name="Google Shape;1755;p19"/>
                <p:cNvSpPr/>
                <p:nvPr/>
              </p:nvSpPr>
              <p:spPr>
                <a:xfrm>
                  <a:off x="453240" y="3292920"/>
                  <a:ext cx="88920" cy="88920"/>
                </a:xfrm>
                <a:prstGeom prst="rect"/>
                <a:gradFill rotWithShape="0">
                  <a:gsLst>
                    <a:gs pos="0">
                      <a:srgbClr val="B6F8F0"/>
                    </a:gs>
                    <a:gs pos="100000">
                      <a:srgbClr val="7DF3E5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44640" tIns="4464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49636" name="Google Shape;1756;p19"/>
                <p:cNvSpPr/>
                <p:nvPr/>
              </p:nvSpPr>
              <p:spPr>
                <a:xfrm>
                  <a:off x="457920" y="3075840"/>
                  <a:ext cx="79200" cy="79200"/>
                </a:xfrm>
                <a:prstGeom prst="rect"/>
                <a:gradFill rotWithShape="0">
                  <a:gsLst>
                    <a:gs pos="0">
                      <a:srgbClr val="B6F8F0"/>
                    </a:gs>
                    <a:gs pos="100000">
                      <a:srgbClr val="7DF3E5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39600" tIns="3960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</p:grpSp>
          <p:grpSp>
            <p:nvGrpSpPr>
              <p:cNvPr id="211" name="Google Shape;1757;p19"/>
              <p:cNvGrpSpPr/>
              <p:nvPr/>
            </p:nvGrpSpPr>
            <p:grpSpPr>
              <a:xfrm>
                <a:off x="426240" y="3075840"/>
                <a:ext cx="142920" cy="2453760"/>
                <a:chOff x="426240" y="3075840"/>
                <a:chExt cx="142920" cy="2453760"/>
              </a:xfrm>
            </p:grpSpPr>
            <p:sp>
              <p:nvSpPr>
                <p:cNvPr id="1049637" name="Google Shape;1758;p19"/>
                <p:cNvSpPr/>
                <p:nvPr/>
              </p:nvSpPr>
              <p:spPr>
                <a:xfrm>
                  <a:off x="426240" y="5386680"/>
                  <a:ext cx="142920" cy="142920"/>
                </a:xfrm>
                <a:prstGeom prst="rect"/>
                <a:noFill/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71640" tIns="7164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49638" name="Google Shape;1759;p19"/>
                <p:cNvSpPr/>
                <p:nvPr/>
              </p:nvSpPr>
              <p:spPr>
                <a:xfrm>
                  <a:off x="434520" y="5176080"/>
                  <a:ext cx="126000" cy="126360"/>
                </a:xfrm>
                <a:prstGeom prst="rect"/>
                <a:solidFill>
                  <a:srgbClr val="009F8C">
                    <a:alpha val="5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63360" tIns="6336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49639" name="Google Shape;1760;p19"/>
                <p:cNvSpPr/>
                <p:nvPr/>
              </p:nvSpPr>
              <p:spPr>
                <a:xfrm>
                  <a:off x="434520" y="4965480"/>
                  <a:ext cx="126000" cy="126360"/>
                </a:xfrm>
                <a:prstGeom prst="rect"/>
                <a:solidFill>
                  <a:srgbClr val="009F8C">
                    <a:alpha val="10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63360" tIns="6336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49640" name="Google Shape;1761;p19"/>
                <p:cNvSpPr/>
                <p:nvPr/>
              </p:nvSpPr>
              <p:spPr>
                <a:xfrm>
                  <a:off x="434520" y="4754520"/>
                  <a:ext cx="126000" cy="126360"/>
                </a:xfrm>
                <a:prstGeom prst="rect"/>
                <a:solidFill>
                  <a:srgbClr val="009F8C">
                    <a:alpha val="20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63360" tIns="6336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49641" name="Google Shape;1762;p19"/>
                <p:cNvSpPr/>
                <p:nvPr/>
              </p:nvSpPr>
              <p:spPr>
                <a:xfrm>
                  <a:off x="438840" y="4543920"/>
                  <a:ext cx="117360" cy="117720"/>
                </a:xfrm>
                <a:prstGeom prst="rect"/>
                <a:solidFill>
                  <a:srgbClr val="009F8C">
                    <a:alpha val="30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59040" tIns="5904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49642" name="Google Shape;1763;p19"/>
                <p:cNvSpPr/>
                <p:nvPr/>
              </p:nvSpPr>
              <p:spPr>
                <a:xfrm>
                  <a:off x="438840" y="4333320"/>
                  <a:ext cx="117360" cy="117720"/>
                </a:xfrm>
                <a:prstGeom prst="rect"/>
                <a:solidFill>
                  <a:srgbClr val="009F8C">
                    <a:alpha val="40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59040" tIns="5904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49643" name="Google Shape;1764;p19"/>
                <p:cNvSpPr/>
                <p:nvPr/>
              </p:nvSpPr>
              <p:spPr>
                <a:xfrm>
                  <a:off x="441000" y="4122360"/>
                  <a:ext cx="113040" cy="113040"/>
                </a:xfrm>
                <a:prstGeom prst="rect"/>
                <a:solidFill>
                  <a:srgbClr val="009F8C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56520" tIns="5652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49644" name="Google Shape;1765;p19"/>
                <p:cNvSpPr/>
                <p:nvPr/>
              </p:nvSpPr>
              <p:spPr>
                <a:xfrm>
                  <a:off x="443160" y="3911760"/>
                  <a:ext cx="108720" cy="108720"/>
                </a:xfrm>
                <a:prstGeom prst="rect"/>
                <a:solidFill>
                  <a:srgbClr val="009F8C">
                    <a:alpha val="55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54360" tIns="5436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49645" name="Google Shape;1766;p19"/>
                <p:cNvSpPr/>
                <p:nvPr/>
              </p:nvSpPr>
              <p:spPr>
                <a:xfrm>
                  <a:off x="448200" y="3705480"/>
                  <a:ext cx="98640" cy="98640"/>
                </a:xfrm>
                <a:prstGeom prst="rect"/>
                <a:solidFill>
                  <a:srgbClr val="009F8C">
                    <a:alpha val="60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49320" tIns="4932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49646" name="Google Shape;1767;p19"/>
                <p:cNvSpPr/>
                <p:nvPr/>
              </p:nvSpPr>
              <p:spPr>
                <a:xfrm>
                  <a:off x="453240" y="3499200"/>
                  <a:ext cx="88920" cy="88920"/>
                </a:xfrm>
                <a:prstGeom prst="rect"/>
                <a:solidFill>
                  <a:srgbClr val="009F8C">
                    <a:alpha val="65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44640" tIns="4464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49647" name="Google Shape;1768;p19"/>
                <p:cNvSpPr/>
                <p:nvPr/>
              </p:nvSpPr>
              <p:spPr>
                <a:xfrm>
                  <a:off x="453240" y="3292920"/>
                  <a:ext cx="88920" cy="88920"/>
                </a:xfrm>
                <a:prstGeom prst="rect"/>
                <a:solidFill>
                  <a:srgbClr val="009F8C">
                    <a:alpha val="70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44640" tIns="4464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49648" name="Google Shape;1769;p19"/>
                <p:cNvSpPr/>
                <p:nvPr/>
              </p:nvSpPr>
              <p:spPr>
                <a:xfrm>
                  <a:off x="457920" y="3075840"/>
                  <a:ext cx="79200" cy="79200"/>
                </a:xfrm>
                <a:prstGeom prst="rect"/>
                <a:solidFill>
                  <a:srgbClr val="009F8C">
                    <a:alpha val="80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39600" tIns="3960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</p:grpSp>
        </p:grpSp>
        <p:grpSp>
          <p:nvGrpSpPr>
            <p:cNvPr id="212" name="Google Shape;1770;p19"/>
            <p:cNvGrpSpPr/>
            <p:nvPr/>
          </p:nvGrpSpPr>
          <p:grpSpPr>
            <a:xfrm>
              <a:off x="8368560" y="-117000"/>
              <a:ext cx="142920" cy="2453760"/>
              <a:chOff x="8368560" y="-117000"/>
              <a:chExt cx="142920" cy="2453760"/>
            </a:xfrm>
          </p:grpSpPr>
          <p:grpSp>
            <p:nvGrpSpPr>
              <p:cNvPr id="213" name="Google Shape;1771;p19"/>
              <p:cNvGrpSpPr/>
              <p:nvPr/>
            </p:nvGrpSpPr>
            <p:grpSpPr>
              <a:xfrm>
                <a:off x="8368560" y="-117000"/>
                <a:ext cx="142920" cy="2453760"/>
                <a:chOff x="8368560" y="-117000"/>
                <a:chExt cx="142920" cy="2453760"/>
              </a:xfrm>
            </p:grpSpPr>
            <p:sp>
              <p:nvSpPr>
                <p:cNvPr id="1049649" name="Google Shape;1772;p19"/>
                <p:cNvSpPr/>
                <p:nvPr/>
              </p:nvSpPr>
              <p:spPr>
                <a:xfrm>
                  <a:off x="8368560" y="2193840"/>
                  <a:ext cx="142920" cy="142920"/>
                </a:xfrm>
                <a:prstGeom prst="rect"/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71640" tIns="7164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49650" name="Google Shape;1773;p19"/>
                <p:cNvSpPr/>
                <p:nvPr/>
              </p:nvSpPr>
              <p:spPr>
                <a:xfrm>
                  <a:off x="8376840" y="1983240"/>
                  <a:ext cx="126000" cy="126360"/>
                </a:xfrm>
                <a:prstGeom prst="rect"/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63360" tIns="6336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49651" name="Google Shape;1774;p19"/>
                <p:cNvSpPr/>
                <p:nvPr/>
              </p:nvSpPr>
              <p:spPr>
                <a:xfrm>
                  <a:off x="8376840" y="1772640"/>
                  <a:ext cx="126000" cy="126360"/>
                </a:xfrm>
                <a:prstGeom prst="rect"/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63360" tIns="6336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49652" name="Google Shape;1775;p19"/>
                <p:cNvSpPr/>
                <p:nvPr/>
              </p:nvSpPr>
              <p:spPr>
                <a:xfrm>
                  <a:off x="8376840" y="1561680"/>
                  <a:ext cx="126000" cy="126360"/>
                </a:xfrm>
                <a:prstGeom prst="rect"/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63360" tIns="6336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49653" name="Google Shape;1776;p19"/>
                <p:cNvSpPr/>
                <p:nvPr/>
              </p:nvSpPr>
              <p:spPr>
                <a:xfrm>
                  <a:off x="8381520" y="1351080"/>
                  <a:ext cx="117360" cy="117720"/>
                </a:xfrm>
                <a:prstGeom prst="rect"/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59040" tIns="5904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49654" name="Google Shape;1777;p19"/>
                <p:cNvSpPr/>
                <p:nvPr/>
              </p:nvSpPr>
              <p:spPr>
                <a:xfrm>
                  <a:off x="8381520" y="1140480"/>
                  <a:ext cx="117360" cy="117720"/>
                </a:xfrm>
                <a:prstGeom prst="rect"/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59040" tIns="5904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49655" name="Google Shape;1778;p19"/>
                <p:cNvSpPr/>
                <p:nvPr/>
              </p:nvSpPr>
              <p:spPr>
                <a:xfrm>
                  <a:off x="8383320" y="929520"/>
                  <a:ext cx="113040" cy="113040"/>
                </a:xfrm>
                <a:prstGeom prst="rect"/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56520" tIns="5652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49656" name="Google Shape;1779;p19"/>
                <p:cNvSpPr/>
                <p:nvPr/>
              </p:nvSpPr>
              <p:spPr>
                <a:xfrm>
                  <a:off x="8385840" y="718920"/>
                  <a:ext cx="108720" cy="108720"/>
                </a:xfrm>
                <a:prstGeom prst="rect"/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54360" tIns="5436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49657" name="Google Shape;1780;p19"/>
                <p:cNvSpPr/>
                <p:nvPr/>
              </p:nvSpPr>
              <p:spPr>
                <a:xfrm>
                  <a:off x="8390520" y="512640"/>
                  <a:ext cx="98640" cy="98640"/>
                </a:xfrm>
                <a:prstGeom prst="rect"/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49320" tIns="4932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49658" name="Google Shape;1781;p19"/>
                <p:cNvSpPr/>
                <p:nvPr/>
              </p:nvSpPr>
              <p:spPr>
                <a:xfrm>
                  <a:off x="8395560" y="306360"/>
                  <a:ext cx="88920" cy="88920"/>
                </a:xfrm>
                <a:prstGeom prst="rect"/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44640" tIns="4464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49659" name="Google Shape;1782;p19"/>
                <p:cNvSpPr/>
                <p:nvPr/>
              </p:nvSpPr>
              <p:spPr>
                <a:xfrm>
                  <a:off x="8395560" y="100080"/>
                  <a:ext cx="88920" cy="88920"/>
                </a:xfrm>
                <a:prstGeom prst="rect"/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44640" tIns="4464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49660" name="Google Shape;1783;p19"/>
                <p:cNvSpPr/>
                <p:nvPr/>
              </p:nvSpPr>
              <p:spPr>
                <a:xfrm>
                  <a:off x="8400240" y="-117000"/>
                  <a:ext cx="79200" cy="79200"/>
                </a:xfrm>
                <a:prstGeom prst="rect"/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39600" tIns="3960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</p:grpSp>
          <p:grpSp>
            <p:nvGrpSpPr>
              <p:cNvPr id="214" name="Google Shape;1784;p19"/>
              <p:cNvGrpSpPr/>
              <p:nvPr/>
            </p:nvGrpSpPr>
            <p:grpSpPr>
              <a:xfrm>
                <a:off x="8368560" y="-117000"/>
                <a:ext cx="142920" cy="2453760"/>
                <a:chOff x="8368560" y="-117000"/>
                <a:chExt cx="142920" cy="2453760"/>
              </a:xfrm>
            </p:grpSpPr>
            <p:sp>
              <p:nvSpPr>
                <p:cNvPr id="1049661" name="Google Shape;1785;p19"/>
                <p:cNvSpPr/>
                <p:nvPr/>
              </p:nvSpPr>
              <p:spPr>
                <a:xfrm>
                  <a:off x="8368560" y="2193840"/>
                  <a:ext cx="142920" cy="142920"/>
                </a:xfrm>
                <a:prstGeom prst="rect"/>
                <a:noFill/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71640" tIns="7164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49662" name="Google Shape;1786;p19"/>
                <p:cNvSpPr/>
                <p:nvPr/>
              </p:nvSpPr>
              <p:spPr>
                <a:xfrm>
                  <a:off x="8376840" y="1983240"/>
                  <a:ext cx="126000" cy="126360"/>
                </a:xfrm>
                <a:prstGeom prst="rect"/>
                <a:solidFill>
                  <a:srgbClr val="009F8C">
                    <a:alpha val="5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63360" tIns="6336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49663" name="Google Shape;1787;p19"/>
                <p:cNvSpPr/>
                <p:nvPr/>
              </p:nvSpPr>
              <p:spPr>
                <a:xfrm>
                  <a:off x="8376840" y="1772640"/>
                  <a:ext cx="126000" cy="126360"/>
                </a:xfrm>
                <a:prstGeom prst="rect"/>
                <a:solidFill>
                  <a:srgbClr val="009F8C">
                    <a:alpha val="10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63360" tIns="6336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49664" name="Google Shape;1788;p19"/>
                <p:cNvSpPr/>
                <p:nvPr/>
              </p:nvSpPr>
              <p:spPr>
                <a:xfrm>
                  <a:off x="8376840" y="1561680"/>
                  <a:ext cx="126000" cy="126360"/>
                </a:xfrm>
                <a:prstGeom prst="rect"/>
                <a:solidFill>
                  <a:srgbClr val="009F8C">
                    <a:alpha val="20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63360" tIns="6336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49665" name="Google Shape;1789;p19"/>
                <p:cNvSpPr/>
                <p:nvPr/>
              </p:nvSpPr>
              <p:spPr>
                <a:xfrm>
                  <a:off x="8381520" y="1351080"/>
                  <a:ext cx="117360" cy="117720"/>
                </a:xfrm>
                <a:prstGeom prst="rect"/>
                <a:solidFill>
                  <a:srgbClr val="009F8C">
                    <a:alpha val="30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59040" tIns="5904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49666" name="Google Shape;1790;p19"/>
                <p:cNvSpPr/>
                <p:nvPr/>
              </p:nvSpPr>
              <p:spPr>
                <a:xfrm>
                  <a:off x="8381520" y="1140480"/>
                  <a:ext cx="117360" cy="117720"/>
                </a:xfrm>
                <a:prstGeom prst="rect"/>
                <a:solidFill>
                  <a:srgbClr val="009F8C">
                    <a:alpha val="40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59040" tIns="5904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49667" name="Google Shape;1791;p19"/>
                <p:cNvSpPr/>
                <p:nvPr/>
              </p:nvSpPr>
              <p:spPr>
                <a:xfrm>
                  <a:off x="8383320" y="929520"/>
                  <a:ext cx="113040" cy="113040"/>
                </a:xfrm>
                <a:prstGeom prst="rect"/>
                <a:solidFill>
                  <a:srgbClr val="009F8C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56520" tIns="5652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49668" name="Google Shape;1792;p19"/>
                <p:cNvSpPr/>
                <p:nvPr/>
              </p:nvSpPr>
              <p:spPr>
                <a:xfrm>
                  <a:off x="8385840" y="718920"/>
                  <a:ext cx="108720" cy="108720"/>
                </a:xfrm>
                <a:prstGeom prst="rect"/>
                <a:solidFill>
                  <a:srgbClr val="009F8C">
                    <a:alpha val="55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54360" tIns="5436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49669" name="Google Shape;1793;p19"/>
                <p:cNvSpPr/>
                <p:nvPr/>
              </p:nvSpPr>
              <p:spPr>
                <a:xfrm>
                  <a:off x="8390520" y="512640"/>
                  <a:ext cx="98640" cy="98640"/>
                </a:xfrm>
                <a:prstGeom prst="rect"/>
                <a:solidFill>
                  <a:srgbClr val="009F8C">
                    <a:alpha val="60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49320" tIns="4932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49670" name="Google Shape;1794;p19"/>
                <p:cNvSpPr/>
                <p:nvPr/>
              </p:nvSpPr>
              <p:spPr>
                <a:xfrm>
                  <a:off x="8395560" y="306360"/>
                  <a:ext cx="88920" cy="88920"/>
                </a:xfrm>
                <a:prstGeom prst="rect"/>
                <a:solidFill>
                  <a:srgbClr val="009F8C">
                    <a:alpha val="65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44640" tIns="4464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49671" name="Google Shape;1795;p19"/>
                <p:cNvSpPr/>
                <p:nvPr/>
              </p:nvSpPr>
              <p:spPr>
                <a:xfrm>
                  <a:off x="8395560" y="100080"/>
                  <a:ext cx="88920" cy="88920"/>
                </a:xfrm>
                <a:prstGeom prst="rect"/>
                <a:solidFill>
                  <a:srgbClr val="009F8C">
                    <a:alpha val="70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44640" tIns="4464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49672" name="Google Shape;1796;p19"/>
                <p:cNvSpPr/>
                <p:nvPr/>
              </p:nvSpPr>
              <p:spPr>
                <a:xfrm>
                  <a:off x="8400240" y="-117000"/>
                  <a:ext cx="79200" cy="79200"/>
                </a:xfrm>
                <a:prstGeom prst="rect"/>
                <a:solidFill>
                  <a:srgbClr val="009F8C">
                    <a:alpha val="80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39600" tIns="3960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</p:grpSp>
        </p:grpSp>
        <p:grpSp>
          <p:nvGrpSpPr>
            <p:cNvPr id="215" name="Google Shape;1797;p19"/>
            <p:cNvGrpSpPr/>
            <p:nvPr/>
          </p:nvGrpSpPr>
          <p:grpSpPr>
            <a:xfrm>
              <a:off x="8817840" y="2397600"/>
              <a:ext cx="142920" cy="2453760"/>
              <a:chOff x="8817840" y="2397600"/>
              <a:chExt cx="142920" cy="2453760"/>
            </a:xfrm>
          </p:grpSpPr>
          <p:grpSp>
            <p:nvGrpSpPr>
              <p:cNvPr id="216" name="Google Shape;1798;p19"/>
              <p:cNvGrpSpPr/>
              <p:nvPr/>
            </p:nvGrpSpPr>
            <p:grpSpPr>
              <a:xfrm>
                <a:off x="8817840" y="2397600"/>
                <a:ext cx="142920" cy="2453760"/>
                <a:chOff x="8817840" y="2397600"/>
                <a:chExt cx="142920" cy="2453760"/>
              </a:xfrm>
            </p:grpSpPr>
            <p:sp>
              <p:nvSpPr>
                <p:cNvPr id="1049673" name="Google Shape;1799;p19"/>
                <p:cNvSpPr/>
                <p:nvPr/>
              </p:nvSpPr>
              <p:spPr>
                <a:xfrm>
                  <a:off x="8817840" y="4708440"/>
                  <a:ext cx="142920" cy="142920"/>
                </a:xfrm>
                <a:prstGeom prst="rect"/>
                <a:gradFill rotWithShape="0">
                  <a:gsLst>
                    <a:gs pos="0">
                      <a:srgbClr val="B6F8F0"/>
                    </a:gs>
                    <a:gs pos="100000">
                      <a:srgbClr val="7DF3E5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71640" tIns="7164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49674" name="Google Shape;1800;p19"/>
                <p:cNvSpPr/>
                <p:nvPr/>
              </p:nvSpPr>
              <p:spPr>
                <a:xfrm>
                  <a:off x="8826480" y="4497840"/>
                  <a:ext cx="126000" cy="126360"/>
                </a:xfrm>
                <a:prstGeom prst="rect"/>
                <a:gradFill rotWithShape="0">
                  <a:gsLst>
                    <a:gs pos="0">
                      <a:srgbClr val="B6F8F0"/>
                    </a:gs>
                    <a:gs pos="100000">
                      <a:srgbClr val="7DF3E5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63360" tIns="6336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49675" name="Google Shape;1801;p19"/>
                <p:cNvSpPr/>
                <p:nvPr/>
              </p:nvSpPr>
              <p:spPr>
                <a:xfrm>
                  <a:off x="8826480" y="4287240"/>
                  <a:ext cx="126000" cy="126360"/>
                </a:xfrm>
                <a:prstGeom prst="rect"/>
                <a:gradFill rotWithShape="0">
                  <a:gsLst>
                    <a:gs pos="0">
                      <a:srgbClr val="B6F8F0"/>
                    </a:gs>
                    <a:gs pos="100000">
                      <a:srgbClr val="7DF3E5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63360" tIns="6336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49676" name="Google Shape;1802;p19"/>
                <p:cNvSpPr/>
                <p:nvPr/>
              </p:nvSpPr>
              <p:spPr>
                <a:xfrm>
                  <a:off x="8826480" y="4076280"/>
                  <a:ext cx="126000" cy="126360"/>
                </a:xfrm>
                <a:prstGeom prst="rect"/>
                <a:gradFill rotWithShape="0">
                  <a:gsLst>
                    <a:gs pos="0">
                      <a:srgbClr val="B6F8F0"/>
                    </a:gs>
                    <a:gs pos="100000">
                      <a:srgbClr val="7DF3E5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63360" tIns="6336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49677" name="Google Shape;1803;p19"/>
                <p:cNvSpPr/>
                <p:nvPr/>
              </p:nvSpPr>
              <p:spPr>
                <a:xfrm>
                  <a:off x="8830800" y="3865680"/>
                  <a:ext cx="117360" cy="117720"/>
                </a:xfrm>
                <a:prstGeom prst="rect"/>
                <a:gradFill rotWithShape="0">
                  <a:gsLst>
                    <a:gs pos="0">
                      <a:srgbClr val="B6F8F0"/>
                    </a:gs>
                    <a:gs pos="100000">
                      <a:srgbClr val="7DF3E5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59040" tIns="5904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49678" name="Google Shape;1804;p19"/>
                <p:cNvSpPr/>
                <p:nvPr/>
              </p:nvSpPr>
              <p:spPr>
                <a:xfrm>
                  <a:off x="8830800" y="3655080"/>
                  <a:ext cx="117360" cy="117720"/>
                </a:xfrm>
                <a:prstGeom prst="rect"/>
                <a:gradFill rotWithShape="0">
                  <a:gsLst>
                    <a:gs pos="0">
                      <a:srgbClr val="B6F8F0"/>
                    </a:gs>
                    <a:gs pos="100000">
                      <a:srgbClr val="7DF3E5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59040" tIns="5904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49679" name="Google Shape;1805;p19"/>
                <p:cNvSpPr/>
                <p:nvPr/>
              </p:nvSpPr>
              <p:spPr>
                <a:xfrm>
                  <a:off x="8832960" y="3444120"/>
                  <a:ext cx="113040" cy="113040"/>
                </a:xfrm>
                <a:prstGeom prst="rect"/>
                <a:gradFill rotWithShape="0">
                  <a:gsLst>
                    <a:gs pos="0">
                      <a:srgbClr val="B6F8F0"/>
                    </a:gs>
                    <a:gs pos="100000">
                      <a:srgbClr val="7DF3E5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56520" tIns="5652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49680" name="Google Shape;1806;p19"/>
                <p:cNvSpPr/>
                <p:nvPr/>
              </p:nvSpPr>
              <p:spPr>
                <a:xfrm>
                  <a:off x="8835120" y="3233520"/>
                  <a:ext cx="108720" cy="108720"/>
                </a:xfrm>
                <a:prstGeom prst="rect"/>
                <a:gradFill rotWithShape="0">
                  <a:gsLst>
                    <a:gs pos="0">
                      <a:srgbClr val="B6F8F0"/>
                    </a:gs>
                    <a:gs pos="100000">
                      <a:srgbClr val="7DF3E5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54360" tIns="5436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49681" name="Google Shape;1807;p19"/>
                <p:cNvSpPr/>
                <p:nvPr/>
              </p:nvSpPr>
              <p:spPr>
                <a:xfrm>
                  <a:off x="8840160" y="3027240"/>
                  <a:ext cx="98640" cy="98640"/>
                </a:xfrm>
                <a:prstGeom prst="rect"/>
                <a:gradFill rotWithShape="0">
                  <a:gsLst>
                    <a:gs pos="0">
                      <a:srgbClr val="B6F8F0"/>
                    </a:gs>
                    <a:gs pos="100000">
                      <a:srgbClr val="7DF3E5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49320" tIns="4932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49682" name="Google Shape;1808;p19"/>
                <p:cNvSpPr/>
                <p:nvPr/>
              </p:nvSpPr>
              <p:spPr>
                <a:xfrm>
                  <a:off x="8844840" y="2820960"/>
                  <a:ext cx="88920" cy="88920"/>
                </a:xfrm>
                <a:prstGeom prst="rect"/>
                <a:gradFill rotWithShape="0">
                  <a:gsLst>
                    <a:gs pos="0">
                      <a:srgbClr val="B6F8F0"/>
                    </a:gs>
                    <a:gs pos="100000">
                      <a:srgbClr val="7DF3E5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44640" tIns="4464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49683" name="Google Shape;1809;p19"/>
                <p:cNvSpPr/>
                <p:nvPr/>
              </p:nvSpPr>
              <p:spPr>
                <a:xfrm>
                  <a:off x="8844840" y="2614680"/>
                  <a:ext cx="88920" cy="88920"/>
                </a:xfrm>
                <a:prstGeom prst="rect"/>
                <a:gradFill rotWithShape="0">
                  <a:gsLst>
                    <a:gs pos="0">
                      <a:srgbClr val="B6F8F0"/>
                    </a:gs>
                    <a:gs pos="100000">
                      <a:srgbClr val="7DF3E5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44640" tIns="4464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49684" name="Google Shape;1810;p19"/>
                <p:cNvSpPr/>
                <p:nvPr/>
              </p:nvSpPr>
              <p:spPr>
                <a:xfrm>
                  <a:off x="8849880" y="2397600"/>
                  <a:ext cx="79200" cy="79200"/>
                </a:xfrm>
                <a:prstGeom prst="rect"/>
                <a:gradFill rotWithShape="0">
                  <a:gsLst>
                    <a:gs pos="0">
                      <a:srgbClr val="B6F8F0"/>
                    </a:gs>
                    <a:gs pos="100000">
                      <a:srgbClr val="7DF3E5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39600" tIns="3960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</p:grpSp>
          <p:grpSp>
            <p:nvGrpSpPr>
              <p:cNvPr id="217" name="Google Shape;1811;p19"/>
              <p:cNvGrpSpPr/>
              <p:nvPr/>
            </p:nvGrpSpPr>
            <p:grpSpPr>
              <a:xfrm>
                <a:off x="8817840" y="2397600"/>
                <a:ext cx="142920" cy="2453760"/>
                <a:chOff x="8817840" y="2397600"/>
                <a:chExt cx="142920" cy="2453760"/>
              </a:xfrm>
            </p:grpSpPr>
            <p:sp>
              <p:nvSpPr>
                <p:cNvPr id="1049685" name="Google Shape;1812;p19"/>
                <p:cNvSpPr/>
                <p:nvPr/>
              </p:nvSpPr>
              <p:spPr>
                <a:xfrm>
                  <a:off x="8817840" y="4708440"/>
                  <a:ext cx="142920" cy="142920"/>
                </a:xfrm>
                <a:prstGeom prst="rect"/>
                <a:noFill/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71640" tIns="7164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49686" name="Google Shape;1813;p19"/>
                <p:cNvSpPr/>
                <p:nvPr/>
              </p:nvSpPr>
              <p:spPr>
                <a:xfrm>
                  <a:off x="8826480" y="4497840"/>
                  <a:ext cx="126000" cy="126360"/>
                </a:xfrm>
                <a:prstGeom prst="rect"/>
                <a:solidFill>
                  <a:srgbClr val="009F8C">
                    <a:alpha val="5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63360" tIns="6336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49687" name="Google Shape;1814;p19"/>
                <p:cNvSpPr/>
                <p:nvPr/>
              </p:nvSpPr>
              <p:spPr>
                <a:xfrm>
                  <a:off x="8826480" y="4287240"/>
                  <a:ext cx="126000" cy="126360"/>
                </a:xfrm>
                <a:prstGeom prst="rect"/>
                <a:solidFill>
                  <a:srgbClr val="009F8C">
                    <a:alpha val="10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63360" tIns="6336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49688" name="Google Shape;1815;p19"/>
                <p:cNvSpPr/>
                <p:nvPr/>
              </p:nvSpPr>
              <p:spPr>
                <a:xfrm>
                  <a:off x="8826480" y="4076280"/>
                  <a:ext cx="126000" cy="126360"/>
                </a:xfrm>
                <a:prstGeom prst="rect"/>
                <a:solidFill>
                  <a:srgbClr val="009F8C">
                    <a:alpha val="20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63360" tIns="6336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49689" name="Google Shape;1816;p19"/>
                <p:cNvSpPr/>
                <p:nvPr/>
              </p:nvSpPr>
              <p:spPr>
                <a:xfrm>
                  <a:off x="8830800" y="3865680"/>
                  <a:ext cx="117360" cy="117720"/>
                </a:xfrm>
                <a:prstGeom prst="rect"/>
                <a:solidFill>
                  <a:srgbClr val="009F8C">
                    <a:alpha val="30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59040" tIns="5904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49690" name="Google Shape;1817;p19"/>
                <p:cNvSpPr/>
                <p:nvPr/>
              </p:nvSpPr>
              <p:spPr>
                <a:xfrm>
                  <a:off x="8830800" y="3655080"/>
                  <a:ext cx="117360" cy="117720"/>
                </a:xfrm>
                <a:prstGeom prst="rect"/>
                <a:solidFill>
                  <a:srgbClr val="009F8C">
                    <a:alpha val="40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59040" tIns="5904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49691" name="Google Shape;1818;p19"/>
                <p:cNvSpPr/>
                <p:nvPr/>
              </p:nvSpPr>
              <p:spPr>
                <a:xfrm>
                  <a:off x="8832960" y="3444120"/>
                  <a:ext cx="113040" cy="113040"/>
                </a:xfrm>
                <a:prstGeom prst="rect"/>
                <a:solidFill>
                  <a:srgbClr val="009F8C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56520" tIns="5652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49692" name="Google Shape;1819;p19"/>
                <p:cNvSpPr/>
                <p:nvPr/>
              </p:nvSpPr>
              <p:spPr>
                <a:xfrm>
                  <a:off x="8835120" y="3233520"/>
                  <a:ext cx="108720" cy="108720"/>
                </a:xfrm>
                <a:prstGeom prst="rect"/>
                <a:solidFill>
                  <a:srgbClr val="009F8C">
                    <a:alpha val="55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54360" tIns="5436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49693" name="Google Shape;1820;p19"/>
                <p:cNvSpPr/>
                <p:nvPr/>
              </p:nvSpPr>
              <p:spPr>
                <a:xfrm>
                  <a:off x="8840160" y="3027240"/>
                  <a:ext cx="98640" cy="98640"/>
                </a:xfrm>
                <a:prstGeom prst="rect"/>
                <a:solidFill>
                  <a:srgbClr val="009F8C">
                    <a:alpha val="60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49320" tIns="4932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49694" name="Google Shape;1821;p19"/>
                <p:cNvSpPr/>
                <p:nvPr/>
              </p:nvSpPr>
              <p:spPr>
                <a:xfrm>
                  <a:off x="8844840" y="2820960"/>
                  <a:ext cx="88920" cy="88920"/>
                </a:xfrm>
                <a:prstGeom prst="rect"/>
                <a:solidFill>
                  <a:srgbClr val="009F8C">
                    <a:alpha val="65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44640" tIns="4464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49695" name="Google Shape;1822;p19"/>
                <p:cNvSpPr/>
                <p:nvPr/>
              </p:nvSpPr>
              <p:spPr>
                <a:xfrm>
                  <a:off x="8844840" y="2614680"/>
                  <a:ext cx="88920" cy="88920"/>
                </a:xfrm>
                <a:prstGeom prst="rect"/>
                <a:solidFill>
                  <a:srgbClr val="009F8C">
                    <a:alpha val="70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44640" tIns="4464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49696" name="Google Shape;1823;p19"/>
                <p:cNvSpPr/>
                <p:nvPr/>
              </p:nvSpPr>
              <p:spPr>
                <a:xfrm>
                  <a:off x="8849880" y="2397600"/>
                  <a:ext cx="79200" cy="79200"/>
                </a:xfrm>
                <a:prstGeom prst="rect"/>
                <a:solidFill>
                  <a:srgbClr val="009F8C">
                    <a:alpha val="80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39600" tIns="3960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</p:grpSp>
        </p:grpSp>
      </p:grp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blank">
  <p:cSld name="CUSTOM_4_1">
    <p:bg>
      <p:bgPr>
        <a:solidFill>
          <a:schemeClr val="lt1"/>
        </a:solidFill>
      </p:bgPr>
    </p:bg>
    <p:spTree>
      <p:nvGrpSpPr>
        <p:cNvPr id="46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1426" name="PlaceHolder 1"/>
          <p:cNvSpPr>
            <a:spLocks noGrp="1"/>
          </p:cNvSpPr>
          <p:nvPr>
            <p:ph type="title"/>
          </p:nvPr>
        </p:nvSpPr>
        <p:spPr>
          <a:xfrm>
            <a:off x="4613040" y="1711800"/>
            <a:ext cx="3593160" cy="672840"/>
          </a:xfrm>
          <a:prstGeom prst="rect"/>
          <a:noFill/>
          <a:ln w="0">
            <a:noFill/>
          </a:ln>
        </p:spPr>
        <p:txBody>
          <a:bodyPr anchor="b" bIns="91440" lIns="91440" rIns="91440" tIns="91440">
            <a:noAutofit/>
          </a:bodyPr>
          <a:p>
            <a:pPr indent="0">
              <a:buNone/>
            </a:pPr>
            <a:r>
              <a:rPr b="0" sz="3500" lang="fr-FR" strike="noStrike" u="none">
                <a:solidFill>
                  <a:schemeClr val="dk1"/>
                </a:solidFill>
                <a:effectLst/>
                <a:latin typeface="Arial"/>
              </a:rPr>
              <a:t>Click to edit the title text format</a:t>
            </a:r>
            <a:endParaRPr b="0" sz="3500" lang="fr-FR" strike="noStrike" u="none">
              <a:solidFill>
                <a:schemeClr val="dk1"/>
              </a:solidFill>
              <a:effectLst/>
              <a:latin typeface="Arial"/>
            </a:endParaRPr>
          </a:p>
        </p:txBody>
      </p:sp>
      <p:grpSp>
        <p:nvGrpSpPr>
          <p:cNvPr id="467" name="Google Shape;1827;p20"/>
          <p:cNvGrpSpPr/>
          <p:nvPr/>
        </p:nvGrpSpPr>
        <p:grpSpPr>
          <a:xfrm>
            <a:off x="177840" y="-363600"/>
            <a:ext cx="8708400" cy="5800680"/>
            <a:chOff x="177840" y="-363600"/>
            <a:chExt cx="8708400" cy="5800680"/>
          </a:xfrm>
        </p:grpSpPr>
        <p:grpSp>
          <p:nvGrpSpPr>
            <p:cNvPr id="468" name="Google Shape;1828;p20"/>
            <p:cNvGrpSpPr/>
            <p:nvPr/>
          </p:nvGrpSpPr>
          <p:grpSpPr>
            <a:xfrm>
              <a:off x="177840" y="-363600"/>
              <a:ext cx="8708400" cy="4967280"/>
              <a:chOff x="177840" y="-363600"/>
              <a:chExt cx="8708400" cy="4967280"/>
            </a:xfrm>
          </p:grpSpPr>
          <p:grpSp>
            <p:nvGrpSpPr>
              <p:cNvPr id="469" name="Google Shape;1829;p20"/>
              <p:cNvGrpSpPr/>
              <p:nvPr/>
            </p:nvGrpSpPr>
            <p:grpSpPr>
              <a:xfrm>
                <a:off x="8743320" y="-363600"/>
                <a:ext cx="142920" cy="2453760"/>
                <a:chOff x="8743320" y="-363600"/>
                <a:chExt cx="142920" cy="2453760"/>
              </a:xfrm>
            </p:grpSpPr>
            <p:grpSp>
              <p:nvGrpSpPr>
                <p:cNvPr id="470" name="Google Shape;1830;p20"/>
                <p:cNvGrpSpPr/>
                <p:nvPr/>
              </p:nvGrpSpPr>
              <p:grpSpPr>
                <a:xfrm>
                  <a:off x="8743320" y="-363600"/>
                  <a:ext cx="142920" cy="2453760"/>
                  <a:chOff x="8743320" y="-363600"/>
                  <a:chExt cx="142920" cy="2453760"/>
                </a:xfrm>
              </p:grpSpPr>
              <p:sp>
                <p:nvSpPr>
                  <p:cNvPr id="1051427" name="Google Shape;1831;p20"/>
                  <p:cNvSpPr/>
                  <p:nvPr/>
                </p:nvSpPr>
                <p:spPr>
                  <a:xfrm>
                    <a:off x="8743320" y="1947240"/>
                    <a:ext cx="142920" cy="142920"/>
                  </a:xfrm>
                  <a:prstGeom prst="rect"/>
                  <a:gradFill rotWithShape="0">
                    <a:gsLst>
                      <a:gs pos="0">
                        <a:srgbClr val="7DF3E5"/>
                      </a:gs>
                      <a:gs pos="100000">
                        <a:srgbClr val="02C5AE"/>
                      </a:gs>
                    </a:gsLst>
                    <a:lin ang="2700000"/>
                  </a:gradFill>
                  <a:ln w="0">
                    <a:noFill/>
                  </a:ln>
                  <a:effectLst>
                    <a:outerShdw algn="bl" blurRad="185760" rotWithShape="0">
                      <a:schemeClr val="dk1">
                        <a:alpha val="31000"/>
                      </a:schemeClr>
                    </a:outerShdw>
                  </a:effectLst>
                </p:spPr>
                <p:style>
                  <a:lnRef idx="0">
                    <a:srgbClr val="000000"/>
                  </a:lnRef>
                  <a:fillRef idx="0">
                    <a:srgbClr val="000000"/>
                  </a:fillRef>
                  <a:effectRef idx="0">
                    <a:srgbClr val="000000"/>
                  </a:effectRef>
                  <a:fontRef idx="minor">
                    <a:srgbClr val="000000"/>
                  </a:fontRef>
                </p:style>
                <p:txBody>
                  <a:bodyPr anchor="ctr" bIns="71640" tIns="71640">
                    <a:noAutofit/>
                  </a:bodyPr>
                  <a:p>
                    <a:pPr algn="ctr" defTabSz="9144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b="0" sz="1800" lang="en-US" strike="noStrike" u="none">
                      <a:solidFill>
                        <a:srgbClr val="000000"/>
                      </a:solidFill>
                      <a:effectLst/>
                      <a:latin typeface="OpenSymbol"/>
                    </a:endParaRPr>
                  </a:p>
                </p:txBody>
              </p:sp>
              <p:sp>
                <p:nvSpPr>
                  <p:cNvPr id="1051428" name="Google Shape;1832;p20"/>
                  <p:cNvSpPr/>
                  <p:nvPr/>
                </p:nvSpPr>
                <p:spPr>
                  <a:xfrm>
                    <a:off x="8751960" y="1736640"/>
                    <a:ext cx="126000" cy="126360"/>
                  </a:xfrm>
                  <a:prstGeom prst="rect"/>
                  <a:gradFill rotWithShape="0">
                    <a:gsLst>
                      <a:gs pos="0">
                        <a:srgbClr val="7DF3E5"/>
                      </a:gs>
                      <a:gs pos="100000">
                        <a:srgbClr val="02C5AE"/>
                      </a:gs>
                    </a:gsLst>
                    <a:lin ang="2700000"/>
                  </a:gradFill>
                  <a:ln w="0">
                    <a:noFill/>
                  </a:ln>
                  <a:effectLst>
                    <a:outerShdw algn="bl" blurRad="185760" rotWithShape="0">
                      <a:schemeClr val="dk1">
                        <a:alpha val="31000"/>
                      </a:schemeClr>
                    </a:outerShdw>
                  </a:effectLst>
                </p:spPr>
                <p:style>
                  <a:lnRef idx="0">
                    <a:srgbClr val="000000"/>
                  </a:lnRef>
                  <a:fillRef idx="0">
                    <a:srgbClr val="000000"/>
                  </a:fillRef>
                  <a:effectRef idx="0">
                    <a:srgbClr val="000000"/>
                  </a:effectRef>
                  <a:fontRef idx="minor">
                    <a:srgbClr val="000000"/>
                  </a:fontRef>
                </p:style>
                <p:txBody>
                  <a:bodyPr anchor="ctr" bIns="63360" tIns="63360">
                    <a:noAutofit/>
                  </a:bodyPr>
                  <a:p>
                    <a:pPr algn="ctr" defTabSz="9144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b="0" sz="1800" lang="en-US" strike="noStrike" u="none">
                      <a:solidFill>
                        <a:srgbClr val="000000"/>
                      </a:solidFill>
                      <a:effectLst/>
                      <a:latin typeface="OpenSymbol"/>
                    </a:endParaRPr>
                  </a:p>
                </p:txBody>
              </p:sp>
              <p:sp>
                <p:nvSpPr>
                  <p:cNvPr id="1051429" name="Google Shape;1833;p20"/>
                  <p:cNvSpPr/>
                  <p:nvPr/>
                </p:nvSpPr>
                <p:spPr>
                  <a:xfrm>
                    <a:off x="8751960" y="1525680"/>
                    <a:ext cx="126000" cy="126360"/>
                  </a:xfrm>
                  <a:prstGeom prst="rect"/>
                  <a:gradFill rotWithShape="0">
                    <a:gsLst>
                      <a:gs pos="0">
                        <a:srgbClr val="7DF3E5"/>
                      </a:gs>
                      <a:gs pos="100000">
                        <a:srgbClr val="02C5AE"/>
                      </a:gs>
                    </a:gsLst>
                    <a:lin ang="2700000"/>
                  </a:gradFill>
                  <a:ln w="0">
                    <a:noFill/>
                  </a:ln>
                  <a:effectLst>
                    <a:outerShdw algn="bl" blurRad="185760" rotWithShape="0">
                      <a:schemeClr val="dk1">
                        <a:alpha val="31000"/>
                      </a:schemeClr>
                    </a:outerShdw>
                  </a:effectLst>
                </p:spPr>
                <p:style>
                  <a:lnRef idx="0">
                    <a:srgbClr val="000000"/>
                  </a:lnRef>
                  <a:fillRef idx="0">
                    <a:srgbClr val="000000"/>
                  </a:fillRef>
                  <a:effectRef idx="0">
                    <a:srgbClr val="000000"/>
                  </a:effectRef>
                  <a:fontRef idx="minor">
                    <a:srgbClr val="000000"/>
                  </a:fontRef>
                </p:style>
                <p:txBody>
                  <a:bodyPr anchor="ctr" bIns="63360" tIns="63360">
                    <a:noAutofit/>
                  </a:bodyPr>
                  <a:p>
                    <a:pPr algn="ctr" defTabSz="9144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b="0" sz="1800" lang="en-US" strike="noStrike" u="none">
                      <a:solidFill>
                        <a:srgbClr val="000000"/>
                      </a:solidFill>
                      <a:effectLst/>
                      <a:latin typeface="OpenSymbol"/>
                    </a:endParaRPr>
                  </a:p>
                </p:txBody>
              </p:sp>
              <p:sp>
                <p:nvSpPr>
                  <p:cNvPr id="1051430" name="Google Shape;1834;p20"/>
                  <p:cNvSpPr/>
                  <p:nvPr/>
                </p:nvSpPr>
                <p:spPr>
                  <a:xfrm>
                    <a:off x="8751960" y="1315080"/>
                    <a:ext cx="126000" cy="126360"/>
                  </a:xfrm>
                  <a:prstGeom prst="rect"/>
                  <a:gradFill rotWithShape="0">
                    <a:gsLst>
                      <a:gs pos="0">
                        <a:srgbClr val="7DF3E5"/>
                      </a:gs>
                      <a:gs pos="100000">
                        <a:srgbClr val="02C5AE"/>
                      </a:gs>
                    </a:gsLst>
                    <a:lin ang="2700000"/>
                  </a:gradFill>
                  <a:ln w="0">
                    <a:noFill/>
                  </a:ln>
                  <a:effectLst>
                    <a:outerShdw algn="bl" blurRad="185760" rotWithShape="0">
                      <a:schemeClr val="dk1">
                        <a:alpha val="31000"/>
                      </a:schemeClr>
                    </a:outerShdw>
                  </a:effectLst>
                </p:spPr>
                <p:style>
                  <a:lnRef idx="0">
                    <a:srgbClr val="000000"/>
                  </a:lnRef>
                  <a:fillRef idx="0">
                    <a:srgbClr val="000000"/>
                  </a:fillRef>
                  <a:effectRef idx="0">
                    <a:srgbClr val="000000"/>
                  </a:effectRef>
                  <a:fontRef idx="minor">
                    <a:srgbClr val="000000"/>
                  </a:fontRef>
                </p:style>
                <p:txBody>
                  <a:bodyPr anchor="ctr" bIns="63360" tIns="63360">
                    <a:noAutofit/>
                  </a:bodyPr>
                  <a:p>
                    <a:pPr algn="ctr" defTabSz="9144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b="0" sz="1800" lang="en-US" strike="noStrike" u="none">
                      <a:solidFill>
                        <a:srgbClr val="000000"/>
                      </a:solidFill>
                      <a:effectLst/>
                      <a:latin typeface="OpenSymbol"/>
                    </a:endParaRPr>
                  </a:p>
                </p:txBody>
              </p:sp>
              <p:sp>
                <p:nvSpPr>
                  <p:cNvPr id="1051431" name="Google Shape;1835;p20"/>
                  <p:cNvSpPr/>
                  <p:nvPr/>
                </p:nvSpPr>
                <p:spPr>
                  <a:xfrm>
                    <a:off x="8756280" y="1104480"/>
                    <a:ext cx="117360" cy="117720"/>
                  </a:xfrm>
                  <a:prstGeom prst="rect"/>
                  <a:gradFill rotWithShape="0">
                    <a:gsLst>
                      <a:gs pos="0">
                        <a:srgbClr val="7DF3E5"/>
                      </a:gs>
                      <a:gs pos="100000">
                        <a:srgbClr val="02C5AE"/>
                      </a:gs>
                    </a:gsLst>
                    <a:lin ang="2700000"/>
                  </a:gradFill>
                  <a:ln w="0">
                    <a:noFill/>
                  </a:ln>
                  <a:effectLst>
                    <a:outerShdw algn="bl" blurRad="185760" rotWithShape="0">
                      <a:schemeClr val="dk1">
                        <a:alpha val="31000"/>
                      </a:schemeClr>
                    </a:outerShdw>
                  </a:effectLst>
                </p:spPr>
                <p:style>
                  <a:lnRef idx="0">
                    <a:srgbClr val="000000"/>
                  </a:lnRef>
                  <a:fillRef idx="0">
                    <a:srgbClr val="000000"/>
                  </a:fillRef>
                  <a:effectRef idx="0">
                    <a:srgbClr val="000000"/>
                  </a:effectRef>
                  <a:fontRef idx="minor">
                    <a:srgbClr val="000000"/>
                  </a:fontRef>
                </p:style>
                <p:txBody>
                  <a:bodyPr anchor="ctr" bIns="59040" tIns="59040">
                    <a:noAutofit/>
                  </a:bodyPr>
                  <a:p>
                    <a:pPr algn="ctr" defTabSz="9144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b="0" sz="1800" lang="en-US" strike="noStrike" u="none">
                      <a:solidFill>
                        <a:srgbClr val="000000"/>
                      </a:solidFill>
                      <a:effectLst/>
                      <a:latin typeface="OpenSymbol"/>
                    </a:endParaRPr>
                  </a:p>
                </p:txBody>
              </p:sp>
              <p:sp>
                <p:nvSpPr>
                  <p:cNvPr id="1051432" name="Google Shape;1836;p20"/>
                  <p:cNvSpPr/>
                  <p:nvPr/>
                </p:nvSpPr>
                <p:spPr>
                  <a:xfrm>
                    <a:off x="8756280" y="893520"/>
                    <a:ext cx="117360" cy="117720"/>
                  </a:xfrm>
                  <a:prstGeom prst="rect"/>
                  <a:gradFill rotWithShape="0">
                    <a:gsLst>
                      <a:gs pos="0">
                        <a:srgbClr val="7DF3E5"/>
                      </a:gs>
                      <a:gs pos="100000">
                        <a:srgbClr val="02C5AE"/>
                      </a:gs>
                    </a:gsLst>
                    <a:lin ang="2700000"/>
                  </a:gradFill>
                  <a:ln w="0">
                    <a:noFill/>
                  </a:ln>
                  <a:effectLst>
                    <a:outerShdw algn="bl" blurRad="185760" rotWithShape="0">
                      <a:schemeClr val="dk1">
                        <a:alpha val="31000"/>
                      </a:schemeClr>
                    </a:outerShdw>
                  </a:effectLst>
                </p:spPr>
                <p:style>
                  <a:lnRef idx="0">
                    <a:srgbClr val="000000"/>
                  </a:lnRef>
                  <a:fillRef idx="0">
                    <a:srgbClr val="000000"/>
                  </a:fillRef>
                  <a:effectRef idx="0">
                    <a:srgbClr val="000000"/>
                  </a:effectRef>
                  <a:fontRef idx="minor">
                    <a:srgbClr val="000000"/>
                  </a:fontRef>
                </p:style>
                <p:txBody>
                  <a:bodyPr anchor="ctr" bIns="59040" tIns="59040">
                    <a:noAutofit/>
                  </a:bodyPr>
                  <a:p>
                    <a:pPr algn="ctr" defTabSz="9144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b="0" sz="1800" lang="en-US" strike="noStrike" u="none">
                      <a:solidFill>
                        <a:srgbClr val="000000"/>
                      </a:solidFill>
                      <a:effectLst/>
                      <a:latin typeface="OpenSymbol"/>
                    </a:endParaRPr>
                  </a:p>
                </p:txBody>
              </p:sp>
              <p:sp>
                <p:nvSpPr>
                  <p:cNvPr id="1051433" name="Google Shape;1837;p20"/>
                  <p:cNvSpPr/>
                  <p:nvPr/>
                </p:nvSpPr>
                <p:spPr>
                  <a:xfrm>
                    <a:off x="8758440" y="682920"/>
                    <a:ext cx="113040" cy="113040"/>
                  </a:xfrm>
                  <a:prstGeom prst="rect"/>
                  <a:gradFill rotWithShape="0">
                    <a:gsLst>
                      <a:gs pos="0">
                        <a:srgbClr val="7DF3E5"/>
                      </a:gs>
                      <a:gs pos="100000">
                        <a:srgbClr val="02C5AE"/>
                      </a:gs>
                    </a:gsLst>
                    <a:lin ang="2700000"/>
                  </a:gradFill>
                  <a:ln w="0">
                    <a:noFill/>
                  </a:ln>
                  <a:effectLst>
                    <a:outerShdw algn="bl" blurRad="185760" rotWithShape="0">
                      <a:schemeClr val="dk1">
                        <a:alpha val="31000"/>
                      </a:schemeClr>
                    </a:outerShdw>
                  </a:effectLst>
                </p:spPr>
                <p:style>
                  <a:lnRef idx="0">
                    <a:srgbClr val="000000"/>
                  </a:lnRef>
                  <a:fillRef idx="0">
                    <a:srgbClr val="000000"/>
                  </a:fillRef>
                  <a:effectRef idx="0">
                    <a:srgbClr val="000000"/>
                  </a:effectRef>
                  <a:fontRef idx="minor">
                    <a:srgbClr val="000000"/>
                  </a:fontRef>
                </p:style>
                <p:txBody>
                  <a:bodyPr anchor="ctr" bIns="56520" tIns="56520">
                    <a:noAutofit/>
                  </a:bodyPr>
                  <a:p>
                    <a:pPr algn="ctr" defTabSz="9144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b="0" sz="1800" lang="en-US" strike="noStrike" u="none">
                      <a:solidFill>
                        <a:srgbClr val="000000"/>
                      </a:solidFill>
                      <a:effectLst/>
                      <a:latin typeface="OpenSymbol"/>
                    </a:endParaRPr>
                  </a:p>
                </p:txBody>
              </p:sp>
              <p:sp>
                <p:nvSpPr>
                  <p:cNvPr id="1051434" name="Google Shape;1838;p20"/>
                  <p:cNvSpPr/>
                  <p:nvPr/>
                </p:nvSpPr>
                <p:spPr>
                  <a:xfrm>
                    <a:off x="8760600" y="472320"/>
                    <a:ext cx="108720" cy="108720"/>
                  </a:xfrm>
                  <a:prstGeom prst="rect"/>
                  <a:gradFill rotWithShape="0">
                    <a:gsLst>
                      <a:gs pos="0">
                        <a:srgbClr val="7DF3E5"/>
                      </a:gs>
                      <a:gs pos="100000">
                        <a:srgbClr val="02C5AE"/>
                      </a:gs>
                    </a:gsLst>
                    <a:lin ang="2700000"/>
                  </a:gradFill>
                  <a:ln w="0">
                    <a:noFill/>
                  </a:ln>
                  <a:effectLst>
                    <a:outerShdw algn="bl" blurRad="185760" rotWithShape="0">
                      <a:schemeClr val="dk1">
                        <a:alpha val="31000"/>
                      </a:schemeClr>
                    </a:outerShdw>
                  </a:effectLst>
                </p:spPr>
                <p:style>
                  <a:lnRef idx="0">
                    <a:srgbClr val="000000"/>
                  </a:lnRef>
                  <a:fillRef idx="0">
                    <a:srgbClr val="000000"/>
                  </a:fillRef>
                  <a:effectRef idx="0">
                    <a:srgbClr val="000000"/>
                  </a:effectRef>
                  <a:fontRef idx="minor">
                    <a:srgbClr val="000000"/>
                  </a:fontRef>
                </p:style>
                <p:txBody>
                  <a:bodyPr anchor="ctr" bIns="54360" tIns="54360">
                    <a:noAutofit/>
                  </a:bodyPr>
                  <a:p>
                    <a:pPr algn="ctr" defTabSz="9144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b="0" sz="1800" lang="en-US" strike="noStrike" u="none">
                      <a:solidFill>
                        <a:srgbClr val="000000"/>
                      </a:solidFill>
                      <a:effectLst/>
                      <a:latin typeface="OpenSymbol"/>
                    </a:endParaRPr>
                  </a:p>
                </p:txBody>
              </p:sp>
              <p:sp>
                <p:nvSpPr>
                  <p:cNvPr id="1051435" name="Google Shape;1839;p20"/>
                  <p:cNvSpPr/>
                  <p:nvPr/>
                </p:nvSpPr>
                <p:spPr>
                  <a:xfrm>
                    <a:off x="8765640" y="266040"/>
                    <a:ext cx="98640" cy="98640"/>
                  </a:xfrm>
                  <a:prstGeom prst="rect"/>
                  <a:gradFill rotWithShape="0">
                    <a:gsLst>
                      <a:gs pos="0">
                        <a:srgbClr val="7DF3E5"/>
                      </a:gs>
                      <a:gs pos="100000">
                        <a:srgbClr val="02C5AE"/>
                      </a:gs>
                    </a:gsLst>
                    <a:lin ang="2700000"/>
                  </a:gradFill>
                  <a:ln w="0">
                    <a:noFill/>
                  </a:ln>
                  <a:effectLst>
                    <a:outerShdw algn="bl" blurRad="185760" rotWithShape="0">
                      <a:schemeClr val="dk1">
                        <a:alpha val="31000"/>
                      </a:schemeClr>
                    </a:outerShdw>
                  </a:effectLst>
                </p:spPr>
                <p:style>
                  <a:lnRef idx="0">
                    <a:srgbClr val="000000"/>
                  </a:lnRef>
                  <a:fillRef idx="0">
                    <a:srgbClr val="000000"/>
                  </a:fillRef>
                  <a:effectRef idx="0">
                    <a:srgbClr val="000000"/>
                  </a:effectRef>
                  <a:fontRef idx="minor">
                    <a:srgbClr val="000000"/>
                  </a:fontRef>
                </p:style>
                <p:txBody>
                  <a:bodyPr anchor="ctr" bIns="49320" tIns="49320">
                    <a:noAutofit/>
                  </a:bodyPr>
                  <a:p>
                    <a:pPr algn="ctr" defTabSz="9144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b="0" sz="1800" lang="en-US" strike="noStrike" u="none">
                      <a:solidFill>
                        <a:srgbClr val="000000"/>
                      </a:solidFill>
                      <a:effectLst/>
                      <a:latin typeface="OpenSymbol"/>
                    </a:endParaRPr>
                  </a:p>
                </p:txBody>
              </p:sp>
              <p:sp>
                <p:nvSpPr>
                  <p:cNvPr id="1051436" name="Google Shape;1840;p20"/>
                  <p:cNvSpPr/>
                  <p:nvPr/>
                </p:nvSpPr>
                <p:spPr>
                  <a:xfrm>
                    <a:off x="8770320" y="59760"/>
                    <a:ext cx="88920" cy="88920"/>
                  </a:xfrm>
                  <a:prstGeom prst="rect"/>
                  <a:gradFill rotWithShape="0">
                    <a:gsLst>
                      <a:gs pos="0">
                        <a:srgbClr val="7DF3E5"/>
                      </a:gs>
                      <a:gs pos="100000">
                        <a:srgbClr val="02C5AE"/>
                      </a:gs>
                    </a:gsLst>
                    <a:lin ang="2700000"/>
                  </a:gradFill>
                  <a:ln w="0">
                    <a:noFill/>
                  </a:ln>
                  <a:effectLst>
                    <a:outerShdw algn="bl" blurRad="185760" rotWithShape="0">
                      <a:schemeClr val="dk1">
                        <a:alpha val="31000"/>
                      </a:schemeClr>
                    </a:outerShdw>
                  </a:effectLst>
                </p:spPr>
                <p:style>
                  <a:lnRef idx="0">
                    <a:srgbClr val="000000"/>
                  </a:lnRef>
                  <a:fillRef idx="0">
                    <a:srgbClr val="000000"/>
                  </a:fillRef>
                  <a:effectRef idx="0">
                    <a:srgbClr val="000000"/>
                  </a:effectRef>
                  <a:fontRef idx="minor">
                    <a:srgbClr val="000000"/>
                  </a:fontRef>
                </p:style>
                <p:txBody>
                  <a:bodyPr anchor="ctr" bIns="44640" tIns="44640">
                    <a:noAutofit/>
                  </a:bodyPr>
                  <a:p>
                    <a:pPr algn="ctr" defTabSz="9144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b="0" sz="1800" lang="en-US" strike="noStrike" u="none">
                      <a:solidFill>
                        <a:srgbClr val="000000"/>
                      </a:solidFill>
                      <a:effectLst/>
                      <a:latin typeface="OpenSymbol"/>
                    </a:endParaRPr>
                  </a:p>
                </p:txBody>
              </p:sp>
              <p:sp>
                <p:nvSpPr>
                  <p:cNvPr id="1051437" name="Google Shape;1841;p20"/>
                  <p:cNvSpPr/>
                  <p:nvPr/>
                </p:nvSpPr>
                <p:spPr>
                  <a:xfrm>
                    <a:off x="8770320" y="-146520"/>
                    <a:ext cx="88920" cy="88920"/>
                  </a:xfrm>
                  <a:prstGeom prst="rect"/>
                  <a:gradFill rotWithShape="0">
                    <a:gsLst>
                      <a:gs pos="0">
                        <a:srgbClr val="7DF3E5"/>
                      </a:gs>
                      <a:gs pos="100000">
                        <a:srgbClr val="02C5AE"/>
                      </a:gs>
                    </a:gsLst>
                    <a:lin ang="2700000"/>
                  </a:gradFill>
                  <a:ln w="0">
                    <a:noFill/>
                  </a:ln>
                  <a:effectLst>
                    <a:outerShdw algn="bl" blurRad="185760" rotWithShape="0">
                      <a:schemeClr val="dk1">
                        <a:alpha val="31000"/>
                      </a:schemeClr>
                    </a:outerShdw>
                  </a:effectLst>
                </p:spPr>
                <p:style>
                  <a:lnRef idx="0">
                    <a:srgbClr val="000000"/>
                  </a:lnRef>
                  <a:fillRef idx="0">
                    <a:srgbClr val="000000"/>
                  </a:fillRef>
                  <a:effectRef idx="0">
                    <a:srgbClr val="000000"/>
                  </a:effectRef>
                  <a:fontRef idx="minor">
                    <a:srgbClr val="000000"/>
                  </a:fontRef>
                </p:style>
                <p:txBody>
                  <a:bodyPr anchor="ctr" bIns="44640" tIns="44640">
                    <a:noAutofit/>
                  </a:bodyPr>
                  <a:p>
                    <a:pPr algn="ctr" defTabSz="9144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b="0" sz="1800" lang="en-US" strike="noStrike" u="none">
                      <a:solidFill>
                        <a:srgbClr val="000000"/>
                      </a:solidFill>
                      <a:effectLst/>
                      <a:latin typeface="OpenSymbol"/>
                    </a:endParaRPr>
                  </a:p>
                </p:txBody>
              </p:sp>
              <p:sp>
                <p:nvSpPr>
                  <p:cNvPr id="1051438" name="Google Shape;1842;p20"/>
                  <p:cNvSpPr/>
                  <p:nvPr/>
                </p:nvSpPr>
                <p:spPr>
                  <a:xfrm>
                    <a:off x="8775360" y="-363600"/>
                    <a:ext cx="79200" cy="79200"/>
                  </a:xfrm>
                  <a:prstGeom prst="rect"/>
                  <a:gradFill rotWithShape="0">
                    <a:gsLst>
                      <a:gs pos="0">
                        <a:srgbClr val="7DF3E5"/>
                      </a:gs>
                      <a:gs pos="100000">
                        <a:srgbClr val="02C5AE"/>
                      </a:gs>
                    </a:gsLst>
                    <a:lin ang="2700000"/>
                  </a:gradFill>
                  <a:ln w="0">
                    <a:noFill/>
                  </a:ln>
                  <a:effectLst>
                    <a:outerShdw algn="bl" blurRad="185760" rotWithShape="0">
                      <a:schemeClr val="dk1">
                        <a:alpha val="31000"/>
                      </a:schemeClr>
                    </a:outerShdw>
                  </a:effectLst>
                </p:spPr>
                <p:style>
                  <a:lnRef idx="0">
                    <a:srgbClr val="000000"/>
                  </a:lnRef>
                  <a:fillRef idx="0">
                    <a:srgbClr val="000000"/>
                  </a:fillRef>
                  <a:effectRef idx="0">
                    <a:srgbClr val="000000"/>
                  </a:effectRef>
                  <a:fontRef idx="minor">
                    <a:srgbClr val="000000"/>
                  </a:fontRef>
                </p:style>
                <p:txBody>
                  <a:bodyPr anchor="ctr" bIns="39600" tIns="39600">
                    <a:noAutofit/>
                  </a:bodyPr>
                  <a:p>
                    <a:pPr algn="ctr" defTabSz="9144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b="0" sz="1800" lang="en-US" strike="noStrike" u="none">
                      <a:solidFill>
                        <a:srgbClr val="000000"/>
                      </a:solidFill>
                      <a:effectLst/>
                      <a:latin typeface="OpenSymbol"/>
                    </a:endParaRPr>
                  </a:p>
                </p:txBody>
              </p:sp>
            </p:grpSp>
            <p:grpSp>
              <p:nvGrpSpPr>
                <p:cNvPr id="471" name="Google Shape;1843;p20"/>
                <p:cNvGrpSpPr/>
                <p:nvPr/>
              </p:nvGrpSpPr>
              <p:grpSpPr>
                <a:xfrm>
                  <a:off x="8743320" y="-363600"/>
                  <a:ext cx="142920" cy="2453760"/>
                  <a:chOff x="8743320" y="-363600"/>
                  <a:chExt cx="142920" cy="2453760"/>
                </a:xfrm>
              </p:grpSpPr>
              <p:sp>
                <p:nvSpPr>
                  <p:cNvPr id="1051439" name="Google Shape;1844;p20"/>
                  <p:cNvSpPr/>
                  <p:nvPr/>
                </p:nvSpPr>
                <p:spPr>
                  <a:xfrm>
                    <a:off x="8743320" y="1947240"/>
                    <a:ext cx="142920" cy="142920"/>
                  </a:xfrm>
                  <a:prstGeom prst="rect"/>
                  <a:noFill/>
                  <a:ln w="0">
                    <a:noFill/>
                  </a:ln>
                </p:spPr>
                <p:style>
                  <a:lnRef idx="0">
                    <a:srgbClr val="000000"/>
                  </a:lnRef>
                  <a:fillRef idx="0">
                    <a:srgbClr val="000000"/>
                  </a:fillRef>
                  <a:effectRef idx="0">
                    <a:srgbClr val="000000"/>
                  </a:effectRef>
                  <a:fontRef idx="minor">
                    <a:srgbClr val="000000"/>
                  </a:fontRef>
                </p:style>
                <p:txBody>
                  <a:bodyPr anchor="ctr" bIns="71640" tIns="71640">
                    <a:noAutofit/>
                  </a:bodyPr>
                  <a:p>
                    <a:pPr algn="ctr" defTabSz="9144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b="0" sz="1800" lang="en-US" strike="noStrike" u="none">
                      <a:solidFill>
                        <a:srgbClr val="FFFFFF"/>
                      </a:solidFill>
                      <a:effectLst/>
                      <a:latin typeface="OpenSymbol"/>
                    </a:endParaRPr>
                  </a:p>
                </p:txBody>
              </p:sp>
              <p:sp>
                <p:nvSpPr>
                  <p:cNvPr id="1051440" name="Google Shape;1845;p20"/>
                  <p:cNvSpPr/>
                  <p:nvPr/>
                </p:nvSpPr>
                <p:spPr>
                  <a:xfrm>
                    <a:off x="8751960" y="1736640"/>
                    <a:ext cx="126000" cy="126360"/>
                  </a:xfrm>
                  <a:prstGeom prst="rect"/>
                  <a:solidFill>
                    <a:srgbClr val="009F8C">
                      <a:alpha val="5000"/>
                    </a:srgbClr>
                  </a:solidFill>
                  <a:ln w="0">
                    <a:noFill/>
                  </a:ln>
                </p:spPr>
                <p:style>
                  <a:lnRef idx="0">
                    <a:srgbClr val="000000"/>
                  </a:lnRef>
                  <a:fillRef idx="0">
                    <a:srgbClr val="000000"/>
                  </a:fillRef>
                  <a:effectRef idx="0">
                    <a:srgbClr val="000000"/>
                  </a:effectRef>
                  <a:fontRef idx="minor">
                    <a:srgbClr val="000000"/>
                  </a:fontRef>
                </p:style>
                <p:txBody>
                  <a:bodyPr anchor="ctr" bIns="63360" tIns="63360">
                    <a:noAutofit/>
                  </a:bodyPr>
                  <a:p>
                    <a:pPr algn="ctr" defTabSz="9144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b="0" sz="1800" lang="en-US" strike="noStrike" u="none">
                      <a:solidFill>
                        <a:srgbClr val="FFFFFF"/>
                      </a:solidFill>
                      <a:effectLst/>
                      <a:latin typeface="OpenSymbol"/>
                    </a:endParaRPr>
                  </a:p>
                </p:txBody>
              </p:sp>
              <p:sp>
                <p:nvSpPr>
                  <p:cNvPr id="1051441" name="Google Shape;1846;p20"/>
                  <p:cNvSpPr/>
                  <p:nvPr/>
                </p:nvSpPr>
                <p:spPr>
                  <a:xfrm>
                    <a:off x="8751960" y="1525680"/>
                    <a:ext cx="126000" cy="126360"/>
                  </a:xfrm>
                  <a:prstGeom prst="rect"/>
                  <a:solidFill>
                    <a:srgbClr val="009F8C">
                      <a:alpha val="10000"/>
                    </a:srgbClr>
                  </a:solidFill>
                  <a:ln w="0">
                    <a:noFill/>
                  </a:ln>
                </p:spPr>
                <p:style>
                  <a:lnRef idx="0">
                    <a:srgbClr val="000000"/>
                  </a:lnRef>
                  <a:fillRef idx="0">
                    <a:srgbClr val="000000"/>
                  </a:fillRef>
                  <a:effectRef idx="0">
                    <a:srgbClr val="000000"/>
                  </a:effectRef>
                  <a:fontRef idx="minor">
                    <a:srgbClr val="000000"/>
                  </a:fontRef>
                </p:style>
                <p:txBody>
                  <a:bodyPr anchor="ctr" bIns="63360" tIns="63360">
                    <a:noAutofit/>
                  </a:bodyPr>
                  <a:p>
                    <a:pPr algn="ctr" defTabSz="9144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b="0" sz="1800" lang="en-US" strike="noStrike" u="none">
                      <a:solidFill>
                        <a:srgbClr val="FFFFFF"/>
                      </a:solidFill>
                      <a:effectLst/>
                      <a:latin typeface="OpenSymbol"/>
                    </a:endParaRPr>
                  </a:p>
                </p:txBody>
              </p:sp>
              <p:sp>
                <p:nvSpPr>
                  <p:cNvPr id="1051442" name="Google Shape;1847;p20"/>
                  <p:cNvSpPr/>
                  <p:nvPr/>
                </p:nvSpPr>
                <p:spPr>
                  <a:xfrm>
                    <a:off x="8751960" y="1315080"/>
                    <a:ext cx="126000" cy="126360"/>
                  </a:xfrm>
                  <a:prstGeom prst="rect"/>
                  <a:solidFill>
                    <a:srgbClr val="009F8C">
                      <a:alpha val="20000"/>
                    </a:srgbClr>
                  </a:solidFill>
                  <a:ln w="0">
                    <a:noFill/>
                  </a:ln>
                </p:spPr>
                <p:style>
                  <a:lnRef idx="0">
                    <a:srgbClr val="000000"/>
                  </a:lnRef>
                  <a:fillRef idx="0">
                    <a:srgbClr val="000000"/>
                  </a:fillRef>
                  <a:effectRef idx="0">
                    <a:srgbClr val="000000"/>
                  </a:effectRef>
                  <a:fontRef idx="minor">
                    <a:srgbClr val="000000"/>
                  </a:fontRef>
                </p:style>
                <p:txBody>
                  <a:bodyPr anchor="ctr" bIns="63360" tIns="63360">
                    <a:noAutofit/>
                  </a:bodyPr>
                  <a:p>
                    <a:pPr algn="ctr" defTabSz="9144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b="0" sz="1800" lang="en-US" strike="noStrike" u="none">
                      <a:solidFill>
                        <a:srgbClr val="FFFFFF"/>
                      </a:solidFill>
                      <a:effectLst/>
                      <a:latin typeface="OpenSymbol"/>
                    </a:endParaRPr>
                  </a:p>
                </p:txBody>
              </p:sp>
              <p:sp>
                <p:nvSpPr>
                  <p:cNvPr id="1051443" name="Google Shape;1848;p20"/>
                  <p:cNvSpPr/>
                  <p:nvPr/>
                </p:nvSpPr>
                <p:spPr>
                  <a:xfrm>
                    <a:off x="8756280" y="1104480"/>
                    <a:ext cx="117360" cy="117720"/>
                  </a:xfrm>
                  <a:prstGeom prst="rect"/>
                  <a:solidFill>
                    <a:srgbClr val="009F8C">
                      <a:alpha val="30000"/>
                    </a:srgbClr>
                  </a:solidFill>
                  <a:ln w="0">
                    <a:noFill/>
                  </a:ln>
                </p:spPr>
                <p:style>
                  <a:lnRef idx="0">
                    <a:srgbClr val="000000"/>
                  </a:lnRef>
                  <a:fillRef idx="0">
                    <a:srgbClr val="000000"/>
                  </a:fillRef>
                  <a:effectRef idx="0">
                    <a:srgbClr val="000000"/>
                  </a:effectRef>
                  <a:fontRef idx="minor">
                    <a:srgbClr val="000000"/>
                  </a:fontRef>
                </p:style>
                <p:txBody>
                  <a:bodyPr anchor="ctr" bIns="59040" tIns="59040">
                    <a:noAutofit/>
                  </a:bodyPr>
                  <a:p>
                    <a:pPr algn="ctr" defTabSz="9144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b="0" sz="1800" lang="en-US" strike="noStrike" u="none">
                      <a:solidFill>
                        <a:srgbClr val="FFFFFF"/>
                      </a:solidFill>
                      <a:effectLst/>
                      <a:latin typeface="OpenSymbol"/>
                    </a:endParaRPr>
                  </a:p>
                </p:txBody>
              </p:sp>
              <p:sp>
                <p:nvSpPr>
                  <p:cNvPr id="1051444" name="Google Shape;1849;p20"/>
                  <p:cNvSpPr/>
                  <p:nvPr/>
                </p:nvSpPr>
                <p:spPr>
                  <a:xfrm>
                    <a:off x="8756280" y="893520"/>
                    <a:ext cx="117360" cy="117720"/>
                  </a:xfrm>
                  <a:prstGeom prst="rect"/>
                  <a:solidFill>
                    <a:srgbClr val="009F8C">
                      <a:alpha val="40000"/>
                    </a:srgbClr>
                  </a:solidFill>
                  <a:ln w="0">
                    <a:noFill/>
                  </a:ln>
                </p:spPr>
                <p:style>
                  <a:lnRef idx="0">
                    <a:srgbClr val="000000"/>
                  </a:lnRef>
                  <a:fillRef idx="0">
                    <a:srgbClr val="000000"/>
                  </a:fillRef>
                  <a:effectRef idx="0">
                    <a:srgbClr val="000000"/>
                  </a:effectRef>
                  <a:fontRef idx="minor">
                    <a:srgbClr val="000000"/>
                  </a:fontRef>
                </p:style>
                <p:txBody>
                  <a:bodyPr anchor="ctr" bIns="59040" tIns="59040">
                    <a:noAutofit/>
                  </a:bodyPr>
                  <a:p>
                    <a:pPr algn="ctr" defTabSz="9144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b="0" sz="1800" lang="en-US" strike="noStrike" u="none">
                      <a:solidFill>
                        <a:srgbClr val="FFFFFF"/>
                      </a:solidFill>
                      <a:effectLst/>
                      <a:latin typeface="OpenSymbol"/>
                    </a:endParaRPr>
                  </a:p>
                </p:txBody>
              </p:sp>
              <p:sp>
                <p:nvSpPr>
                  <p:cNvPr id="1051445" name="Google Shape;1850;p20"/>
                  <p:cNvSpPr/>
                  <p:nvPr/>
                </p:nvSpPr>
                <p:spPr>
                  <a:xfrm>
                    <a:off x="8758440" y="682920"/>
                    <a:ext cx="113040" cy="113040"/>
                  </a:xfrm>
                  <a:prstGeom prst="rect"/>
                  <a:solidFill>
                    <a:srgbClr val="009F8C">
                      <a:alpha val="50000"/>
                    </a:srgbClr>
                  </a:solidFill>
                  <a:ln w="0">
                    <a:noFill/>
                  </a:ln>
                </p:spPr>
                <p:style>
                  <a:lnRef idx="0">
                    <a:srgbClr val="000000"/>
                  </a:lnRef>
                  <a:fillRef idx="0">
                    <a:srgbClr val="000000"/>
                  </a:fillRef>
                  <a:effectRef idx="0">
                    <a:srgbClr val="000000"/>
                  </a:effectRef>
                  <a:fontRef idx="minor">
                    <a:srgbClr val="000000"/>
                  </a:fontRef>
                </p:style>
                <p:txBody>
                  <a:bodyPr anchor="ctr" bIns="56520" tIns="56520">
                    <a:noAutofit/>
                  </a:bodyPr>
                  <a:p>
                    <a:pPr algn="ctr" defTabSz="9144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b="0" sz="1800" lang="en-US" strike="noStrike" u="none">
                      <a:solidFill>
                        <a:srgbClr val="FFFFFF"/>
                      </a:solidFill>
                      <a:effectLst/>
                      <a:latin typeface="OpenSymbol"/>
                    </a:endParaRPr>
                  </a:p>
                </p:txBody>
              </p:sp>
              <p:sp>
                <p:nvSpPr>
                  <p:cNvPr id="1051446" name="Google Shape;1851;p20"/>
                  <p:cNvSpPr/>
                  <p:nvPr/>
                </p:nvSpPr>
                <p:spPr>
                  <a:xfrm>
                    <a:off x="8760600" y="472320"/>
                    <a:ext cx="108720" cy="108720"/>
                  </a:xfrm>
                  <a:prstGeom prst="rect"/>
                  <a:solidFill>
                    <a:srgbClr val="009F8C">
                      <a:alpha val="55000"/>
                    </a:srgbClr>
                  </a:solidFill>
                  <a:ln w="0">
                    <a:noFill/>
                  </a:ln>
                </p:spPr>
                <p:style>
                  <a:lnRef idx="0">
                    <a:srgbClr val="000000"/>
                  </a:lnRef>
                  <a:fillRef idx="0">
                    <a:srgbClr val="000000"/>
                  </a:fillRef>
                  <a:effectRef idx="0">
                    <a:srgbClr val="000000"/>
                  </a:effectRef>
                  <a:fontRef idx="minor">
                    <a:srgbClr val="000000"/>
                  </a:fontRef>
                </p:style>
                <p:txBody>
                  <a:bodyPr anchor="ctr" bIns="54360" tIns="54360">
                    <a:noAutofit/>
                  </a:bodyPr>
                  <a:p>
                    <a:pPr algn="ctr" defTabSz="9144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b="0" sz="1800" lang="en-US" strike="noStrike" u="none">
                      <a:solidFill>
                        <a:srgbClr val="FFFFFF"/>
                      </a:solidFill>
                      <a:effectLst/>
                      <a:latin typeface="OpenSymbol"/>
                    </a:endParaRPr>
                  </a:p>
                </p:txBody>
              </p:sp>
              <p:sp>
                <p:nvSpPr>
                  <p:cNvPr id="1051447" name="Google Shape;1852;p20"/>
                  <p:cNvSpPr/>
                  <p:nvPr/>
                </p:nvSpPr>
                <p:spPr>
                  <a:xfrm>
                    <a:off x="8765640" y="266040"/>
                    <a:ext cx="98640" cy="98640"/>
                  </a:xfrm>
                  <a:prstGeom prst="rect"/>
                  <a:solidFill>
                    <a:srgbClr val="009F8C">
                      <a:alpha val="60000"/>
                    </a:srgbClr>
                  </a:solidFill>
                  <a:ln w="0">
                    <a:noFill/>
                  </a:ln>
                </p:spPr>
                <p:style>
                  <a:lnRef idx="0">
                    <a:srgbClr val="000000"/>
                  </a:lnRef>
                  <a:fillRef idx="0">
                    <a:srgbClr val="000000"/>
                  </a:fillRef>
                  <a:effectRef idx="0">
                    <a:srgbClr val="000000"/>
                  </a:effectRef>
                  <a:fontRef idx="minor">
                    <a:srgbClr val="000000"/>
                  </a:fontRef>
                </p:style>
                <p:txBody>
                  <a:bodyPr anchor="ctr" bIns="49320" tIns="49320">
                    <a:noAutofit/>
                  </a:bodyPr>
                  <a:p>
                    <a:pPr algn="ctr" defTabSz="9144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b="0" sz="1800" lang="en-US" strike="noStrike" u="none">
                      <a:solidFill>
                        <a:srgbClr val="FFFFFF"/>
                      </a:solidFill>
                      <a:effectLst/>
                      <a:latin typeface="OpenSymbol"/>
                    </a:endParaRPr>
                  </a:p>
                </p:txBody>
              </p:sp>
              <p:sp>
                <p:nvSpPr>
                  <p:cNvPr id="1051448" name="Google Shape;1853;p20"/>
                  <p:cNvSpPr/>
                  <p:nvPr/>
                </p:nvSpPr>
                <p:spPr>
                  <a:xfrm>
                    <a:off x="8770320" y="59760"/>
                    <a:ext cx="88920" cy="88920"/>
                  </a:xfrm>
                  <a:prstGeom prst="rect"/>
                  <a:solidFill>
                    <a:srgbClr val="009F8C">
                      <a:alpha val="65000"/>
                    </a:srgbClr>
                  </a:solidFill>
                  <a:ln w="0">
                    <a:noFill/>
                  </a:ln>
                </p:spPr>
                <p:style>
                  <a:lnRef idx="0">
                    <a:srgbClr val="000000"/>
                  </a:lnRef>
                  <a:fillRef idx="0">
                    <a:srgbClr val="000000"/>
                  </a:fillRef>
                  <a:effectRef idx="0">
                    <a:srgbClr val="000000"/>
                  </a:effectRef>
                  <a:fontRef idx="minor">
                    <a:srgbClr val="000000"/>
                  </a:fontRef>
                </p:style>
                <p:txBody>
                  <a:bodyPr anchor="ctr" bIns="44640" tIns="44640">
                    <a:noAutofit/>
                  </a:bodyPr>
                  <a:p>
                    <a:pPr algn="ctr" defTabSz="9144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b="0" sz="1800" lang="en-US" strike="noStrike" u="none">
                      <a:solidFill>
                        <a:srgbClr val="FFFFFF"/>
                      </a:solidFill>
                      <a:effectLst/>
                      <a:latin typeface="OpenSymbol"/>
                    </a:endParaRPr>
                  </a:p>
                </p:txBody>
              </p:sp>
              <p:sp>
                <p:nvSpPr>
                  <p:cNvPr id="1051449" name="Google Shape;1854;p20"/>
                  <p:cNvSpPr/>
                  <p:nvPr/>
                </p:nvSpPr>
                <p:spPr>
                  <a:xfrm>
                    <a:off x="8770320" y="-146520"/>
                    <a:ext cx="88920" cy="88920"/>
                  </a:xfrm>
                  <a:prstGeom prst="rect"/>
                  <a:solidFill>
                    <a:srgbClr val="009F8C">
                      <a:alpha val="70000"/>
                    </a:srgbClr>
                  </a:solidFill>
                  <a:ln w="0">
                    <a:noFill/>
                  </a:ln>
                </p:spPr>
                <p:style>
                  <a:lnRef idx="0">
                    <a:srgbClr val="000000"/>
                  </a:lnRef>
                  <a:fillRef idx="0">
                    <a:srgbClr val="000000"/>
                  </a:fillRef>
                  <a:effectRef idx="0">
                    <a:srgbClr val="000000"/>
                  </a:effectRef>
                  <a:fontRef idx="minor">
                    <a:srgbClr val="000000"/>
                  </a:fontRef>
                </p:style>
                <p:txBody>
                  <a:bodyPr anchor="ctr" bIns="44640" tIns="44640">
                    <a:noAutofit/>
                  </a:bodyPr>
                  <a:p>
                    <a:pPr algn="ctr" defTabSz="9144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b="0" sz="1800" lang="en-US" strike="noStrike" u="none">
                      <a:solidFill>
                        <a:srgbClr val="FFFFFF"/>
                      </a:solidFill>
                      <a:effectLst/>
                      <a:latin typeface="OpenSymbol"/>
                    </a:endParaRPr>
                  </a:p>
                </p:txBody>
              </p:sp>
              <p:sp>
                <p:nvSpPr>
                  <p:cNvPr id="1051450" name="Google Shape;1855;p20"/>
                  <p:cNvSpPr/>
                  <p:nvPr/>
                </p:nvSpPr>
                <p:spPr>
                  <a:xfrm>
                    <a:off x="8775360" y="-363600"/>
                    <a:ext cx="79200" cy="79200"/>
                  </a:xfrm>
                  <a:prstGeom prst="rect"/>
                  <a:solidFill>
                    <a:srgbClr val="009F8C">
                      <a:alpha val="80000"/>
                    </a:srgbClr>
                  </a:solidFill>
                  <a:ln w="0">
                    <a:noFill/>
                  </a:ln>
                </p:spPr>
                <p:style>
                  <a:lnRef idx="0">
                    <a:srgbClr val="000000"/>
                  </a:lnRef>
                  <a:fillRef idx="0">
                    <a:srgbClr val="000000"/>
                  </a:fillRef>
                  <a:effectRef idx="0">
                    <a:srgbClr val="000000"/>
                  </a:effectRef>
                  <a:fontRef idx="minor">
                    <a:srgbClr val="000000"/>
                  </a:fontRef>
                </p:style>
                <p:txBody>
                  <a:bodyPr anchor="ctr" bIns="39600" tIns="39600">
                    <a:noAutofit/>
                  </a:bodyPr>
                  <a:p>
                    <a:pPr algn="ctr" defTabSz="9144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b="0" sz="1800" lang="en-US" strike="noStrike" u="none">
                      <a:solidFill>
                        <a:srgbClr val="FFFFFF"/>
                      </a:solidFill>
                      <a:effectLst/>
                      <a:latin typeface="OpenSymbol"/>
                    </a:endParaRPr>
                  </a:p>
                </p:txBody>
              </p:sp>
            </p:grpSp>
          </p:grpSp>
          <p:grpSp>
            <p:nvGrpSpPr>
              <p:cNvPr id="472" name="Google Shape;1856;p20"/>
              <p:cNvGrpSpPr/>
              <p:nvPr/>
            </p:nvGrpSpPr>
            <p:grpSpPr>
              <a:xfrm>
                <a:off x="177840" y="-345240"/>
                <a:ext cx="142920" cy="2454120"/>
                <a:chOff x="177840" y="-345240"/>
                <a:chExt cx="142920" cy="2454120"/>
              </a:xfrm>
            </p:grpSpPr>
            <p:grpSp>
              <p:nvGrpSpPr>
                <p:cNvPr id="473" name="Google Shape;1857;p20"/>
                <p:cNvGrpSpPr/>
                <p:nvPr/>
              </p:nvGrpSpPr>
              <p:grpSpPr>
                <a:xfrm>
                  <a:off x="177840" y="-345240"/>
                  <a:ext cx="142920" cy="2454120"/>
                  <a:chOff x="177840" y="-345240"/>
                  <a:chExt cx="142920" cy="2454120"/>
                </a:xfrm>
              </p:grpSpPr>
              <p:sp>
                <p:nvSpPr>
                  <p:cNvPr id="1051451" name="Google Shape;1858;p20"/>
                  <p:cNvSpPr/>
                  <p:nvPr/>
                </p:nvSpPr>
                <p:spPr>
                  <a:xfrm>
                    <a:off x="177840" y="1965960"/>
                    <a:ext cx="142920" cy="142920"/>
                  </a:xfrm>
                  <a:prstGeom prst="rect"/>
                  <a:gradFill rotWithShape="0">
                    <a:gsLst>
                      <a:gs pos="0">
                        <a:srgbClr val="B6F8F0"/>
                      </a:gs>
                      <a:gs pos="100000">
                        <a:srgbClr val="7DF3E5"/>
                      </a:gs>
                    </a:gsLst>
                    <a:lin ang="2700000"/>
                  </a:gradFill>
                  <a:ln w="0">
                    <a:noFill/>
                  </a:ln>
                  <a:effectLst>
                    <a:outerShdw algn="bl" blurRad="185760" rotWithShape="0">
                      <a:schemeClr val="dk1">
                        <a:alpha val="31000"/>
                      </a:schemeClr>
                    </a:outerShdw>
                  </a:effectLst>
                </p:spPr>
                <p:style>
                  <a:lnRef idx="0">
                    <a:srgbClr val="000000"/>
                  </a:lnRef>
                  <a:fillRef idx="0">
                    <a:srgbClr val="000000"/>
                  </a:fillRef>
                  <a:effectRef idx="0">
                    <a:srgbClr val="000000"/>
                  </a:effectRef>
                  <a:fontRef idx="minor">
                    <a:srgbClr val="000000"/>
                  </a:fontRef>
                </p:style>
                <p:txBody>
                  <a:bodyPr anchor="ctr" bIns="71640" tIns="71640">
                    <a:noAutofit/>
                  </a:bodyPr>
                  <a:p>
                    <a:pPr algn="ctr" defTabSz="9144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b="0" sz="1800" lang="en-US" strike="noStrike" u="none">
                      <a:solidFill>
                        <a:srgbClr val="000000"/>
                      </a:solidFill>
                      <a:effectLst/>
                      <a:latin typeface="OpenSymbol"/>
                    </a:endParaRPr>
                  </a:p>
                </p:txBody>
              </p:sp>
              <p:sp>
                <p:nvSpPr>
                  <p:cNvPr id="1051452" name="Google Shape;1859;p20"/>
                  <p:cNvSpPr/>
                  <p:nvPr/>
                </p:nvSpPr>
                <p:spPr>
                  <a:xfrm>
                    <a:off x="186120" y="1755000"/>
                    <a:ext cx="126000" cy="126360"/>
                  </a:xfrm>
                  <a:prstGeom prst="rect"/>
                  <a:gradFill rotWithShape="0">
                    <a:gsLst>
                      <a:gs pos="0">
                        <a:srgbClr val="B6F8F0"/>
                      </a:gs>
                      <a:gs pos="100000">
                        <a:srgbClr val="7DF3E5"/>
                      </a:gs>
                    </a:gsLst>
                    <a:lin ang="2700000"/>
                  </a:gradFill>
                  <a:ln w="0">
                    <a:noFill/>
                  </a:ln>
                  <a:effectLst>
                    <a:outerShdw algn="bl" blurRad="185760" rotWithShape="0">
                      <a:schemeClr val="dk1">
                        <a:alpha val="31000"/>
                      </a:schemeClr>
                    </a:outerShdw>
                  </a:effectLst>
                </p:spPr>
                <p:style>
                  <a:lnRef idx="0">
                    <a:srgbClr val="000000"/>
                  </a:lnRef>
                  <a:fillRef idx="0">
                    <a:srgbClr val="000000"/>
                  </a:fillRef>
                  <a:effectRef idx="0">
                    <a:srgbClr val="000000"/>
                  </a:effectRef>
                  <a:fontRef idx="minor">
                    <a:srgbClr val="000000"/>
                  </a:fontRef>
                </p:style>
                <p:txBody>
                  <a:bodyPr anchor="ctr" bIns="63360" tIns="63360">
                    <a:noAutofit/>
                  </a:bodyPr>
                  <a:p>
                    <a:pPr algn="ctr" defTabSz="9144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b="0" sz="1800" lang="en-US" strike="noStrike" u="none">
                      <a:solidFill>
                        <a:srgbClr val="000000"/>
                      </a:solidFill>
                      <a:effectLst/>
                      <a:latin typeface="OpenSymbol"/>
                    </a:endParaRPr>
                  </a:p>
                </p:txBody>
              </p:sp>
              <p:sp>
                <p:nvSpPr>
                  <p:cNvPr id="1051453" name="Google Shape;1860;p20"/>
                  <p:cNvSpPr/>
                  <p:nvPr/>
                </p:nvSpPr>
                <p:spPr>
                  <a:xfrm>
                    <a:off x="186120" y="1544400"/>
                    <a:ext cx="126000" cy="126360"/>
                  </a:xfrm>
                  <a:prstGeom prst="rect"/>
                  <a:gradFill rotWithShape="0">
                    <a:gsLst>
                      <a:gs pos="0">
                        <a:srgbClr val="B6F8F0"/>
                      </a:gs>
                      <a:gs pos="100000">
                        <a:srgbClr val="7DF3E5"/>
                      </a:gs>
                    </a:gsLst>
                    <a:lin ang="2700000"/>
                  </a:gradFill>
                  <a:ln w="0">
                    <a:noFill/>
                  </a:ln>
                  <a:effectLst>
                    <a:outerShdw algn="bl" blurRad="185760" rotWithShape="0">
                      <a:schemeClr val="dk1">
                        <a:alpha val="31000"/>
                      </a:schemeClr>
                    </a:outerShdw>
                  </a:effectLst>
                </p:spPr>
                <p:style>
                  <a:lnRef idx="0">
                    <a:srgbClr val="000000"/>
                  </a:lnRef>
                  <a:fillRef idx="0">
                    <a:srgbClr val="000000"/>
                  </a:fillRef>
                  <a:effectRef idx="0">
                    <a:srgbClr val="000000"/>
                  </a:effectRef>
                  <a:fontRef idx="minor">
                    <a:srgbClr val="000000"/>
                  </a:fontRef>
                </p:style>
                <p:txBody>
                  <a:bodyPr anchor="ctr" bIns="63360" tIns="63360">
                    <a:noAutofit/>
                  </a:bodyPr>
                  <a:p>
                    <a:pPr algn="ctr" defTabSz="9144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b="0" sz="1800" lang="en-US" strike="noStrike" u="none">
                      <a:solidFill>
                        <a:srgbClr val="000000"/>
                      </a:solidFill>
                      <a:effectLst/>
                      <a:latin typeface="OpenSymbol"/>
                    </a:endParaRPr>
                  </a:p>
                </p:txBody>
              </p:sp>
              <p:sp>
                <p:nvSpPr>
                  <p:cNvPr id="1051454" name="Google Shape;1861;p20"/>
                  <p:cNvSpPr/>
                  <p:nvPr/>
                </p:nvSpPr>
                <p:spPr>
                  <a:xfrm>
                    <a:off x="186120" y="1333800"/>
                    <a:ext cx="126000" cy="126360"/>
                  </a:xfrm>
                  <a:prstGeom prst="rect"/>
                  <a:gradFill rotWithShape="0">
                    <a:gsLst>
                      <a:gs pos="0">
                        <a:srgbClr val="B6F8F0"/>
                      </a:gs>
                      <a:gs pos="100000">
                        <a:srgbClr val="7DF3E5"/>
                      </a:gs>
                    </a:gsLst>
                    <a:lin ang="2700000"/>
                  </a:gradFill>
                  <a:ln w="0">
                    <a:noFill/>
                  </a:ln>
                  <a:effectLst>
                    <a:outerShdw algn="bl" blurRad="185760" rotWithShape="0">
                      <a:schemeClr val="dk1">
                        <a:alpha val="31000"/>
                      </a:schemeClr>
                    </a:outerShdw>
                  </a:effectLst>
                </p:spPr>
                <p:style>
                  <a:lnRef idx="0">
                    <a:srgbClr val="000000"/>
                  </a:lnRef>
                  <a:fillRef idx="0">
                    <a:srgbClr val="000000"/>
                  </a:fillRef>
                  <a:effectRef idx="0">
                    <a:srgbClr val="000000"/>
                  </a:effectRef>
                  <a:fontRef idx="minor">
                    <a:srgbClr val="000000"/>
                  </a:fontRef>
                </p:style>
                <p:txBody>
                  <a:bodyPr anchor="ctr" bIns="63360" tIns="63360">
                    <a:noAutofit/>
                  </a:bodyPr>
                  <a:p>
                    <a:pPr algn="ctr" defTabSz="9144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b="0" sz="1800" lang="en-US" strike="noStrike" u="none">
                      <a:solidFill>
                        <a:srgbClr val="000000"/>
                      </a:solidFill>
                      <a:effectLst/>
                      <a:latin typeface="OpenSymbol"/>
                    </a:endParaRPr>
                  </a:p>
                </p:txBody>
              </p:sp>
              <p:sp>
                <p:nvSpPr>
                  <p:cNvPr id="1051455" name="Google Shape;1862;p20"/>
                  <p:cNvSpPr/>
                  <p:nvPr/>
                </p:nvSpPr>
                <p:spPr>
                  <a:xfrm>
                    <a:off x="190800" y="1122840"/>
                    <a:ext cx="117360" cy="117720"/>
                  </a:xfrm>
                  <a:prstGeom prst="rect"/>
                  <a:gradFill rotWithShape="0">
                    <a:gsLst>
                      <a:gs pos="0">
                        <a:srgbClr val="B6F8F0"/>
                      </a:gs>
                      <a:gs pos="100000">
                        <a:srgbClr val="7DF3E5"/>
                      </a:gs>
                    </a:gsLst>
                    <a:lin ang="2700000"/>
                  </a:gradFill>
                  <a:ln w="0">
                    <a:noFill/>
                  </a:ln>
                  <a:effectLst>
                    <a:outerShdw algn="bl" blurRad="185760" rotWithShape="0">
                      <a:schemeClr val="dk1">
                        <a:alpha val="31000"/>
                      </a:schemeClr>
                    </a:outerShdw>
                  </a:effectLst>
                </p:spPr>
                <p:style>
                  <a:lnRef idx="0">
                    <a:srgbClr val="000000"/>
                  </a:lnRef>
                  <a:fillRef idx="0">
                    <a:srgbClr val="000000"/>
                  </a:fillRef>
                  <a:effectRef idx="0">
                    <a:srgbClr val="000000"/>
                  </a:effectRef>
                  <a:fontRef idx="minor">
                    <a:srgbClr val="000000"/>
                  </a:fontRef>
                </p:style>
                <p:txBody>
                  <a:bodyPr anchor="ctr" bIns="59040" tIns="59040">
                    <a:noAutofit/>
                  </a:bodyPr>
                  <a:p>
                    <a:pPr algn="ctr" defTabSz="9144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b="0" sz="1800" lang="en-US" strike="noStrike" u="none">
                      <a:solidFill>
                        <a:srgbClr val="000000"/>
                      </a:solidFill>
                      <a:effectLst/>
                      <a:latin typeface="OpenSymbol"/>
                    </a:endParaRPr>
                  </a:p>
                </p:txBody>
              </p:sp>
              <p:sp>
                <p:nvSpPr>
                  <p:cNvPr id="1051456" name="Google Shape;1863;p20"/>
                  <p:cNvSpPr/>
                  <p:nvPr/>
                </p:nvSpPr>
                <p:spPr>
                  <a:xfrm>
                    <a:off x="190800" y="912240"/>
                    <a:ext cx="117360" cy="117720"/>
                  </a:xfrm>
                  <a:prstGeom prst="rect"/>
                  <a:gradFill rotWithShape="0">
                    <a:gsLst>
                      <a:gs pos="0">
                        <a:srgbClr val="B6F8F0"/>
                      </a:gs>
                      <a:gs pos="100000">
                        <a:srgbClr val="7DF3E5"/>
                      </a:gs>
                    </a:gsLst>
                    <a:lin ang="2700000"/>
                  </a:gradFill>
                  <a:ln w="0">
                    <a:noFill/>
                  </a:ln>
                  <a:effectLst>
                    <a:outerShdw algn="bl" blurRad="185760" rotWithShape="0">
                      <a:schemeClr val="dk1">
                        <a:alpha val="31000"/>
                      </a:schemeClr>
                    </a:outerShdw>
                  </a:effectLst>
                </p:spPr>
                <p:style>
                  <a:lnRef idx="0">
                    <a:srgbClr val="000000"/>
                  </a:lnRef>
                  <a:fillRef idx="0">
                    <a:srgbClr val="000000"/>
                  </a:fillRef>
                  <a:effectRef idx="0">
                    <a:srgbClr val="000000"/>
                  </a:effectRef>
                  <a:fontRef idx="minor">
                    <a:srgbClr val="000000"/>
                  </a:fontRef>
                </p:style>
                <p:txBody>
                  <a:bodyPr anchor="ctr" bIns="59040" tIns="59040">
                    <a:noAutofit/>
                  </a:bodyPr>
                  <a:p>
                    <a:pPr algn="ctr" defTabSz="9144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b="0" sz="1800" lang="en-US" strike="noStrike" u="none">
                      <a:solidFill>
                        <a:srgbClr val="000000"/>
                      </a:solidFill>
                      <a:effectLst/>
                      <a:latin typeface="OpenSymbol"/>
                    </a:endParaRPr>
                  </a:p>
                </p:txBody>
              </p:sp>
              <p:sp>
                <p:nvSpPr>
                  <p:cNvPr id="1051457" name="Google Shape;1864;p20"/>
                  <p:cNvSpPr/>
                  <p:nvPr/>
                </p:nvSpPr>
                <p:spPr>
                  <a:xfrm>
                    <a:off x="192600" y="701280"/>
                    <a:ext cx="113040" cy="113040"/>
                  </a:xfrm>
                  <a:prstGeom prst="rect"/>
                  <a:gradFill rotWithShape="0">
                    <a:gsLst>
                      <a:gs pos="0">
                        <a:srgbClr val="B6F8F0"/>
                      </a:gs>
                      <a:gs pos="100000">
                        <a:srgbClr val="7DF3E5"/>
                      </a:gs>
                    </a:gsLst>
                    <a:lin ang="2700000"/>
                  </a:gradFill>
                  <a:ln w="0">
                    <a:noFill/>
                  </a:ln>
                  <a:effectLst>
                    <a:outerShdw algn="bl" blurRad="185760" rotWithShape="0">
                      <a:schemeClr val="dk1">
                        <a:alpha val="31000"/>
                      </a:schemeClr>
                    </a:outerShdw>
                  </a:effectLst>
                </p:spPr>
                <p:style>
                  <a:lnRef idx="0">
                    <a:srgbClr val="000000"/>
                  </a:lnRef>
                  <a:fillRef idx="0">
                    <a:srgbClr val="000000"/>
                  </a:fillRef>
                  <a:effectRef idx="0">
                    <a:srgbClr val="000000"/>
                  </a:effectRef>
                  <a:fontRef idx="minor">
                    <a:srgbClr val="000000"/>
                  </a:fontRef>
                </p:style>
                <p:txBody>
                  <a:bodyPr anchor="ctr" bIns="56520" tIns="56520">
                    <a:noAutofit/>
                  </a:bodyPr>
                  <a:p>
                    <a:pPr algn="ctr" defTabSz="9144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b="0" sz="1800" lang="en-US" strike="noStrike" u="none">
                      <a:solidFill>
                        <a:srgbClr val="000000"/>
                      </a:solidFill>
                      <a:effectLst/>
                      <a:latin typeface="OpenSymbol"/>
                    </a:endParaRPr>
                  </a:p>
                </p:txBody>
              </p:sp>
              <p:sp>
                <p:nvSpPr>
                  <p:cNvPr id="1051458" name="Google Shape;1865;p20"/>
                  <p:cNvSpPr/>
                  <p:nvPr/>
                </p:nvSpPr>
                <p:spPr>
                  <a:xfrm>
                    <a:off x="195120" y="490680"/>
                    <a:ext cx="108720" cy="108720"/>
                  </a:xfrm>
                  <a:prstGeom prst="rect"/>
                  <a:gradFill rotWithShape="0">
                    <a:gsLst>
                      <a:gs pos="0">
                        <a:srgbClr val="B6F8F0"/>
                      </a:gs>
                      <a:gs pos="100000">
                        <a:srgbClr val="7DF3E5"/>
                      </a:gs>
                    </a:gsLst>
                    <a:lin ang="2700000"/>
                  </a:gradFill>
                  <a:ln w="0">
                    <a:noFill/>
                  </a:ln>
                  <a:effectLst>
                    <a:outerShdw algn="bl" blurRad="185760" rotWithShape="0">
                      <a:schemeClr val="dk1">
                        <a:alpha val="31000"/>
                      </a:schemeClr>
                    </a:outerShdw>
                  </a:effectLst>
                </p:spPr>
                <p:style>
                  <a:lnRef idx="0">
                    <a:srgbClr val="000000"/>
                  </a:lnRef>
                  <a:fillRef idx="0">
                    <a:srgbClr val="000000"/>
                  </a:fillRef>
                  <a:effectRef idx="0">
                    <a:srgbClr val="000000"/>
                  </a:effectRef>
                  <a:fontRef idx="minor">
                    <a:srgbClr val="000000"/>
                  </a:fontRef>
                </p:style>
                <p:txBody>
                  <a:bodyPr anchor="ctr" bIns="54360" tIns="54360">
                    <a:noAutofit/>
                  </a:bodyPr>
                  <a:p>
                    <a:pPr algn="ctr" defTabSz="9144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b="0" sz="1800" lang="en-US" strike="noStrike" u="none">
                      <a:solidFill>
                        <a:srgbClr val="000000"/>
                      </a:solidFill>
                      <a:effectLst/>
                      <a:latin typeface="OpenSymbol"/>
                    </a:endParaRPr>
                  </a:p>
                </p:txBody>
              </p:sp>
              <p:sp>
                <p:nvSpPr>
                  <p:cNvPr id="1051459" name="Google Shape;1866;p20"/>
                  <p:cNvSpPr/>
                  <p:nvPr/>
                </p:nvSpPr>
                <p:spPr>
                  <a:xfrm>
                    <a:off x="199800" y="284400"/>
                    <a:ext cx="98640" cy="98640"/>
                  </a:xfrm>
                  <a:prstGeom prst="rect"/>
                  <a:gradFill rotWithShape="0">
                    <a:gsLst>
                      <a:gs pos="0">
                        <a:srgbClr val="B6F8F0"/>
                      </a:gs>
                      <a:gs pos="100000">
                        <a:srgbClr val="7DF3E5"/>
                      </a:gs>
                    </a:gsLst>
                    <a:lin ang="2700000"/>
                  </a:gradFill>
                  <a:ln w="0">
                    <a:noFill/>
                  </a:ln>
                  <a:effectLst>
                    <a:outerShdw algn="bl" blurRad="185760" rotWithShape="0">
                      <a:schemeClr val="dk1">
                        <a:alpha val="31000"/>
                      </a:schemeClr>
                    </a:outerShdw>
                  </a:effectLst>
                </p:spPr>
                <p:style>
                  <a:lnRef idx="0">
                    <a:srgbClr val="000000"/>
                  </a:lnRef>
                  <a:fillRef idx="0">
                    <a:srgbClr val="000000"/>
                  </a:fillRef>
                  <a:effectRef idx="0">
                    <a:srgbClr val="000000"/>
                  </a:effectRef>
                  <a:fontRef idx="minor">
                    <a:srgbClr val="000000"/>
                  </a:fontRef>
                </p:style>
                <p:txBody>
                  <a:bodyPr anchor="ctr" bIns="49320" tIns="49320">
                    <a:noAutofit/>
                  </a:bodyPr>
                  <a:p>
                    <a:pPr algn="ctr" defTabSz="9144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b="0" sz="1800" lang="en-US" strike="noStrike" u="none">
                      <a:solidFill>
                        <a:srgbClr val="000000"/>
                      </a:solidFill>
                      <a:effectLst/>
                      <a:latin typeface="OpenSymbol"/>
                    </a:endParaRPr>
                  </a:p>
                </p:txBody>
              </p:sp>
              <p:sp>
                <p:nvSpPr>
                  <p:cNvPr id="1051460" name="Google Shape;1867;p20"/>
                  <p:cNvSpPr/>
                  <p:nvPr/>
                </p:nvSpPr>
                <p:spPr>
                  <a:xfrm>
                    <a:off x="204840" y="78120"/>
                    <a:ext cx="88920" cy="88920"/>
                  </a:xfrm>
                  <a:prstGeom prst="rect"/>
                  <a:gradFill rotWithShape="0">
                    <a:gsLst>
                      <a:gs pos="0">
                        <a:srgbClr val="B6F8F0"/>
                      </a:gs>
                      <a:gs pos="100000">
                        <a:srgbClr val="7DF3E5"/>
                      </a:gs>
                    </a:gsLst>
                    <a:lin ang="2700000"/>
                  </a:gradFill>
                  <a:ln w="0">
                    <a:noFill/>
                  </a:ln>
                  <a:effectLst>
                    <a:outerShdw algn="bl" blurRad="185760" rotWithShape="0">
                      <a:schemeClr val="dk1">
                        <a:alpha val="31000"/>
                      </a:schemeClr>
                    </a:outerShdw>
                  </a:effectLst>
                </p:spPr>
                <p:style>
                  <a:lnRef idx="0">
                    <a:srgbClr val="000000"/>
                  </a:lnRef>
                  <a:fillRef idx="0">
                    <a:srgbClr val="000000"/>
                  </a:fillRef>
                  <a:effectRef idx="0">
                    <a:srgbClr val="000000"/>
                  </a:effectRef>
                  <a:fontRef idx="minor">
                    <a:srgbClr val="000000"/>
                  </a:fontRef>
                </p:style>
                <p:txBody>
                  <a:bodyPr anchor="ctr" bIns="44640" tIns="44640">
                    <a:noAutofit/>
                  </a:bodyPr>
                  <a:p>
                    <a:pPr algn="ctr" defTabSz="9144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b="0" sz="1800" lang="en-US" strike="noStrike" u="none">
                      <a:solidFill>
                        <a:srgbClr val="000000"/>
                      </a:solidFill>
                      <a:effectLst/>
                      <a:latin typeface="OpenSymbol"/>
                    </a:endParaRPr>
                  </a:p>
                </p:txBody>
              </p:sp>
              <p:sp>
                <p:nvSpPr>
                  <p:cNvPr id="1051461" name="Google Shape;1868;p20"/>
                  <p:cNvSpPr/>
                  <p:nvPr/>
                </p:nvSpPr>
                <p:spPr>
                  <a:xfrm>
                    <a:off x="204840" y="-127800"/>
                    <a:ext cx="88920" cy="88920"/>
                  </a:xfrm>
                  <a:prstGeom prst="rect"/>
                  <a:gradFill rotWithShape="0">
                    <a:gsLst>
                      <a:gs pos="0">
                        <a:srgbClr val="B6F8F0"/>
                      </a:gs>
                      <a:gs pos="100000">
                        <a:srgbClr val="7DF3E5"/>
                      </a:gs>
                    </a:gsLst>
                    <a:lin ang="2700000"/>
                  </a:gradFill>
                  <a:ln w="0">
                    <a:noFill/>
                  </a:ln>
                  <a:effectLst>
                    <a:outerShdw algn="bl" blurRad="185760" rotWithShape="0">
                      <a:schemeClr val="dk1">
                        <a:alpha val="31000"/>
                      </a:schemeClr>
                    </a:outerShdw>
                  </a:effectLst>
                </p:spPr>
                <p:style>
                  <a:lnRef idx="0">
                    <a:srgbClr val="000000"/>
                  </a:lnRef>
                  <a:fillRef idx="0">
                    <a:srgbClr val="000000"/>
                  </a:fillRef>
                  <a:effectRef idx="0">
                    <a:srgbClr val="000000"/>
                  </a:effectRef>
                  <a:fontRef idx="minor">
                    <a:srgbClr val="000000"/>
                  </a:fontRef>
                </p:style>
                <p:txBody>
                  <a:bodyPr anchor="ctr" bIns="44640" tIns="44640">
                    <a:noAutofit/>
                  </a:bodyPr>
                  <a:p>
                    <a:pPr algn="ctr" defTabSz="9144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b="0" sz="1800" lang="en-US" strike="noStrike" u="none">
                      <a:solidFill>
                        <a:srgbClr val="000000"/>
                      </a:solidFill>
                      <a:effectLst/>
                      <a:latin typeface="OpenSymbol"/>
                    </a:endParaRPr>
                  </a:p>
                </p:txBody>
              </p:sp>
              <p:sp>
                <p:nvSpPr>
                  <p:cNvPr id="1051462" name="Google Shape;1869;p20"/>
                  <p:cNvSpPr/>
                  <p:nvPr/>
                </p:nvSpPr>
                <p:spPr>
                  <a:xfrm>
                    <a:off x="209520" y="-345240"/>
                    <a:ext cx="79200" cy="79200"/>
                  </a:xfrm>
                  <a:prstGeom prst="rect"/>
                  <a:gradFill rotWithShape="0">
                    <a:gsLst>
                      <a:gs pos="0">
                        <a:srgbClr val="B6F8F0"/>
                      </a:gs>
                      <a:gs pos="100000">
                        <a:srgbClr val="7DF3E5"/>
                      </a:gs>
                    </a:gsLst>
                    <a:lin ang="2700000"/>
                  </a:gradFill>
                  <a:ln w="0">
                    <a:noFill/>
                  </a:ln>
                  <a:effectLst>
                    <a:outerShdw algn="bl" blurRad="185760" rotWithShape="0">
                      <a:schemeClr val="dk1">
                        <a:alpha val="31000"/>
                      </a:schemeClr>
                    </a:outerShdw>
                  </a:effectLst>
                </p:spPr>
                <p:style>
                  <a:lnRef idx="0">
                    <a:srgbClr val="000000"/>
                  </a:lnRef>
                  <a:fillRef idx="0">
                    <a:srgbClr val="000000"/>
                  </a:fillRef>
                  <a:effectRef idx="0">
                    <a:srgbClr val="000000"/>
                  </a:effectRef>
                  <a:fontRef idx="minor">
                    <a:srgbClr val="000000"/>
                  </a:fontRef>
                </p:style>
                <p:txBody>
                  <a:bodyPr anchor="ctr" bIns="39600" tIns="39600">
                    <a:noAutofit/>
                  </a:bodyPr>
                  <a:p>
                    <a:pPr algn="ctr" defTabSz="9144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b="0" sz="1800" lang="en-US" strike="noStrike" u="none">
                      <a:solidFill>
                        <a:srgbClr val="000000"/>
                      </a:solidFill>
                      <a:effectLst/>
                      <a:latin typeface="OpenSymbol"/>
                    </a:endParaRPr>
                  </a:p>
                </p:txBody>
              </p:sp>
            </p:grpSp>
            <p:grpSp>
              <p:nvGrpSpPr>
                <p:cNvPr id="474" name="Google Shape;1870;p20"/>
                <p:cNvGrpSpPr/>
                <p:nvPr/>
              </p:nvGrpSpPr>
              <p:grpSpPr>
                <a:xfrm>
                  <a:off x="177840" y="-345240"/>
                  <a:ext cx="142920" cy="2454120"/>
                  <a:chOff x="177840" y="-345240"/>
                  <a:chExt cx="142920" cy="2454120"/>
                </a:xfrm>
              </p:grpSpPr>
              <p:sp>
                <p:nvSpPr>
                  <p:cNvPr id="1051463" name="Google Shape;1871;p20"/>
                  <p:cNvSpPr/>
                  <p:nvPr/>
                </p:nvSpPr>
                <p:spPr>
                  <a:xfrm>
                    <a:off x="177840" y="1965960"/>
                    <a:ext cx="142920" cy="142920"/>
                  </a:xfrm>
                  <a:prstGeom prst="rect"/>
                  <a:noFill/>
                  <a:ln w="0">
                    <a:noFill/>
                  </a:ln>
                </p:spPr>
                <p:style>
                  <a:lnRef idx="0">
                    <a:srgbClr val="000000"/>
                  </a:lnRef>
                  <a:fillRef idx="0">
                    <a:srgbClr val="000000"/>
                  </a:fillRef>
                  <a:effectRef idx="0">
                    <a:srgbClr val="000000"/>
                  </a:effectRef>
                  <a:fontRef idx="minor">
                    <a:srgbClr val="000000"/>
                  </a:fontRef>
                </p:style>
                <p:txBody>
                  <a:bodyPr anchor="ctr" bIns="71640" tIns="71640">
                    <a:noAutofit/>
                  </a:bodyPr>
                  <a:p>
                    <a:pPr algn="ctr" defTabSz="9144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b="0" sz="1800" lang="en-US" strike="noStrike" u="none">
                      <a:solidFill>
                        <a:srgbClr val="FFFFFF"/>
                      </a:solidFill>
                      <a:effectLst/>
                      <a:latin typeface="OpenSymbol"/>
                    </a:endParaRPr>
                  </a:p>
                </p:txBody>
              </p:sp>
              <p:sp>
                <p:nvSpPr>
                  <p:cNvPr id="1051464" name="Google Shape;1872;p20"/>
                  <p:cNvSpPr/>
                  <p:nvPr/>
                </p:nvSpPr>
                <p:spPr>
                  <a:xfrm>
                    <a:off x="186120" y="1755000"/>
                    <a:ext cx="126000" cy="126360"/>
                  </a:xfrm>
                  <a:prstGeom prst="rect"/>
                  <a:solidFill>
                    <a:srgbClr val="009F8C">
                      <a:alpha val="5000"/>
                    </a:srgbClr>
                  </a:solidFill>
                  <a:ln w="0">
                    <a:noFill/>
                  </a:ln>
                </p:spPr>
                <p:style>
                  <a:lnRef idx="0">
                    <a:srgbClr val="000000"/>
                  </a:lnRef>
                  <a:fillRef idx="0">
                    <a:srgbClr val="000000"/>
                  </a:fillRef>
                  <a:effectRef idx="0">
                    <a:srgbClr val="000000"/>
                  </a:effectRef>
                  <a:fontRef idx="minor">
                    <a:srgbClr val="000000"/>
                  </a:fontRef>
                </p:style>
                <p:txBody>
                  <a:bodyPr anchor="ctr" bIns="63360" tIns="63360">
                    <a:noAutofit/>
                  </a:bodyPr>
                  <a:p>
                    <a:pPr algn="ctr" defTabSz="9144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b="0" sz="1800" lang="en-US" strike="noStrike" u="none">
                      <a:solidFill>
                        <a:srgbClr val="FFFFFF"/>
                      </a:solidFill>
                      <a:effectLst/>
                      <a:latin typeface="OpenSymbol"/>
                    </a:endParaRPr>
                  </a:p>
                </p:txBody>
              </p:sp>
              <p:sp>
                <p:nvSpPr>
                  <p:cNvPr id="1051465" name="Google Shape;1873;p20"/>
                  <p:cNvSpPr/>
                  <p:nvPr/>
                </p:nvSpPr>
                <p:spPr>
                  <a:xfrm>
                    <a:off x="186120" y="1544400"/>
                    <a:ext cx="126000" cy="126360"/>
                  </a:xfrm>
                  <a:prstGeom prst="rect"/>
                  <a:solidFill>
                    <a:srgbClr val="009F8C">
                      <a:alpha val="10000"/>
                    </a:srgbClr>
                  </a:solidFill>
                  <a:ln w="0">
                    <a:noFill/>
                  </a:ln>
                </p:spPr>
                <p:style>
                  <a:lnRef idx="0">
                    <a:srgbClr val="000000"/>
                  </a:lnRef>
                  <a:fillRef idx="0">
                    <a:srgbClr val="000000"/>
                  </a:fillRef>
                  <a:effectRef idx="0">
                    <a:srgbClr val="000000"/>
                  </a:effectRef>
                  <a:fontRef idx="minor">
                    <a:srgbClr val="000000"/>
                  </a:fontRef>
                </p:style>
                <p:txBody>
                  <a:bodyPr anchor="ctr" bIns="63360" tIns="63360">
                    <a:noAutofit/>
                  </a:bodyPr>
                  <a:p>
                    <a:pPr algn="ctr" defTabSz="9144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b="0" sz="1800" lang="en-US" strike="noStrike" u="none">
                      <a:solidFill>
                        <a:srgbClr val="FFFFFF"/>
                      </a:solidFill>
                      <a:effectLst/>
                      <a:latin typeface="OpenSymbol"/>
                    </a:endParaRPr>
                  </a:p>
                </p:txBody>
              </p:sp>
              <p:sp>
                <p:nvSpPr>
                  <p:cNvPr id="1051466" name="Google Shape;1874;p20"/>
                  <p:cNvSpPr/>
                  <p:nvPr/>
                </p:nvSpPr>
                <p:spPr>
                  <a:xfrm>
                    <a:off x="186120" y="1333800"/>
                    <a:ext cx="126000" cy="126360"/>
                  </a:xfrm>
                  <a:prstGeom prst="rect"/>
                  <a:solidFill>
                    <a:srgbClr val="009F8C">
                      <a:alpha val="20000"/>
                    </a:srgbClr>
                  </a:solidFill>
                  <a:ln w="0">
                    <a:noFill/>
                  </a:ln>
                </p:spPr>
                <p:style>
                  <a:lnRef idx="0">
                    <a:srgbClr val="000000"/>
                  </a:lnRef>
                  <a:fillRef idx="0">
                    <a:srgbClr val="000000"/>
                  </a:fillRef>
                  <a:effectRef idx="0">
                    <a:srgbClr val="000000"/>
                  </a:effectRef>
                  <a:fontRef idx="minor">
                    <a:srgbClr val="000000"/>
                  </a:fontRef>
                </p:style>
                <p:txBody>
                  <a:bodyPr anchor="ctr" bIns="63360" tIns="63360">
                    <a:noAutofit/>
                  </a:bodyPr>
                  <a:p>
                    <a:pPr algn="ctr" defTabSz="9144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b="0" sz="1800" lang="en-US" strike="noStrike" u="none">
                      <a:solidFill>
                        <a:srgbClr val="FFFFFF"/>
                      </a:solidFill>
                      <a:effectLst/>
                      <a:latin typeface="OpenSymbol"/>
                    </a:endParaRPr>
                  </a:p>
                </p:txBody>
              </p:sp>
              <p:sp>
                <p:nvSpPr>
                  <p:cNvPr id="1051467" name="Google Shape;1875;p20"/>
                  <p:cNvSpPr/>
                  <p:nvPr/>
                </p:nvSpPr>
                <p:spPr>
                  <a:xfrm>
                    <a:off x="190800" y="1122840"/>
                    <a:ext cx="117360" cy="117720"/>
                  </a:xfrm>
                  <a:prstGeom prst="rect"/>
                  <a:solidFill>
                    <a:srgbClr val="009F8C">
                      <a:alpha val="30000"/>
                    </a:srgbClr>
                  </a:solidFill>
                  <a:ln w="0">
                    <a:noFill/>
                  </a:ln>
                </p:spPr>
                <p:style>
                  <a:lnRef idx="0">
                    <a:srgbClr val="000000"/>
                  </a:lnRef>
                  <a:fillRef idx="0">
                    <a:srgbClr val="000000"/>
                  </a:fillRef>
                  <a:effectRef idx="0">
                    <a:srgbClr val="000000"/>
                  </a:effectRef>
                  <a:fontRef idx="minor">
                    <a:srgbClr val="000000"/>
                  </a:fontRef>
                </p:style>
                <p:txBody>
                  <a:bodyPr anchor="ctr" bIns="59040" tIns="59040">
                    <a:noAutofit/>
                  </a:bodyPr>
                  <a:p>
                    <a:pPr algn="ctr" defTabSz="9144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b="0" sz="1800" lang="en-US" strike="noStrike" u="none">
                      <a:solidFill>
                        <a:srgbClr val="FFFFFF"/>
                      </a:solidFill>
                      <a:effectLst/>
                      <a:latin typeface="OpenSymbol"/>
                    </a:endParaRPr>
                  </a:p>
                </p:txBody>
              </p:sp>
              <p:sp>
                <p:nvSpPr>
                  <p:cNvPr id="1051468" name="Google Shape;1876;p20"/>
                  <p:cNvSpPr/>
                  <p:nvPr/>
                </p:nvSpPr>
                <p:spPr>
                  <a:xfrm>
                    <a:off x="190800" y="912240"/>
                    <a:ext cx="117360" cy="117720"/>
                  </a:xfrm>
                  <a:prstGeom prst="rect"/>
                  <a:solidFill>
                    <a:srgbClr val="009F8C">
                      <a:alpha val="40000"/>
                    </a:srgbClr>
                  </a:solidFill>
                  <a:ln w="0">
                    <a:noFill/>
                  </a:ln>
                </p:spPr>
                <p:style>
                  <a:lnRef idx="0">
                    <a:srgbClr val="000000"/>
                  </a:lnRef>
                  <a:fillRef idx="0">
                    <a:srgbClr val="000000"/>
                  </a:fillRef>
                  <a:effectRef idx="0">
                    <a:srgbClr val="000000"/>
                  </a:effectRef>
                  <a:fontRef idx="minor">
                    <a:srgbClr val="000000"/>
                  </a:fontRef>
                </p:style>
                <p:txBody>
                  <a:bodyPr anchor="ctr" bIns="59040" tIns="59040">
                    <a:noAutofit/>
                  </a:bodyPr>
                  <a:p>
                    <a:pPr algn="ctr" defTabSz="9144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b="0" sz="1800" lang="en-US" strike="noStrike" u="none">
                      <a:solidFill>
                        <a:srgbClr val="FFFFFF"/>
                      </a:solidFill>
                      <a:effectLst/>
                      <a:latin typeface="OpenSymbol"/>
                    </a:endParaRPr>
                  </a:p>
                </p:txBody>
              </p:sp>
              <p:sp>
                <p:nvSpPr>
                  <p:cNvPr id="1051469" name="Google Shape;1877;p20"/>
                  <p:cNvSpPr/>
                  <p:nvPr/>
                </p:nvSpPr>
                <p:spPr>
                  <a:xfrm>
                    <a:off x="192600" y="701280"/>
                    <a:ext cx="113040" cy="113040"/>
                  </a:xfrm>
                  <a:prstGeom prst="rect"/>
                  <a:solidFill>
                    <a:srgbClr val="009F8C">
                      <a:alpha val="50000"/>
                    </a:srgbClr>
                  </a:solidFill>
                  <a:ln w="0">
                    <a:noFill/>
                  </a:ln>
                </p:spPr>
                <p:style>
                  <a:lnRef idx="0">
                    <a:srgbClr val="000000"/>
                  </a:lnRef>
                  <a:fillRef idx="0">
                    <a:srgbClr val="000000"/>
                  </a:fillRef>
                  <a:effectRef idx="0">
                    <a:srgbClr val="000000"/>
                  </a:effectRef>
                  <a:fontRef idx="minor">
                    <a:srgbClr val="000000"/>
                  </a:fontRef>
                </p:style>
                <p:txBody>
                  <a:bodyPr anchor="ctr" bIns="56520" tIns="56520">
                    <a:noAutofit/>
                  </a:bodyPr>
                  <a:p>
                    <a:pPr algn="ctr" defTabSz="9144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b="0" sz="1800" lang="en-US" strike="noStrike" u="none">
                      <a:solidFill>
                        <a:srgbClr val="FFFFFF"/>
                      </a:solidFill>
                      <a:effectLst/>
                      <a:latin typeface="OpenSymbol"/>
                    </a:endParaRPr>
                  </a:p>
                </p:txBody>
              </p:sp>
              <p:sp>
                <p:nvSpPr>
                  <p:cNvPr id="1051470" name="Google Shape;1878;p20"/>
                  <p:cNvSpPr/>
                  <p:nvPr/>
                </p:nvSpPr>
                <p:spPr>
                  <a:xfrm>
                    <a:off x="195120" y="490680"/>
                    <a:ext cx="108720" cy="108720"/>
                  </a:xfrm>
                  <a:prstGeom prst="rect"/>
                  <a:solidFill>
                    <a:srgbClr val="009F8C">
                      <a:alpha val="55000"/>
                    </a:srgbClr>
                  </a:solidFill>
                  <a:ln w="0">
                    <a:noFill/>
                  </a:ln>
                </p:spPr>
                <p:style>
                  <a:lnRef idx="0">
                    <a:srgbClr val="000000"/>
                  </a:lnRef>
                  <a:fillRef idx="0">
                    <a:srgbClr val="000000"/>
                  </a:fillRef>
                  <a:effectRef idx="0">
                    <a:srgbClr val="000000"/>
                  </a:effectRef>
                  <a:fontRef idx="minor">
                    <a:srgbClr val="000000"/>
                  </a:fontRef>
                </p:style>
                <p:txBody>
                  <a:bodyPr anchor="ctr" bIns="54360" tIns="54360">
                    <a:noAutofit/>
                  </a:bodyPr>
                  <a:p>
                    <a:pPr algn="ctr" defTabSz="9144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b="0" sz="1800" lang="en-US" strike="noStrike" u="none">
                      <a:solidFill>
                        <a:srgbClr val="FFFFFF"/>
                      </a:solidFill>
                      <a:effectLst/>
                      <a:latin typeface="OpenSymbol"/>
                    </a:endParaRPr>
                  </a:p>
                </p:txBody>
              </p:sp>
              <p:sp>
                <p:nvSpPr>
                  <p:cNvPr id="1051471" name="Google Shape;1879;p20"/>
                  <p:cNvSpPr/>
                  <p:nvPr/>
                </p:nvSpPr>
                <p:spPr>
                  <a:xfrm>
                    <a:off x="199800" y="284400"/>
                    <a:ext cx="98640" cy="98640"/>
                  </a:xfrm>
                  <a:prstGeom prst="rect"/>
                  <a:solidFill>
                    <a:srgbClr val="009F8C">
                      <a:alpha val="60000"/>
                    </a:srgbClr>
                  </a:solidFill>
                  <a:ln w="0">
                    <a:noFill/>
                  </a:ln>
                </p:spPr>
                <p:style>
                  <a:lnRef idx="0">
                    <a:srgbClr val="000000"/>
                  </a:lnRef>
                  <a:fillRef idx="0">
                    <a:srgbClr val="000000"/>
                  </a:fillRef>
                  <a:effectRef idx="0">
                    <a:srgbClr val="000000"/>
                  </a:effectRef>
                  <a:fontRef idx="minor">
                    <a:srgbClr val="000000"/>
                  </a:fontRef>
                </p:style>
                <p:txBody>
                  <a:bodyPr anchor="ctr" bIns="49320" tIns="49320">
                    <a:noAutofit/>
                  </a:bodyPr>
                  <a:p>
                    <a:pPr algn="ctr" defTabSz="9144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b="0" sz="1800" lang="en-US" strike="noStrike" u="none">
                      <a:solidFill>
                        <a:srgbClr val="FFFFFF"/>
                      </a:solidFill>
                      <a:effectLst/>
                      <a:latin typeface="OpenSymbol"/>
                    </a:endParaRPr>
                  </a:p>
                </p:txBody>
              </p:sp>
              <p:sp>
                <p:nvSpPr>
                  <p:cNvPr id="1051472" name="Google Shape;1880;p20"/>
                  <p:cNvSpPr/>
                  <p:nvPr/>
                </p:nvSpPr>
                <p:spPr>
                  <a:xfrm>
                    <a:off x="204840" y="78120"/>
                    <a:ext cx="88920" cy="88920"/>
                  </a:xfrm>
                  <a:prstGeom prst="rect"/>
                  <a:solidFill>
                    <a:srgbClr val="009F8C">
                      <a:alpha val="65000"/>
                    </a:srgbClr>
                  </a:solidFill>
                  <a:ln w="0">
                    <a:noFill/>
                  </a:ln>
                </p:spPr>
                <p:style>
                  <a:lnRef idx="0">
                    <a:srgbClr val="000000"/>
                  </a:lnRef>
                  <a:fillRef idx="0">
                    <a:srgbClr val="000000"/>
                  </a:fillRef>
                  <a:effectRef idx="0">
                    <a:srgbClr val="000000"/>
                  </a:effectRef>
                  <a:fontRef idx="minor">
                    <a:srgbClr val="000000"/>
                  </a:fontRef>
                </p:style>
                <p:txBody>
                  <a:bodyPr anchor="ctr" bIns="44640" tIns="44640">
                    <a:noAutofit/>
                  </a:bodyPr>
                  <a:p>
                    <a:pPr algn="ctr" defTabSz="9144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b="0" sz="1800" lang="en-US" strike="noStrike" u="none">
                      <a:solidFill>
                        <a:srgbClr val="FFFFFF"/>
                      </a:solidFill>
                      <a:effectLst/>
                      <a:latin typeface="OpenSymbol"/>
                    </a:endParaRPr>
                  </a:p>
                </p:txBody>
              </p:sp>
              <p:sp>
                <p:nvSpPr>
                  <p:cNvPr id="1051473" name="Google Shape;1881;p20"/>
                  <p:cNvSpPr/>
                  <p:nvPr/>
                </p:nvSpPr>
                <p:spPr>
                  <a:xfrm>
                    <a:off x="204840" y="-127800"/>
                    <a:ext cx="88920" cy="88920"/>
                  </a:xfrm>
                  <a:prstGeom prst="rect"/>
                  <a:solidFill>
                    <a:srgbClr val="009F8C">
                      <a:alpha val="70000"/>
                    </a:srgbClr>
                  </a:solidFill>
                  <a:ln w="0">
                    <a:noFill/>
                  </a:ln>
                </p:spPr>
                <p:style>
                  <a:lnRef idx="0">
                    <a:srgbClr val="000000"/>
                  </a:lnRef>
                  <a:fillRef idx="0">
                    <a:srgbClr val="000000"/>
                  </a:fillRef>
                  <a:effectRef idx="0">
                    <a:srgbClr val="000000"/>
                  </a:effectRef>
                  <a:fontRef idx="minor">
                    <a:srgbClr val="000000"/>
                  </a:fontRef>
                </p:style>
                <p:txBody>
                  <a:bodyPr anchor="ctr" bIns="44640" tIns="44640">
                    <a:noAutofit/>
                  </a:bodyPr>
                  <a:p>
                    <a:pPr algn="ctr" defTabSz="9144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b="0" sz="1800" lang="en-US" strike="noStrike" u="none">
                      <a:solidFill>
                        <a:srgbClr val="FFFFFF"/>
                      </a:solidFill>
                      <a:effectLst/>
                      <a:latin typeface="OpenSymbol"/>
                    </a:endParaRPr>
                  </a:p>
                </p:txBody>
              </p:sp>
              <p:sp>
                <p:nvSpPr>
                  <p:cNvPr id="1051474" name="Google Shape;1882;p20"/>
                  <p:cNvSpPr/>
                  <p:nvPr/>
                </p:nvSpPr>
                <p:spPr>
                  <a:xfrm>
                    <a:off x="209520" y="-345240"/>
                    <a:ext cx="79200" cy="79200"/>
                  </a:xfrm>
                  <a:prstGeom prst="rect"/>
                  <a:solidFill>
                    <a:srgbClr val="009F8C">
                      <a:alpha val="80000"/>
                    </a:srgbClr>
                  </a:solidFill>
                  <a:ln w="0">
                    <a:noFill/>
                  </a:ln>
                </p:spPr>
                <p:style>
                  <a:lnRef idx="0">
                    <a:srgbClr val="000000"/>
                  </a:lnRef>
                  <a:fillRef idx="0">
                    <a:srgbClr val="000000"/>
                  </a:fillRef>
                  <a:effectRef idx="0">
                    <a:srgbClr val="000000"/>
                  </a:effectRef>
                  <a:fontRef idx="minor">
                    <a:srgbClr val="000000"/>
                  </a:fontRef>
                </p:style>
                <p:txBody>
                  <a:bodyPr anchor="ctr" bIns="39600" tIns="39600">
                    <a:noAutofit/>
                  </a:bodyPr>
                  <a:p>
                    <a:pPr algn="ctr" defTabSz="9144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b="0" sz="1800" lang="en-US" strike="noStrike" u="none">
                      <a:solidFill>
                        <a:srgbClr val="FFFFFF"/>
                      </a:solidFill>
                      <a:effectLst/>
                      <a:latin typeface="OpenSymbol"/>
                    </a:endParaRPr>
                  </a:p>
                </p:txBody>
              </p:sp>
            </p:grpSp>
          </p:grpSp>
          <p:grpSp>
            <p:nvGrpSpPr>
              <p:cNvPr id="475" name="Google Shape;1883;p20"/>
              <p:cNvGrpSpPr/>
              <p:nvPr/>
            </p:nvGrpSpPr>
            <p:grpSpPr>
              <a:xfrm>
                <a:off x="8430840" y="2149560"/>
                <a:ext cx="142920" cy="2454120"/>
                <a:chOff x="8430840" y="2149560"/>
                <a:chExt cx="142920" cy="2454120"/>
              </a:xfrm>
            </p:grpSpPr>
            <p:grpSp>
              <p:nvGrpSpPr>
                <p:cNvPr id="476" name="Google Shape;1884;p20"/>
                <p:cNvGrpSpPr/>
                <p:nvPr/>
              </p:nvGrpSpPr>
              <p:grpSpPr>
                <a:xfrm>
                  <a:off x="8430840" y="2149560"/>
                  <a:ext cx="142920" cy="2454120"/>
                  <a:chOff x="8430840" y="2149560"/>
                  <a:chExt cx="142920" cy="2454120"/>
                </a:xfrm>
              </p:grpSpPr>
              <p:sp>
                <p:nvSpPr>
                  <p:cNvPr id="1051475" name="Google Shape;1885;p20"/>
                  <p:cNvSpPr/>
                  <p:nvPr/>
                </p:nvSpPr>
                <p:spPr>
                  <a:xfrm>
                    <a:off x="8430840" y="4460760"/>
                    <a:ext cx="142920" cy="142920"/>
                  </a:xfrm>
                  <a:prstGeom prst="rect"/>
                  <a:gradFill rotWithShape="0">
                    <a:gsLst>
                      <a:gs pos="0">
                        <a:srgbClr val="7DF3E5"/>
                      </a:gs>
                      <a:gs pos="100000">
                        <a:srgbClr val="02C5AE"/>
                      </a:gs>
                    </a:gsLst>
                    <a:lin ang="2700000"/>
                  </a:gradFill>
                  <a:ln w="0">
                    <a:noFill/>
                  </a:ln>
                  <a:effectLst>
                    <a:outerShdw algn="bl" blurRad="185760" rotWithShape="0">
                      <a:schemeClr val="dk1">
                        <a:alpha val="31000"/>
                      </a:schemeClr>
                    </a:outerShdw>
                  </a:effectLst>
                </p:spPr>
                <p:style>
                  <a:lnRef idx="0">
                    <a:srgbClr val="000000"/>
                  </a:lnRef>
                  <a:fillRef idx="0">
                    <a:srgbClr val="000000"/>
                  </a:fillRef>
                  <a:effectRef idx="0">
                    <a:srgbClr val="000000"/>
                  </a:effectRef>
                  <a:fontRef idx="minor">
                    <a:srgbClr val="000000"/>
                  </a:fontRef>
                </p:style>
                <p:txBody>
                  <a:bodyPr anchor="ctr" bIns="71640" tIns="71640">
                    <a:noAutofit/>
                  </a:bodyPr>
                  <a:p>
                    <a:pPr algn="ctr" defTabSz="9144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b="0" sz="1800" lang="en-US" strike="noStrike" u="none">
                      <a:solidFill>
                        <a:srgbClr val="000000"/>
                      </a:solidFill>
                      <a:effectLst/>
                      <a:latin typeface="OpenSymbol"/>
                    </a:endParaRPr>
                  </a:p>
                </p:txBody>
              </p:sp>
              <p:sp>
                <p:nvSpPr>
                  <p:cNvPr id="1051476" name="Google Shape;1886;p20"/>
                  <p:cNvSpPr/>
                  <p:nvPr/>
                </p:nvSpPr>
                <p:spPr>
                  <a:xfrm>
                    <a:off x="8439480" y="4249800"/>
                    <a:ext cx="126000" cy="126360"/>
                  </a:xfrm>
                  <a:prstGeom prst="rect"/>
                  <a:gradFill rotWithShape="0">
                    <a:gsLst>
                      <a:gs pos="0">
                        <a:srgbClr val="7DF3E5"/>
                      </a:gs>
                      <a:gs pos="100000">
                        <a:srgbClr val="02C5AE"/>
                      </a:gs>
                    </a:gsLst>
                    <a:lin ang="2700000"/>
                  </a:gradFill>
                  <a:ln w="0">
                    <a:noFill/>
                  </a:ln>
                  <a:effectLst>
                    <a:outerShdw algn="bl" blurRad="185760" rotWithShape="0">
                      <a:schemeClr val="dk1">
                        <a:alpha val="31000"/>
                      </a:schemeClr>
                    </a:outerShdw>
                  </a:effectLst>
                </p:spPr>
                <p:style>
                  <a:lnRef idx="0">
                    <a:srgbClr val="000000"/>
                  </a:lnRef>
                  <a:fillRef idx="0">
                    <a:srgbClr val="000000"/>
                  </a:fillRef>
                  <a:effectRef idx="0">
                    <a:srgbClr val="000000"/>
                  </a:effectRef>
                  <a:fontRef idx="minor">
                    <a:srgbClr val="000000"/>
                  </a:fontRef>
                </p:style>
                <p:txBody>
                  <a:bodyPr anchor="ctr" bIns="63360" tIns="63360">
                    <a:noAutofit/>
                  </a:bodyPr>
                  <a:p>
                    <a:pPr algn="ctr" defTabSz="9144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b="0" sz="1800" lang="en-US" strike="noStrike" u="none">
                      <a:solidFill>
                        <a:srgbClr val="000000"/>
                      </a:solidFill>
                      <a:effectLst/>
                      <a:latin typeface="OpenSymbol"/>
                    </a:endParaRPr>
                  </a:p>
                </p:txBody>
              </p:sp>
              <p:sp>
                <p:nvSpPr>
                  <p:cNvPr id="1051477" name="Google Shape;1887;p20"/>
                  <p:cNvSpPr/>
                  <p:nvPr/>
                </p:nvSpPr>
                <p:spPr>
                  <a:xfrm>
                    <a:off x="8439480" y="4039200"/>
                    <a:ext cx="126000" cy="126360"/>
                  </a:xfrm>
                  <a:prstGeom prst="rect"/>
                  <a:gradFill rotWithShape="0">
                    <a:gsLst>
                      <a:gs pos="0">
                        <a:srgbClr val="7DF3E5"/>
                      </a:gs>
                      <a:gs pos="100000">
                        <a:srgbClr val="02C5AE"/>
                      </a:gs>
                    </a:gsLst>
                    <a:lin ang="2700000"/>
                  </a:gradFill>
                  <a:ln w="0">
                    <a:noFill/>
                  </a:ln>
                  <a:effectLst>
                    <a:outerShdw algn="bl" blurRad="185760" rotWithShape="0">
                      <a:schemeClr val="dk1">
                        <a:alpha val="31000"/>
                      </a:schemeClr>
                    </a:outerShdw>
                  </a:effectLst>
                </p:spPr>
                <p:style>
                  <a:lnRef idx="0">
                    <a:srgbClr val="000000"/>
                  </a:lnRef>
                  <a:fillRef idx="0">
                    <a:srgbClr val="000000"/>
                  </a:fillRef>
                  <a:effectRef idx="0">
                    <a:srgbClr val="000000"/>
                  </a:effectRef>
                  <a:fontRef idx="minor">
                    <a:srgbClr val="000000"/>
                  </a:fontRef>
                </p:style>
                <p:txBody>
                  <a:bodyPr anchor="ctr" bIns="63360" tIns="63360">
                    <a:noAutofit/>
                  </a:bodyPr>
                  <a:p>
                    <a:pPr algn="ctr" defTabSz="9144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b="0" sz="1800" lang="en-US" strike="noStrike" u="none">
                      <a:solidFill>
                        <a:srgbClr val="000000"/>
                      </a:solidFill>
                      <a:effectLst/>
                      <a:latin typeface="OpenSymbol"/>
                    </a:endParaRPr>
                  </a:p>
                </p:txBody>
              </p:sp>
              <p:sp>
                <p:nvSpPr>
                  <p:cNvPr id="1051478" name="Google Shape;1888;p20"/>
                  <p:cNvSpPr/>
                  <p:nvPr/>
                </p:nvSpPr>
                <p:spPr>
                  <a:xfrm>
                    <a:off x="8439480" y="3828600"/>
                    <a:ext cx="126000" cy="126360"/>
                  </a:xfrm>
                  <a:prstGeom prst="rect"/>
                  <a:gradFill rotWithShape="0">
                    <a:gsLst>
                      <a:gs pos="0">
                        <a:srgbClr val="7DF3E5"/>
                      </a:gs>
                      <a:gs pos="100000">
                        <a:srgbClr val="02C5AE"/>
                      </a:gs>
                    </a:gsLst>
                    <a:lin ang="2700000"/>
                  </a:gradFill>
                  <a:ln w="0">
                    <a:noFill/>
                  </a:ln>
                  <a:effectLst>
                    <a:outerShdw algn="bl" blurRad="185760" rotWithShape="0">
                      <a:schemeClr val="dk1">
                        <a:alpha val="31000"/>
                      </a:schemeClr>
                    </a:outerShdw>
                  </a:effectLst>
                </p:spPr>
                <p:style>
                  <a:lnRef idx="0">
                    <a:srgbClr val="000000"/>
                  </a:lnRef>
                  <a:fillRef idx="0">
                    <a:srgbClr val="000000"/>
                  </a:fillRef>
                  <a:effectRef idx="0">
                    <a:srgbClr val="000000"/>
                  </a:effectRef>
                  <a:fontRef idx="minor">
                    <a:srgbClr val="000000"/>
                  </a:fontRef>
                </p:style>
                <p:txBody>
                  <a:bodyPr anchor="ctr" bIns="63360" tIns="63360">
                    <a:noAutofit/>
                  </a:bodyPr>
                  <a:p>
                    <a:pPr algn="ctr" defTabSz="9144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b="0" sz="1800" lang="en-US" strike="noStrike" u="none">
                      <a:solidFill>
                        <a:srgbClr val="000000"/>
                      </a:solidFill>
                      <a:effectLst/>
                      <a:latin typeface="OpenSymbol"/>
                    </a:endParaRPr>
                  </a:p>
                </p:txBody>
              </p:sp>
              <p:sp>
                <p:nvSpPr>
                  <p:cNvPr id="1051479" name="Google Shape;1889;p20"/>
                  <p:cNvSpPr/>
                  <p:nvPr/>
                </p:nvSpPr>
                <p:spPr>
                  <a:xfrm>
                    <a:off x="8443800" y="3617640"/>
                    <a:ext cx="117360" cy="117720"/>
                  </a:xfrm>
                  <a:prstGeom prst="rect"/>
                  <a:gradFill rotWithShape="0">
                    <a:gsLst>
                      <a:gs pos="0">
                        <a:srgbClr val="7DF3E5"/>
                      </a:gs>
                      <a:gs pos="100000">
                        <a:srgbClr val="02C5AE"/>
                      </a:gs>
                    </a:gsLst>
                    <a:lin ang="2700000"/>
                  </a:gradFill>
                  <a:ln w="0">
                    <a:noFill/>
                  </a:ln>
                  <a:effectLst>
                    <a:outerShdw algn="bl" blurRad="185760" rotWithShape="0">
                      <a:schemeClr val="dk1">
                        <a:alpha val="31000"/>
                      </a:schemeClr>
                    </a:outerShdw>
                  </a:effectLst>
                </p:spPr>
                <p:style>
                  <a:lnRef idx="0">
                    <a:srgbClr val="000000"/>
                  </a:lnRef>
                  <a:fillRef idx="0">
                    <a:srgbClr val="000000"/>
                  </a:fillRef>
                  <a:effectRef idx="0">
                    <a:srgbClr val="000000"/>
                  </a:effectRef>
                  <a:fontRef idx="minor">
                    <a:srgbClr val="000000"/>
                  </a:fontRef>
                </p:style>
                <p:txBody>
                  <a:bodyPr anchor="ctr" bIns="59040" tIns="59040">
                    <a:noAutofit/>
                  </a:bodyPr>
                  <a:p>
                    <a:pPr algn="ctr" defTabSz="9144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b="0" sz="1800" lang="en-US" strike="noStrike" u="none">
                      <a:solidFill>
                        <a:srgbClr val="000000"/>
                      </a:solidFill>
                      <a:effectLst/>
                      <a:latin typeface="OpenSymbol"/>
                    </a:endParaRPr>
                  </a:p>
                </p:txBody>
              </p:sp>
              <p:sp>
                <p:nvSpPr>
                  <p:cNvPr id="1051480" name="Google Shape;1890;p20"/>
                  <p:cNvSpPr/>
                  <p:nvPr/>
                </p:nvSpPr>
                <p:spPr>
                  <a:xfrm>
                    <a:off x="8443800" y="3407040"/>
                    <a:ext cx="117360" cy="117720"/>
                  </a:xfrm>
                  <a:prstGeom prst="rect"/>
                  <a:gradFill rotWithShape="0">
                    <a:gsLst>
                      <a:gs pos="0">
                        <a:srgbClr val="7DF3E5"/>
                      </a:gs>
                      <a:gs pos="100000">
                        <a:srgbClr val="02C5AE"/>
                      </a:gs>
                    </a:gsLst>
                    <a:lin ang="2700000"/>
                  </a:gradFill>
                  <a:ln w="0">
                    <a:noFill/>
                  </a:ln>
                  <a:effectLst>
                    <a:outerShdw algn="bl" blurRad="185760" rotWithShape="0">
                      <a:schemeClr val="dk1">
                        <a:alpha val="31000"/>
                      </a:schemeClr>
                    </a:outerShdw>
                  </a:effectLst>
                </p:spPr>
                <p:style>
                  <a:lnRef idx="0">
                    <a:srgbClr val="000000"/>
                  </a:lnRef>
                  <a:fillRef idx="0">
                    <a:srgbClr val="000000"/>
                  </a:fillRef>
                  <a:effectRef idx="0">
                    <a:srgbClr val="000000"/>
                  </a:effectRef>
                  <a:fontRef idx="minor">
                    <a:srgbClr val="000000"/>
                  </a:fontRef>
                </p:style>
                <p:txBody>
                  <a:bodyPr anchor="ctr" bIns="59040" tIns="59040">
                    <a:noAutofit/>
                  </a:bodyPr>
                  <a:p>
                    <a:pPr algn="ctr" defTabSz="9144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b="0" sz="1800" lang="en-US" strike="noStrike" u="none">
                      <a:solidFill>
                        <a:srgbClr val="000000"/>
                      </a:solidFill>
                      <a:effectLst/>
                      <a:latin typeface="OpenSymbol"/>
                    </a:endParaRPr>
                  </a:p>
                </p:txBody>
              </p:sp>
              <p:sp>
                <p:nvSpPr>
                  <p:cNvPr id="1051481" name="Google Shape;1891;p20"/>
                  <p:cNvSpPr/>
                  <p:nvPr/>
                </p:nvSpPr>
                <p:spPr>
                  <a:xfrm>
                    <a:off x="8445960" y="3196080"/>
                    <a:ext cx="113040" cy="113040"/>
                  </a:xfrm>
                  <a:prstGeom prst="rect"/>
                  <a:gradFill rotWithShape="0">
                    <a:gsLst>
                      <a:gs pos="0">
                        <a:srgbClr val="7DF3E5"/>
                      </a:gs>
                      <a:gs pos="100000">
                        <a:srgbClr val="02C5AE"/>
                      </a:gs>
                    </a:gsLst>
                    <a:lin ang="2700000"/>
                  </a:gradFill>
                  <a:ln w="0">
                    <a:noFill/>
                  </a:ln>
                  <a:effectLst>
                    <a:outerShdw algn="bl" blurRad="185760" rotWithShape="0">
                      <a:schemeClr val="dk1">
                        <a:alpha val="31000"/>
                      </a:schemeClr>
                    </a:outerShdw>
                  </a:effectLst>
                </p:spPr>
                <p:style>
                  <a:lnRef idx="0">
                    <a:srgbClr val="000000"/>
                  </a:lnRef>
                  <a:fillRef idx="0">
                    <a:srgbClr val="000000"/>
                  </a:fillRef>
                  <a:effectRef idx="0">
                    <a:srgbClr val="000000"/>
                  </a:effectRef>
                  <a:fontRef idx="minor">
                    <a:srgbClr val="000000"/>
                  </a:fontRef>
                </p:style>
                <p:txBody>
                  <a:bodyPr anchor="ctr" bIns="56520" tIns="56520">
                    <a:noAutofit/>
                  </a:bodyPr>
                  <a:p>
                    <a:pPr algn="ctr" defTabSz="9144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b="0" sz="1800" lang="en-US" strike="noStrike" u="none">
                      <a:solidFill>
                        <a:srgbClr val="000000"/>
                      </a:solidFill>
                      <a:effectLst/>
                      <a:latin typeface="OpenSymbol"/>
                    </a:endParaRPr>
                  </a:p>
                </p:txBody>
              </p:sp>
              <p:sp>
                <p:nvSpPr>
                  <p:cNvPr id="1051482" name="Google Shape;1892;p20"/>
                  <p:cNvSpPr/>
                  <p:nvPr/>
                </p:nvSpPr>
                <p:spPr>
                  <a:xfrm>
                    <a:off x="8448120" y="2985480"/>
                    <a:ext cx="108720" cy="108720"/>
                  </a:xfrm>
                  <a:prstGeom prst="rect"/>
                  <a:gradFill rotWithShape="0">
                    <a:gsLst>
                      <a:gs pos="0">
                        <a:srgbClr val="7DF3E5"/>
                      </a:gs>
                      <a:gs pos="100000">
                        <a:srgbClr val="02C5AE"/>
                      </a:gs>
                    </a:gsLst>
                    <a:lin ang="2700000"/>
                  </a:gradFill>
                  <a:ln w="0">
                    <a:noFill/>
                  </a:ln>
                  <a:effectLst>
                    <a:outerShdw algn="bl" blurRad="185760" rotWithShape="0">
                      <a:schemeClr val="dk1">
                        <a:alpha val="31000"/>
                      </a:schemeClr>
                    </a:outerShdw>
                  </a:effectLst>
                </p:spPr>
                <p:style>
                  <a:lnRef idx="0">
                    <a:srgbClr val="000000"/>
                  </a:lnRef>
                  <a:fillRef idx="0">
                    <a:srgbClr val="000000"/>
                  </a:fillRef>
                  <a:effectRef idx="0">
                    <a:srgbClr val="000000"/>
                  </a:effectRef>
                  <a:fontRef idx="minor">
                    <a:srgbClr val="000000"/>
                  </a:fontRef>
                </p:style>
                <p:txBody>
                  <a:bodyPr anchor="ctr" bIns="54360" tIns="54360">
                    <a:noAutofit/>
                  </a:bodyPr>
                  <a:p>
                    <a:pPr algn="ctr" defTabSz="9144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b="0" sz="1800" lang="en-US" strike="noStrike" u="none">
                      <a:solidFill>
                        <a:srgbClr val="000000"/>
                      </a:solidFill>
                      <a:effectLst/>
                      <a:latin typeface="OpenSymbol"/>
                    </a:endParaRPr>
                  </a:p>
                </p:txBody>
              </p:sp>
              <p:sp>
                <p:nvSpPr>
                  <p:cNvPr id="1051483" name="Google Shape;1893;p20"/>
                  <p:cNvSpPr/>
                  <p:nvPr/>
                </p:nvSpPr>
                <p:spPr>
                  <a:xfrm>
                    <a:off x="8453160" y="2779200"/>
                    <a:ext cx="98640" cy="98640"/>
                  </a:xfrm>
                  <a:prstGeom prst="rect"/>
                  <a:gradFill rotWithShape="0">
                    <a:gsLst>
                      <a:gs pos="0">
                        <a:srgbClr val="7DF3E5"/>
                      </a:gs>
                      <a:gs pos="100000">
                        <a:srgbClr val="02C5AE"/>
                      </a:gs>
                    </a:gsLst>
                    <a:lin ang="2700000"/>
                  </a:gradFill>
                  <a:ln w="0">
                    <a:noFill/>
                  </a:ln>
                  <a:effectLst>
                    <a:outerShdw algn="bl" blurRad="185760" rotWithShape="0">
                      <a:schemeClr val="dk1">
                        <a:alpha val="31000"/>
                      </a:schemeClr>
                    </a:outerShdw>
                  </a:effectLst>
                </p:spPr>
                <p:style>
                  <a:lnRef idx="0">
                    <a:srgbClr val="000000"/>
                  </a:lnRef>
                  <a:fillRef idx="0">
                    <a:srgbClr val="000000"/>
                  </a:fillRef>
                  <a:effectRef idx="0">
                    <a:srgbClr val="000000"/>
                  </a:effectRef>
                  <a:fontRef idx="minor">
                    <a:srgbClr val="000000"/>
                  </a:fontRef>
                </p:style>
                <p:txBody>
                  <a:bodyPr anchor="ctr" bIns="49320" tIns="49320">
                    <a:noAutofit/>
                  </a:bodyPr>
                  <a:p>
                    <a:pPr algn="ctr" defTabSz="9144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b="0" sz="1800" lang="en-US" strike="noStrike" u="none">
                      <a:solidFill>
                        <a:srgbClr val="000000"/>
                      </a:solidFill>
                      <a:effectLst/>
                      <a:latin typeface="OpenSymbol"/>
                    </a:endParaRPr>
                  </a:p>
                </p:txBody>
              </p:sp>
              <p:sp>
                <p:nvSpPr>
                  <p:cNvPr id="1051484" name="Google Shape;1894;p20"/>
                  <p:cNvSpPr/>
                  <p:nvPr/>
                </p:nvSpPr>
                <p:spPr>
                  <a:xfrm>
                    <a:off x="8457840" y="2572920"/>
                    <a:ext cx="88920" cy="88920"/>
                  </a:xfrm>
                  <a:prstGeom prst="rect"/>
                  <a:gradFill rotWithShape="0">
                    <a:gsLst>
                      <a:gs pos="0">
                        <a:srgbClr val="7DF3E5"/>
                      </a:gs>
                      <a:gs pos="100000">
                        <a:srgbClr val="02C5AE"/>
                      </a:gs>
                    </a:gsLst>
                    <a:lin ang="2700000"/>
                  </a:gradFill>
                  <a:ln w="0">
                    <a:noFill/>
                  </a:ln>
                  <a:effectLst>
                    <a:outerShdw algn="bl" blurRad="185760" rotWithShape="0">
                      <a:schemeClr val="dk1">
                        <a:alpha val="31000"/>
                      </a:schemeClr>
                    </a:outerShdw>
                  </a:effectLst>
                </p:spPr>
                <p:style>
                  <a:lnRef idx="0">
                    <a:srgbClr val="000000"/>
                  </a:lnRef>
                  <a:fillRef idx="0">
                    <a:srgbClr val="000000"/>
                  </a:fillRef>
                  <a:effectRef idx="0">
                    <a:srgbClr val="000000"/>
                  </a:effectRef>
                  <a:fontRef idx="minor">
                    <a:srgbClr val="000000"/>
                  </a:fontRef>
                </p:style>
                <p:txBody>
                  <a:bodyPr anchor="ctr" bIns="44640" tIns="44640">
                    <a:noAutofit/>
                  </a:bodyPr>
                  <a:p>
                    <a:pPr algn="ctr" defTabSz="9144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b="0" sz="1800" lang="en-US" strike="noStrike" u="none">
                      <a:solidFill>
                        <a:srgbClr val="000000"/>
                      </a:solidFill>
                      <a:effectLst/>
                      <a:latin typeface="OpenSymbol"/>
                    </a:endParaRPr>
                  </a:p>
                </p:txBody>
              </p:sp>
              <p:sp>
                <p:nvSpPr>
                  <p:cNvPr id="1051485" name="Google Shape;1895;p20"/>
                  <p:cNvSpPr/>
                  <p:nvPr/>
                </p:nvSpPr>
                <p:spPr>
                  <a:xfrm>
                    <a:off x="8457840" y="2367000"/>
                    <a:ext cx="88920" cy="88920"/>
                  </a:xfrm>
                  <a:prstGeom prst="rect"/>
                  <a:gradFill rotWithShape="0">
                    <a:gsLst>
                      <a:gs pos="0">
                        <a:srgbClr val="7DF3E5"/>
                      </a:gs>
                      <a:gs pos="100000">
                        <a:srgbClr val="02C5AE"/>
                      </a:gs>
                    </a:gsLst>
                    <a:lin ang="2700000"/>
                  </a:gradFill>
                  <a:ln w="0">
                    <a:noFill/>
                  </a:ln>
                  <a:effectLst>
                    <a:outerShdw algn="bl" blurRad="185760" rotWithShape="0">
                      <a:schemeClr val="dk1">
                        <a:alpha val="31000"/>
                      </a:schemeClr>
                    </a:outerShdw>
                  </a:effectLst>
                </p:spPr>
                <p:style>
                  <a:lnRef idx="0">
                    <a:srgbClr val="000000"/>
                  </a:lnRef>
                  <a:fillRef idx="0">
                    <a:srgbClr val="000000"/>
                  </a:fillRef>
                  <a:effectRef idx="0">
                    <a:srgbClr val="000000"/>
                  </a:effectRef>
                  <a:fontRef idx="minor">
                    <a:srgbClr val="000000"/>
                  </a:fontRef>
                </p:style>
                <p:txBody>
                  <a:bodyPr anchor="ctr" bIns="44640" tIns="44640">
                    <a:noAutofit/>
                  </a:bodyPr>
                  <a:p>
                    <a:pPr algn="ctr" defTabSz="9144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b="0" sz="1800" lang="en-US" strike="noStrike" u="none">
                      <a:solidFill>
                        <a:srgbClr val="000000"/>
                      </a:solidFill>
                      <a:effectLst/>
                      <a:latin typeface="OpenSymbol"/>
                    </a:endParaRPr>
                  </a:p>
                </p:txBody>
              </p:sp>
              <p:sp>
                <p:nvSpPr>
                  <p:cNvPr id="1051486" name="Google Shape;1896;p20"/>
                  <p:cNvSpPr/>
                  <p:nvPr/>
                </p:nvSpPr>
                <p:spPr>
                  <a:xfrm>
                    <a:off x="8462880" y="2149560"/>
                    <a:ext cx="79200" cy="79200"/>
                  </a:xfrm>
                  <a:prstGeom prst="rect"/>
                  <a:gradFill rotWithShape="0">
                    <a:gsLst>
                      <a:gs pos="0">
                        <a:srgbClr val="7DF3E5"/>
                      </a:gs>
                      <a:gs pos="100000">
                        <a:srgbClr val="02C5AE"/>
                      </a:gs>
                    </a:gsLst>
                    <a:lin ang="2700000"/>
                  </a:gradFill>
                  <a:ln w="0">
                    <a:noFill/>
                  </a:ln>
                  <a:effectLst>
                    <a:outerShdw algn="bl" blurRad="185760" rotWithShape="0">
                      <a:schemeClr val="dk1">
                        <a:alpha val="31000"/>
                      </a:schemeClr>
                    </a:outerShdw>
                  </a:effectLst>
                </p:spPr>
                <p:style>
                  <a:lnRef idx="0">
                    <a:srgbClr val="000000"/>
                  </a:lnRef>
                  <a:fillRef idx="0">
                    <a:srgbClr val="000000"/>
                  </a:fillRef>
                  <a:effectRef idx="0">
                    <a:srgbClr val="000000"/>
                  </a:effectRef>
                  <a:fontRef idx="minor">
                    <a:srgbClr val="000000"/>
                  </a:fontRef>
                </p:style>
                <p:txBody>
                  <a:bodyPr anchor="ctr" bIns="39600" tIns="39600">
                    <a:noAutofit/>
                  </a:bodyPr>
                  <a:p>
                    <a:pPr algn="ctr" defTabSz="9144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b="0" sz="1800" lang="en-US" strike="noStrike" u="none">
                      <a:solidFill>
                        <a:srgbClr val="000000"/>
                      </a:solidFill>
                      <a:effectLst/>
                      <a:latin typeface="OpenSymbol"/>
                    </a:endParaRPr>
                  </a:p>
                </p:txBody>
              </p:sp>
            </p:grpSp>
            <p:grpSp>
              <p:nvGrpSpPr>
                <p:cNvPr id="477" name="Google Shape;1897;p20"/>
                <p:cNvGrpSpPr/>
                <p:nvPr/>
              </p:nvGrpSpPr>
              <p:grpSpPr>
                <a:xfrm>
                  <a:off x="8430840" y="2149560"/>
                  <a:ext cx="142920" cy="2454120"/>
                  <a:chOff x="8430840" y="2149560"/>
                  <a:chExt cx="142920" cy="2454120"/>
                </a:xfrm>
              </p:grpSpPr>
              <p:sp>
                <p:nvSpPr>
                  <p:cNvPr id="1051487" name="Google Shape;1898;p20"/>
                  <p:cNvSpPr/>
                  <p:nvPr/>
                </p:nvSpPr>
                <p:spPr>
                  <a:xfrm>
                    <a:off x="8430840" y="4460760"/>
                    <a:ext cx="142920" cy="142920"/>
                  </a:xfrm>
                  <a:prstGeom prst="rect"/>
                  <a:noFill/>
                  <a:ln w="0">
                    <a:noFill/>
                  </a:ln>
                </p:spPr>
                <p:style>
                  <a:lnRef idx="0">
                    <a:srgbClr val="000000"/>
                  </a:lnRef>
                  <a:fillRef idx="0">
                    <a:srgbClr val="000000"/>
                  </a:fillRef>
                  <a:effectRef idx="0">
                    <a:srgbClr val="000000"/>
                  </a:effectRef>
                  <a:fontRef idx="minor">
                    <a:srgbClr val="000000"/>
                  </a:fontRef>
                </p:style>
                <p:txBody>
                  <a:bodyPr anchor="ctr" bIns="71640" tIns="71640">
                    <a:noAutofit/>
                  </a:bodyPr>
                  <a:p>
                    <a:pPr algn="ctr" defTabSz="9144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b="0" sz="1800" lang="en-US" strike="noStrike" u="none">
                      <a:solidFill>
                        <a:srgbClr val="FFFFFF"/>
                      </a:solidFill>
                      <a:effectLst/>
                      <a:latin typeface="OpenSymbol"/>
                    </a:endParaRPr>
                  </a:p>
                </p:txBody>
              </p:sp>
              <p:sp>
                <p:nvSpPr>
                  <p:cNvPr id="1051488" name="Google Shape;1899;p20"/>
                  <p:cNvSpPr/>
                  <p:nvPr/>
                </p:nvSpPr>
                <p:spPr>
                  <a:xfrm>
                    <a:off x="8439480" y="4249800"/>
                    <a:ext cx="126000" cy="126360"/>
                  </a:xfrm>
                  <a:prstGeom prst="rect"/>
                  <a:solidFill>
                    <a:srgbClr val="009F8C">
                      <a:alpha val="5000"/>
                    </a:srgbClr>
                  </a:solidFill>
                  <a:ln w="0">
                    <a:noFill/>
                  </a:ln>
                </p:spPr>
                <p:style>
                  <a:lnRef idx="0">
                    <a:srgbClr val="000000"/>
                  </a:lnRef>
                  <a:fillRef idx="0">
                    <a:srgbClr val="000000"/>
                  </a:fillRef>
                  <a:effectRef idx="0">
                    <a:srgbClr val="000000"/>
                  </a:effectRef>
                  <a:fontRef idx="minor">
                    <a:srgbClr val="000000"/>
                  </a:fontRef>
                </p:style>
                <p:txBody>
                  <a:bodyPr anchor="ctr" bIns="63360" tIns="63360">
                    <a:noAutofit/>
                  </a:bodyPr>
                  <a:p>
                    <a:pPr algn="ctr" defTabSz="9144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b="0" sz="1800" lang="en-US" strike="noStrike" u="none">
                      <a:solidFill>
                        <a:srgbClr val="FFFFFF"/>
                      </a:solidFill>
                      <a:effectLst/>
                      <a:latin typeface="OpenSymbol"/>
                    </a:endParaRPr>
                  </a:p>
                </p:txBody>
              </p:sp>
              <p:sp>
                <p:nvSpPr>
                  <p:cNvPr id="1051489" name="Google Shape;1900;p20"/>
                  <p:cNvSpPr/>
                  <p:nvPr/>
                </p:nvSpPr>
                <p:spPr>
                  <a:xfrm>
                    <a:off x="8439480" y="4039200"/>
                    <a:ext cx="126000" cy="126360"/>
                  </a:xfrm>
                  <a:prstGeom prst="rect"/>
                  <a:solidFill>
                    <a:srgbClr val="009F8C">
                      <a:alpha val="10000"/>
                    </a:srgbClr>
                  </a:solidFill>
                  <a:ln w="0">
                    <a:noFill/>
                  </a:ln>
                </p:spPr>
                <p:style>
                  <a:lnRef idx="0">
                    <a:srgbClr val="000000"/>
                  </a:lnRef>
                  <a:fillRef idx="0">
                    <a:srgbClr val="000000"/>
                  </a:fillRef>
                  <a:effectRef idx="0">
                    <a:srgbClr val="000000"/>
                  </a:effectRef>
                  <a:fontRef idx="minor">
                    <a:srgbClr val="000000"/>
                  </a:fontRef>
                </p:style>
                <p:txBody>
                  <a:bodyPr anchor="ctr" bIns="63360" tIns="63360">
                    <a:noAutofit/>
                  </a:bodyPr>
                  <a:p>
                    <a:pPr algn="ctr" defTabSz="9144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b="0" sz="1800" lang="en-US" strike="noStrike" u="none">
                      <a:solidFill>
                        <a:srgbClr val="FFFFFF"/>
                      </a:solidFill>
                      <a:effectLst/>
                      <a:latin typeface="OpenSymbol"/>
                    </a:endParaRPr>
                  </a:p>
                </p:txBody>
              </p:sp>
              <p:sp>
                <p:nvSpPr>
                  <p:cNvPr id="1051490" name="Google Shape;1901;p20"/>
                  <p:cNvSpPr/>
                  <p:nvPr/>
                </p:nvSpPr>
                <p:spPr>
                  <a:xfrm>
                    <a:off x="8439480" y="3828600"/>
                    <a:ext cx="126000" cy="126360"/>
                  </a:xfrm>
                  <a:prstGeom prst="rect"/>
                  <a:solidFill>
                    <a:srgbClr val="009F8C">
                      <a:alpha val="20000"/>
                    </a:srgbClr>
                  </a:solidFill>
                  <a:ln w="0">
                    <a:noFill/>
                  </a:ln>
                </p:spPr>
                <p:style>
                  <a:lnRef idx="0">
                    <a:srgbClr val="000000"/>
                  </a:lnRef>
                  <a:fillRef idx="0">
                    <a:srgbClr val="000000"/>
                  </a:fillRef>
                  <a:effectRef idx="0">
                    <a:srgbClr val="000000"/>
                  </a:effectRef>
                  <a:fontRef idx="minor">
                    <a:srgbClr val="000000"/>
                  </a:fontRef>
                </p:style>
                <p:txBody>
                  <a:bodyPr anchor="ctr" bIns="63360" tIns="63360">
                    <a:noAutofit/>
                  </a:bodyPr>
                  <a:p>
                    <a:pPr algn="ctr" defTabSz="9144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b="0" sz="1800" lang="en-US" strike="noStrike" u="none">
                      <a:solidFill>
                        <a:srgbClr val="FFFFFF"/>
                      </a:solidFill>
                      <a:effectLst/>
                      <a:latin typeface="OpenSymbol"/>
                    </a:endParaRPr>
                  </a:p>
                </p:txBody>
              </p:sp>
              <p:sp>
                <p:nvSpPr>
                  <p:cNvPr id="1051491" name="Google Shape;1902;p20"/>
                  <p:cNvSpPr/>
                  <p:nvPr/>
                </p:nvSpPr>
                <p:spPr>
                  <a:xfrm>
                    <a:off x="8443800" y="3617640"/>
                    <a:ext cx="117360" cy="117720"/>
                  </a:xfrm>
                  <a:prstGeom prst="rect"/>
                  <a:solidFill>
                    <a:srgbClr val="009F8C">
                      <a:alpha val="30000"/>
                    </a:srgbClr>
                  </a:solidFill>
                  <a:ln w="0">
                    <a:noFill/>
                  </a:ln>
                </p:spPr>
                <p:style>
                  <a:lnRef idx="0">
                    <a:srgbClr val="000000"/>
                  </a:lnRef>
                  <a:fillRef idx="0">
                    <a:srgbClr val="000000"/>
                  </a:fillRef>
                  <a:effectRef idx="0">
                    <a:srgbClr val="000000"/>
                  </a:effectRef>
                  <a:fontRef idx="minor">
                    <a:srgbClr val="000000"/>
                  </a:fontRef>
                </p:style>
                <p:txBody>
                  <a:bodyPr anchor="ctr" bIns="59040" tIns="59040">
                    <a:noAutofit/>
                  </a:bodyPr>
                  <a:p>
                    <a:pPr algn="ctr" defTabSz="9144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b="0" sz="1800" lang="en-US" strike="noStrike" u="none">
                      <a:solidFill>
                        <a:srgbClr val="FFFFFF"/>
                      </a:solidFill>
                      <a:effectLst/>
                      <a:latin typeface="OpenSymbol"/>
                    </a:endParaRPr>
                  </a:p>
                </p:txBody>
              </p:sp>
              <p:sp>
                <p:nvSpPr>
                  <p:cNvPr id="1051492" name="Google Shape;1903;p20"/>
                  <p:cNvSpPr/>
                  <p:nvPr/>
                </p:nvSpPr>
                <p:spPr>
                  <a:xfrm>
                    <a:off x="8443800" y="3407040"/>
                    <a:ext cx="117360" cy="117720"/>
                  </a:xfrm>
                  <a:prstGeom prst="rect"/>
                  <a:solidFill>
                    <a:srgbClr val="009F8C">
                      <a:alpha val="40000"/>
                    </a:srgbClr>
                  </a:solidFill>
                  <a:ln w="0">
                    <a:noFill/>
                  </a:ln>
                </p:spPr>
                <p:style>
                  <a:lnRef idx="0">
                    <a:srgbClr val="000000"/>
                  </a:lnRef>
                  <a:fillRef idx="0">
                    <a:srgbClr val="000000"/>
                  </a:fillRef>
                  <a:effectRef idx="0">
                    <a:srgbClr val="000000"/>
                  </a:effectRef>
                  <a:fontRef idx="minor">
                    <a:srgbClr val="000000"/>
                  </a:fontRef>
                </p:style>
                <p:txBody>
                  <a:bodyPr anchor="ctr" bIns="59040" tIns="59040">
                    <a:noAutofit/>
                  </a:bodyPr>
                  <a:p>
                    <a:pPr algn="ctr" defTabSz="9144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b="0" sz="1800" lang="en-US" strike="noStrike" u="none">
                      <a:solidFill>
                        <a:srgbClr val="FFFFFF"/>
                      </a:solidFill>
                      <a:effectLst/>
                      <a:latin typeface="OpenSymbol"/>
                    </a:endParaRPr>
                  </a:p>
                </p:txBody>
              </p:sp>
              <p:sp>
                <p:nvSpPr>
                  <p:cNvPr id="1051493" name="Google Shape;1904;p20"/>
                  <p:cNvSpPr/>
                  <p:nvPr/>
                </p:nvSpPr>
                <p:spPr>
                  <a:xfrm>
                    <a:off x="8445960" y="3196080"/>
                    <a:ext cx="113040" cy="113040"/>
                  </a:xfrm>
                  <a:prstGeom prst="rect"/>
                  <a:solidFill>
                    <a:srgbClr val="009F8C">
                      <a:alpha val="50000"/>
                    </a:srgbClr>
                  </a:solidFill>
                  <a:ln w="0">
                    <a:noFill/>
                  </a:ln>
                </p:spPr>
                <p:style>
                  <a:lnRef idx="0">
                    <a:srgbClr val="000000"/>
                  </a:lnRef>
                  <a:fillRef idx="0">
                    <a:srgbClr val="000000"/>
                  </a:fillRef>
                  <a:effectRef idx="0">
                    <a:srgbClr val="000000"/>
                  </a:effectRef>
                  <a:fontRef idx="minor">
                    <a:srgbClr val="000000"/>
                  </a:fontRef>
                </p:style>
                <p:txBody>
                  <a:bodyPr anchor="ctr" bIns="56520" tIns="56520">
                    <a:noAutofit/>
                  </a:bodyPr>
                  <a:p>
                    <a:pPr algn="ctr" defTabSz="9144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b="0" sz="1800" lang="en-US" strike="noStrike" u="none">
                      <a:solidFill>
                        <a:srgbClr val="FFFFFF"/>
                      </a:solidFill>
                      <a:effectLst/>
                      <a:latin typeface="OpenSymbol"/>
                    </a:endParaRPr>
                  </a:p>
                </p:txBody>
              </p:sp>
              <p:sp>
                <p:nvSpPr>
                  <p:cNvPr id="1051494" name="Google Shape;1905;p20"/>
                  <p:cNvSpPr/>
                  <p:nvPr/>
                </p:nvSpPr>
                <p:spPr>
                  <a:xfrm>
                    <a:off x="8448120" y="2985480"/>
                    <a:ext cx="108720" cy="108720"/>
                  </a:xfrm>
                  <a:prstGeom prst="rect"/>
                  <a:solidFill>
                    <a:srgbClr val="009F8C">
                      <a:alpha val="55000"/>
                    </a:srgbClr>
                  </a:solidFill>
                  <a:ln w="0">
                    <a:noFill/>
                  </a:ln>
                </p:spPr>
                <p:style>
                  <a:lnRef idx="0">
                    <a:srgbClr val="000000"/>
                  </a:lnRef>
                  <a:fillRef idx="0">
                    <a:srgbClr val="000000"/>
                  </a:fillRef>
                  <a:effectRef idx="0">
                    <a:srgbClr val="000000"/>
                  </a:effectRef>
                  <a:fontRef idx="minor">
                    <a:srgbClr val="000000"/>
                  </a:fontRef>
                </p:style>
                <p:txBody>
                  <a:bodyPr anchor="ctr" bIns="54360" tIns="54360">
                    <a:noAutofit/>
                  </a:bodyPr>
                  <a:p>
                    <a:pPr algn="ctr" defTabSz="9144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b="0" sz="1800" lang="en-US" strike="noStrike" u="none">
                      <a:solidFill>
                        <a:srgbClr val="FFFFFF"/>
                      </a:solidFill>
                      <a:effectLst/>
                      <a:latin typeface="OpenSymbol"/>
                    </a:endParaRPr>
                  </a:p>
                </p:txBody>
              </p:sp>
              <p:sp>
                <p:nvSpPr>
                  <p:cNvPr id="1051495" name="Google Shape;1906;p20"/>
                  <p:cNvSpPr/>
                  <p:nvPr/>
                </p:nvSpPr>
                <p:spPr>
                  <a:xfrm>
                    <a:off x="8453160" y="2779200"/>
                    <a:ext cx="98640" cy="98640"/>
                  </a:xfrm>
                  <a:prstGeom prst="rect"/>
                  <a:solidFill>
                    <a:srgbClr val="009F8C">
                      <a:alpha val="60000"/>
                    </a:srgbClr>
                  </a:solidFill>
                  <a:ln w="0">
                    <a:noFill/>
                  </a:ln>
                </p:spPr>
                <p:style>
                  <a:lnRef idx="0">
                    <a:srgbClr val="000000"/>
                  </a:lnRef>
                  <a:fillRef idx="0">
                    <a:srgbClr val="000000"/>
                  </a:fillRef>
                  <a:effectRef idx="0">
                    <a:srgbClr val="000000"/>
                  </a:effectRef>
                  <a:fontRef idx="minor">
                    <a:srgbClr val="000000"/>
                  </a:fontRef>
                </p:style>
                <p:txBody>
                  <a:bodyPr anchor="ctr" bIns="49320" tIns="49320">
                    <a:noAutofit/>
                  </a:bodyPr>
                  <a:p>
                    <a:pPr algn="ctr" defTabSz="9144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b="0" sz="1800" lang="en-US" strike="noStrike" u="none">
                      <a:solidFill>
                        <a:srgbClr val="FFFFFF"/>
                      </a:solidFill>
                      <a:effectLst/>
                      <a:latin typeface="OpenSymbol"/>
                    </a:endParaRPr>
                  </a:p>
                </p:txBody>
              </p:sp>
              <p:sp>
                <p:nvSpPr>
                  <p:cNvPr id="1051496" name="Google Shape;1907;p20"/>
                  <p:cNvSpPr/>
                  <p:nvPr/>
                </p:nvSpPr>
                <p:spPr>
                  <a:xfrm>
                    <a:off x="8457840" y="2572920"/>
                    <a:ext cx="88920" cy="88920"/>
                  </a:xfrm>
                  <a:prstGeom prst="rect"/>
                  <a:solidFill>
                    <a:srgbClr val="009F8C">
                      <a:alpha val="65000"/>
                    </a:srgbClr>
                  </a:solidFill>
                  <a:ln w="0">
                    <a:noFill/>
                  </a:ln>
                </p:spPr>
                <p:style>
                  <a:lnRef idx="0">
                    <a:srgbClr val="000000"/>
                  </a:lnRef>
                  <a:fillRef idx="0">
                    <a:srgbClr val="000000"/>
                  </a:fillRef>
                  <a:effectRef idx="0">
                    <a:srgbClr val="000000"/>
                  </a:effectRef>
                  <a:fontRef idx="minor">
                    <a:srgbClr val="000000"/>
                  </a:fontRef>
                </p:style>
                <p:txBody>
                  <a:bodyPr anchor="ctr" bIns="44640" tIns="44640">
                    <a:noAutofit/>
                  </a:bodyPr>
                  <a:p>
                    <a:pPr algn="ctr" defTabSz="9144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b="0" sz="1800" lang="en-US" strike="noStrike" u="none">
                      <a:solidFill>
                        <a:srgbClr val="FFFFFF"/>
                      </a:solidFill>
                      <a:effectLst/>
                      <a:latin typeface="OpenSymbol"/>
                    </a:endParaRPr>
                  </a:p>
                </p:txBody>
              </p:sp>
              <p:sp>
                <p:nvSpPr>
                  <p:cNvPr id="1051497" name="Google Shape;1908;p20"/>
                  <p:cNvSpPr/>
                  <p:nvPr/>
                </p:nvSpPr>
                <p:spPr>
                  <a:xfrm>
                    <a:off x="8457840" y="2367000"/>
                    <a:ext cx="88920" cy="88920"/>
                  </a:xfrm>
                  <a:prstGeom prst="rect"/>
                  <a:solidFill>
                    <a:srgbClr val="009F8C">
                      <a:alpha val="70000"/>
                    </a:srgbClr>
                  </a:solidFill>
                  <a:ln w="0">
                    <a:noFill/>
                  </a:ln>
                </p:spPr>
                <p:style>
                  <a:lnRef idx="0">
                    <a:srgbClr val="000000"/>
                  </a:lnRef>
                  <a:fillRef idx="0">
                    <a:srgbClr val="000000"/>
                  </a:fillRef>
                  <a:effectRef idx="0">
                    <a:srgbClr val="000000"/>
                  </a:effectRef>
                  <a:fontRef idx="minor">
                    <a:srgbClr val="000000"/>
                  </a:fontRef>
                </p:style>
                <p:txBody>
                  <a:bodyPr anchor="ctr" bIns="44640" tIns="44640">
                    <a:noAutofit/>
                  </a:bodyPr>
                  <a:p>
                    <a:pPr algn="ctr" defTabSz="9144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b="0" sz="1800" lang="en-US" strike="noStrike" u="none">
                      <a:solidFill>
                        <a:srgbClr val="FFFFFF"/>
                      </a:solidFill>
                      <a:effectLst/>
                      <a:latin typeface="OpenSymbol"/>
                    </a:endParaRPr>
                  </a:p>
                </p:txBody>
              </p:sp>
              <p:sp>
                <p:nvSpPr>
                  <p:cNvPr id="1051498" name="Google Shape;1909;p20"/>
                  <p:cNvSpPr/>
                  <p:nvPr/>
                </p:nvSpPr>
                <p:spPr>
                  <a:xfrm>
                    <a:off x="8462880" y="2149560"/>
                    <a:ext cx="79200" cy="79200"/>
                  </a:xfrm>
                  <a:prstGeom prst="rect"/>
                  <a:solidFill>
                    <a:srgbClr val="009F8C">
                      <a:alpha val="80000"/>
                    </a:srgbClr>
                  </a:solidFill>
                  <a:ln w="0">
                    <a:noFill/>
                  </a:ln>
                </p:spPr>
                <p:style>
                  <a:lnRef idx="0">
                    <a:srgbClr val="000000"/>
                  </a:lnRef>
                  <a:fillRef idx="0">
                    <a:srgbClr val="000000"/>
                  </a:fillRef>
                  <a:effectRef idx="0">
                    <a:srgbClr val="000000"/>
                  </a:effectRef>
                  <a:fontRef idx="minor">
                    <a:srgbClr val="000000"/>
                  </a:fontRef>
                </p:style>
                <p:txBody>
                  <a:bodyPr anchor="ctr" bIns="39600" tIns="39600">
                    <a:noAutofit/>
                  </a:bodyPr>
                  <a:p>
                    <a:pPr algn="ctr" defTabSz="9144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b="0" sz="1800" lang="en-US" strike="noStrike" u="none">
                      <a:solidFill>
                        <a:srgbClr val="FFFFFF"/>
                      </a:solidFill>
                      <a:effectLst/>
                      <a:latin typeface="OpenSymbol"/>
                    </a:endParaRPr>
                  </a:p>
                </p:txBody>
              </p:sp>
            </p:grpSp>
          </p:grpSp>
        </p:grpSp>
        <p:grpSp>
          <p:nvGrpSpPr>
            <p:cNvPr id="478" name="Google Shape;1910;p20"/>
            <p:cNvGrpSpPr/>
            <p:nvPr/>
          </p:nvGrpSpPr>
          <p:grpSpPr>
            <a:xfrm>
              <a:off x="713160" y="2983320"/>
              <a:ext cx="142920" cy="2453760"/>
              <a:chOff x="713160" y="2983320"/>
              <a:chExt cx="142920" cy="2453760"/>
            </a:xfrm>
          </p:grpSpPr>
          <p:grpSp>
            <p:nvGrpSpPr>
              <p:cNvPr id="479" name="Google Shape;1911;p20"/>
              <p:cNvGrpSpPr/>
              <p:nvPr/>
            </p:nvGrpSpPr>
            <p:grpSpPr>
              <a:xfrm>
                <a:off x="713160" y="2983320"/>
                <a:ext cx="142920" cy="2453760"/>
                <a:chOff x="713160" y="2983320"/>
                <a:chExt cx="142920" cy="2453760"/>
              </a:xfrm>
            </p:grpSpPr>
            <p:sp>
              <p:nvSpPr>
                <p:cNvPr id="1051499" name="Google Shape;1912;p20"/>
                <p:cNvSpPr/>
                <p:nvPr/>
              </p:nvSpPr>
              <p:spPr>
                <a:xfrm>
                  <a:off x="713160" y="5294160"/>
                  <a:ext cx="142920" cy="142920"/>
                </a:xfrm>
                <a:prstGeom prst="rect"/>
                <a:gradFill rotWithShape="0">
                  <a:gsLst>
                    <a:gs pos="0">
                      <a:srgbClr val="B6F8F0"/>
                    </a:gs>
                    <a:gs pos="100000">
                      <a:srgbClr val="7DF3E5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71640" tIns="7164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1500" name="Google Shape;1913;p20"/>
                <p:cNvSpPr/>
                <p:nvPr/>
              </p:nvSpPr>
              <p:spPr>
                <a:xfrm>
                  <a:off x="721800" y="5083560"/>
                  <a:ext cx="126000" cy="126360"/>
                </a:xfrm>
                <a:prstGeom prst="rect"/>
                <a:gradFill rotWithShape="0">
                  <a:gsLst>
                    <a:gs pos="0">
                      <a:srgbClr val="B6F8F0"/>
                    </a:gs>
                    <a:gs pos="100000">
                      <a:srgbClr val="7DF3E5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63360" tIns="6336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1501" name="Google Shape;1914;p20"/>
                <p:cNvSpPr/>
                <p:nvPr/>
              </p:nvSpPr>
              <p:spPr>
                <a:xfrm>
                  <a:off x="721800" y="4872960"/>
                  <a:ext cx="126000" cy="126360"/>
                </a:xfrm>
                <a:prstGeom prst="rect"/>
                <a:gradFill rotWithShape="0">
                  <a:gsLst>
                    <a:gs pos="0">
                      <a:srgbClr val="B6F8F0"/>
                    </a:gs>
                    <a:gs pos="100000">
                      <a:srgbClr val="7DF3E5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63360" tIns="6336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1502" name="Google Shape;1915;p20"/>
                <p:cNvSpPr/>
                <p:nvPr/>
              </p:nvSpPr>
              <p:spPr>
                <a:xfrm>
                  <a:off x="721800" y="4662000"/>
                  <a:ext cx="126000" cy="126360"/>
                </a:xfrm>
                <a:prstGeom prst="rect"/>
                <a:gradFill rotWithShape="0">
                  <a:gsLst>
                    <a:gs pos="0">
                      <a:srgbClr val="B6F8F0"/>
                    </a:gs>
                    <a:gs pos="100000">
                      <a:srgbClr val="7DF3E5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63360" tIns="6336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1503" name="Google Shape;1916;p20"/>
                <p:cNvSpPr/>
                <p:nvPr/>
              </p:nvSpPr>
              <p:spPr>
                <a:xfrm>
                  <a:off x="726120" y="4451400"/>
                  <a:ext cx="117360" cy="117720"/>
                </a:xfrm>
                <a:prstGeom prst="rect"/>
                <a:gradFill rotWithShape="0">
                  <a:gsLst>
                    <a:gs pos="0">
                      <a:srgbClr val="B6F8F0"/>
                    </a:gs>
                    <a:gs pos="100000">
                      <a:srgbClr val="7DF3E5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59040" tIns="5904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1504" name="Google Shape;1917;p20"/>
                <p:cNvSpPr/>
                <p:nvPr/>
              </p:nvSpPr>
              <p:spPr>
                <a:xfrm>
                  <a:off x="726120" y="4240800"/>
                  <a:ext cx="117360" cy="117720"/>
                </a:xfrm>
                <a:prstGeom prst="rect"/>
                <a:gradFill rotWithShape="0">
                  <a:gsLst>
                    <a:gs pos="0">
                      <a:srgbClr val="B6F8F0"/>
                    </a:gs>
                    <a:gs pos="100000">
                      <a:srgbClr val="7DF3E5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59040" tIns="5904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1505" name="Google Shape;1918;p20"/>
                <p:cNvSpPr/>
                <p:nvPr/>
              </p:nvSpPr>
              <p:spPr>
                <a:xfrm>
                  <a:off x="728280" y="4029840"/>
                  <a:ext cx="113040" cy="113040"/>
                </a:xfrm>
                <a:prstGeom prst="rect"/>
                <a:gradFill rotWithShape="0">
                  <a:gsLst>
                    <a:gs pos="0">
                      <a:srgbClr val="B6F8F0"/>
                    </a:gs>
                    <a:gs pos="100000">
                      <a:srgbClr val="7DF3E5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56520" tIns="5652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1506" name="Google Shape;1919;p20"/>
                <p:cNvSpPr/>
                <p:nvPr/>
              </p:nvSpPr>
              <p:spPr>
                <a:xfrm>
                  <a:off x="730440" y="3819240"/>
                  <a:ext cx="108720" cy="108720"/>
                </a:xfrm>
                <a:prstGeom prst="rect"/>
                <a:gradFill rotWithShape="0">
                  <a:gsLst>
                    <a:gs pos="0">
                      <a:srgbClr val="B6F8F0"/>
                    </a:gs>
                    <a:gs pos="100000">
                      <a:srgbClr val="7DF3E5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54360" tIns="5436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1507" name="Google Shape;1920;p20"/>
                <p:cNvSpPr/>
                <p:nvPr/>
              </p:nvSpPr>
              <p:spPr>
                <a:xfrm>
                  <a:off x="735480" y="3612960"/>
                  <a:ext cx="98640" cy="98640"/>
                </a:xfrm>
                <a:prstGeom prst="rect"/>
                <a:gradFill rotWithShape="0">
                  <a:gsLst>
                    <a:gs pos="0">
                      <a:srgbClr val="B6F8F0"/>
                    </a:gs>
                    <a:gs pos="100000">
                      <a:srgbClr val="7DF3E5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49320" tIns="4932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1508" name="Google Shape;1921;p20"/>
                <p:cNvSpPr/>
                <p:nvPr/>
              </p:nvSpPr>
              <p:spPr>
                <a:xfrm>
                  <a:off x="740160" y="3406680"/>
                  <a:ext cx="88920" cy="88920"/>
                </a:xfrm>
                <a:prstGeom prst="rect"/>
                <a:gradFill rotWithShape="0">
                  <a:gsLst>
                    <a:gs pos="0">
                      <a:srgbClr val="B6F8F0"/>
                    </a:gs>
                    <a:gs pos="100000">
                      <a:srgbClr val="7DF3E5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44640" tIns="4464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1509" name="Google Shape;1922;p20"/>
                <p:cNvSpPr/>
                <p:nvPr/>
              </p:nvSpPr>
              <p:spPr>
                <a:xfrm>
                  <a:off x="740160" y="3200400"/>
                  <a:ext cx="88920" cy="88920"/>
                </a:xfrm>
                <a:prstGeom prst="rect"/>
                <a:gradFill rotWithShape="0">
                  <a:gsLst>
                    <a:gs pos="0">
                      <a:srgbClr val="B6F8F0"/>
                    </a:gs>
                    <a:gs pos="100000">
                      <a:srgbClr val="7DF3E5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44640" tIns="4464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1510" name="Google Shape;1923;p20"/>
                <p:cNvSpPr/>
                <p:nvPr/>
              </p:nvSpPr>
              <p:spPr>
                <a:xfrm>
                  <a:off x="745200" y="2983320"/>
                  <a:ext cx="79200" cy="79200"/>
                </a:xfrm>
                <a:prstGeom prst="rect"/>
                <a:gradFill rotWithShape="0">
                  <a:gsLst>
                    <a:gs pos="0">
                      <a:srgbClr val="B6F8F0"/>
                    </a:gs>
                    <a:gs pos="100000">
                      <a:srgbClr val="7DF3E5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39600" tIns="3960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</p:grpSp>
          <p:grpSp>
            <p:nvGrpSpPr>
              <p:cNvPr id="480" name="Google Shape;1924;p20"/>
              <p:cNvGrpSpPr/>
              <p:nvPr/>
            </p:nvGrpSpPr>
            <p:grpSpPr>
              <a:xfrm>
                <a:off x="713160" y="2983320"/>
                <a:ext cx="142920" cy="2453760"/>
                <a:chOff x="713160" y="2983320"/>
                <a:chExt cx="142920" cy="2453760"/>
              </a:xfrm>
            </p:grpSpPr>
            <p:sp>
              <p:nvSpPr>
                <p:cNvPr id="1051511" name="Google Shape;1925;p20"/>
                <p:cNvSpPr/>
                <p:nvPr/>
              </p:nvSpPr>
              <p:spPr>
                <a:xfrm>
                  <a:off x="713160" y="5294160"/>
                  <a:ext cx="142920" cy="142920"/>
                </a:xfrm>
                <a:prstGeom prst="rect"/>
                <a:noFill/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71640" tIns="7164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1512" name="Google Shape;1926;p20"/>
                <p:cNvSpPr/>
                <p:nvPr/>
              </p:nvSpPr>
              <p:spPr>
                <a:xfrm>
                  <a:off x="721800" y="5083560"/>
                  <a:ext cx="126000" cy="126360"/>
                </a:xfrm>
                <a:prstGeom prst="rect"/>
                <a:solidFill>
                  <a:srgbClr val="009F8C">
                    <a:alpha val="5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63360" tIns="6336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1513" name="Google Shape;1927;p20"/>
                <p:cNvSpPr/>
                <p:nvPr/>
              </p:nvSpPr>
              <p:spPr>
                <a:xfrm>
                  <a:off x="721800" y="4872960"/>
                  <a:ext cx="126000" cy="126360"/>
                </a:xfrm>
                <a:prstGeom prst="rect"/>
                <a:solidFill>
                  <a:srgbClr val="009F8C">
                    <a:alpha val="10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63360" tIns="6336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1514" name="Google Shape;1928;p20"/>
                <p:cNvSpPr/>
                <p:nvPr/>
              </p:nvSpPr>
              <p:spPr>
                <a:xfrm>
                  <a:off x="721800" y="4662000"/>
                  <a:ext cx="126000" cy="126360"/>
                </a:xfrm>
                <a:prstGeom prst="rect"/>
                <a:solidFill>
                  <a:srgbClr val="009F8C">
                    <a:alpha val="20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63360" tIns="6336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1515" name="Google Shape;1929;p20"/>
                <p:cNvSpPr/>
                <p:nvPr/>
              </p:nvSpPr>
              <p:spPr>
                <a:xfrm>
                  <a:off x="726120" y="4451400"/>
                  <a:ext cx="117360" cy="117720"/>
                </a:xfrm>
                <a:prstGeom prst="rect"/>
                <a:solidFill>
                  <a:srgbClr val="009F8C">
                    <a:alpha val="30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59040" tIns="5904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1516" name="Google Shape;1930;p20"/>
                <p:cNvSpPr/>
                <p:nvPr/>
              </p:nvSpPr>
              <p:spPr>
                <a:xfrm>
                  <a:off x="726120" y="4240800"/>
                  <a:ext cx="117360" cy="117720"/>
                </a:xfrm>
                <a:prstGeom prst="rect"/>
                <a:solidFill>
                  <a:srgbClr val="009F8C">
                    <a:alpha val="40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59040" tIns="5904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1517" name="Google Shape;1931;p20"/>
                <p:cNvSpPr/>
                <p:nvPr/>
              </p:nvSpPr>
              <p:spPr>
                <a:xfrm>
                  <a:off x="728280" y="4029840"/>
                  <a:ext cx="113040" cy="113040"/>
                </a:xfrm>
                <a:prstGeom prst="rect"/>
                <a:solidFill>
                  <a:srgbClr val="009F8C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56520" tIns="5652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1518" name="Google Shape;1932;p20"/>
                <p:cNvSpPr/>
                <p:nvPr/>
              </p:nvSpPr>
              <p:spPr>
                <a:xfrm>
                  <a:off x="730440" y="3819240"/>
                  <a:ext cx="108720" cy="108720"/>
                </a:xfrm>
                <a:prstGeom prst="rect"/>
                <a:solidFill>
                  <a:srgbClr val="009F8C">
                    <a:alpha val="55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54360" tIns="5436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1519" name="Google Shape;1933;p20"/>
                <p:cNvSpPr/>
                <p:nvPr/>
              </p:nvSpPr>
              <p:spPr>
                <a:xfrm>
                  <a:off x="735480" y="3612960"/>
                  <a:ext cx="98640" cy="98640"/>
                </a:xfrm>
                <a:prstGeom prst="rect"/>
                <a:solidFill>
                  <a:srgbClr val="009F8C">
                    <a:alpha val="60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49320" tIns="4932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1520" name="Google Shape;1934;p20"/>
                <p:cNvSpPr/>
                <p:nvPr/>
              </p:nvSpPr>
              <p:spPr>
                <a:xfrm>
                  <a:off x="740160" y="3406680"/>
                  <a:ext cx="88920" cy="88920"/>
                </a:xfrm>
                <a:prstGeom prst="rect"/>
                <a:solidFill>
                  <a:srgbClr val="009F8C">
                    <a:alpha val="65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44640" tIns="4464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1521" name="Google Shape;1935;p20"/>
                <p:cNvSpPr/>
                <p:nvPr/>
              </p:nvSpPr>
              <p:spPr>
                <a:xfrm>
                  <a:off x="740160" y="3200400"/>
                  <a:ext cx="88920" cy="88920"/>
                </a:xfrm>
                <a:prstGeom prst="rect"/>
                <a:solidFill>
                  <a:srgbClr val="009F8C">
                    <a:alpha val="70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44640" tIns="4464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1522" name="Google Shape;1936;p20"/>
                <p:cNvSpPr/>
                <p:nvPr/>
              </p:nvSpPr>
              <p:spPr>
                <a:xfrm>
                  <a:off x="745200" y="2983320"/>
                  <a:ext cx="79200" cy="79200"/>
                </a:xfrm>
                <a:prstGeom prst="rect"/>
                <a:solidFill>
                  <a:srgbClr val="009F8C">
                    <a:alpha val="80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39600" tIns="3960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</p:grpSp>
        </p:grpSp>
      </p:grp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blank">
  <p:cSld name="SECTION_HEADER">
    <p:bg>
      <p:bgPr>
        <a:solidFill>
          <a:schemeClr val="lt1"/>
        </a:solidFill>
      </p:bgPr>
    </p:bg>
    <p:spTree>
      <p:nvGrpSpPr>
        <p:cNvPr id="19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526" name="PlaceHolder 1"/>
          <p:cNvSpPr>
            <a:spLocks noGrp="1"/>
          </p:cNvSpPr>
          <p:nvPr>
            <p:ph type="title"/>
          </p:nvPr>
        </p:nvSpPr>
        <p:spPr>
          <a:xfrm>
            <a:off x="2038320" y="2306160"/>
            <a:ext cx="5067360" cy="837000"/>
          </a:xfrm>
          <a:prstGeom prst="rect"/>
          <a:noFill/>
          <a:ln w="0">
            <a:noFill/>
          </a:ln>
        </p:spPr>
        <p:txBody>
          <a:bodyPr anchor="b" bIns="91440" lIns="91440" rIns="91440" tIns="91440">
            <a:noAutofit/>
          </a:bodyPr>
          <a:p>
            <a:pPr indent="0">
              <a:buNone/>
            </a:pPr>
            <a:r>
              <a:rPr b="0" sz="5000" lang="fr-FR" strike="noStrike" u="none">
                <a:solidFill>
                  <a:schemeClr val="dk1"/>
                </a:solidFill>
                <a:effectLst/>
                <a:latin typeface="Arial"/>
              </a:rPr>
              <a:t>Click to edit the title text format</a:t>
            </a:r>
            <a:endParaRPr b="0" sz="5000" lang="fr-FR" strike="noStrike" u="none">
              <a:solidFill>
                <a:schemeClr val="dk1"/>
              </a:solidFill>
              <a:effectLst/>
              <a:latin typeface="Arial"/>
            </a:endParaRPr>
          </a:p>
        </p:txBody>
      </p:sp>
      <p:sp>
        <p:nvSpPr>
          <p:cNvPr id="1049527" name="PlaceHolder 2"/>
          <p:cNvSpPr>
            <a:spLocks noGrp="1"/>
          </p:cNvSpPr>
          <p:nvPr>
            <p:ph type="title"/>
          </p:nvPr>
        </p:nvSpPr>
        <p:spPr>
          <a:xfrm>
            <a:off x="2038320" y="1374120"/>
            <a:ext cx="5067360" cy="915480"/>
          </a:xfrm>
          <a:prstGeom prst="rect"/>
          <a:noFill/>
          <a:ln w="0">
            <a:noFill/>
          </a:ln>
        </p:spPr>
        <p:txBody>
          <a:bodyPr anchor="b" bIns="91440" lIns="91440" rIns="91440" tIns="91440">
            <a:noAutofit/>
          </a:bodyPr>
          <a:p>
            <a:pPr algn="ctr" indent="0">
              <a:lnSpc>
                <a:spcPct val="100000"/>
              </a:lnSpc>
              <a:buNone/>
            </a:pPr>
            <a:r>
              <a:rPr b="1" sz="6000" lang="fr-FR" strike="noStrike" u="none">
                <a:solidFill>
                  <a:schemeClr val="accent1"/>
                </a:solidFill>
                <a:effectLst/>
                <a:latin typeface="Outfit"/>
                <a:ea typeface="Outfit"/>
              </a:rPr>
              <a:t>xx%</a:t>
            </a:r>
            <a:endParaRPr b="0" sz="6000" lang="fr-FR" strike="noStrike" u="none">
              <a:solidFill>
                <a:schemeClr val="dk1"/>
              </a:solidFill>
              <a:effectLst/>
              <a:latin typeface="Arial"/>
            </a:endParaRPr>
          </a:p>
        </p:txBody>
      </p:sp>
      <p:grpSp>
        <p:nvGrpSpPr>
          <p:cNvPr id="194" name="Google Shape;123;p3"/>
          <p:cNvGrpSpPr/>
          <p:nvPr/>
        </p:nvGrpSpPr>
        <p:grpSpPr>
          <a:xfrm>
            <a:off x="325440" y="-2044440"/>
            <a:ext cx="8313480" cy="5904360"/>
            <a:chOff x="325440" y="-2044440"/>
            <a:chExt cx="8313480" cy="5904360"/>
          </a:xfrm>
        </p:grpSpPr>
        <p:grpSp>
          <p:nvGrpSpPr>
            <p:cNvPr id="195" name="Google Shape;124;p3"/>
            <p:cNvGrpSpPr/>
            <p:nvPr/>
          </p:nvGrpSpPr>
          <p:grpSpPr>
            <a:xfrm>
              <a:off x="325440" y="969480"/>
              <a:ext cx="142920" cy="2454120"/>
              <a:chOff x="325440" y="969480"/>
              <a:chExt cx="142920" cy="2454120"/>
            </a:xfrm>
          </p:grpSpPr>
          <p:grpSp>
            <p:nvGrpSpPr>
              <p:cNvPr id="196" name="Google Shape;125;p3"/>
              <p:cNvGrpSpPr/>
              <p:nvPr/>
            </p:nvGrpSpPr>
            <p:grpSpPr>
              <a:xfrm>
                <a:off x="325440" y="969480"/>
                <a:ext cx="142920" cy="2454120"/>
                <a:chOff x="325440" y="969480"/>
                <a:chExt cx="142920" cy="2454120"/>
              </a:xfrm>
            </p:grpSpPr>
            <p:sp>
              <p:nvSpPr>
                <p:cNvPr id="1049528" name="Google Shape;126;p3"/>
                <p:cNvSpPr/>
                <p:nvPr/>
              </p:nvSpPr>
              <p:spPr>
                <a:xfrm>
                  <a:off x="325440" y="3280680"/>
                  <a:ext cx="142920" cy="142920"/>
                </a:xfrm>
                <a:prstGeom prst="rect"/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71640" tIns="7164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49529" name="Google Shape;127;p3"/>
                <p:cNvSpPr/>
                <p:nvPr/>
              </p:nvSpPr>
              <p:spPr>
                <a:xfrm>
                  <a:off x="333720" y="3069720"/>
                  <a:ext cx="126000" cy="126360"/>
                </a:xfrm>
                <a:prstGeom prst="rect"/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63360" tIns="6336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49530" name="Google Shape;128;p3"/>
                <p:cNvSpPr/>
                <p:nvPr/>
              </p:nvSpPr>
              <p:spPr>
                <a:xfrm>
                  <a:off x="333720" y="2859120"/>
                  <a:ext cx="126000" cy="126360"/>
                </a:xfrm>
                <a:prstGeom prst="rect"/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63360" tIns="6336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49531" name="Google Shape;129;p3"/>
                <p:cNvSpPr/>
                <p:nvPr/>
              </p:nvSpPr>
              <p:spPr>
                <a:xfrm>
                  <a:off x="333720" y="2648520"/>
                  <a:ext cx="126000" cy="126360"/>
                </a:xfrm>
                <a:prstGeom prst="rect"/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63360" tIns="6336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49532" name="Google Shape;130;p3"/>
                <p:cNvSpPr/>
                <p:nvPr/>
              </p:nvSpPr>
              <p:spPr>
                <a:xfrm>
                  <a:off x="338040" y="2437560"/>
                  <a:ext cx="117360" cy="117720"/>
                </a:xfrm>
                <a:prstGeom prst="rect"/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59040" tIns="5904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49533" name="Google Shape;131;p3"/>
                <p:cNvSpPr/>
                <p:nvPr/>
              </p:nvSpPr>
              <p:spPr>
                <a:xfrm>
                  <a:off x="338040" y="2226960"/>
                  <a:ext cx="117360" cy="117720"/>
                </a:xfrm>
                <a:prstGeom prst="rect"/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59040" tIns="5904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49534" name="Google Shape;132;p3"/>
                <p:cNvSpPr/>
                <p:nvPr/>
              </p:nvSpPr>
              <p:spPr>
                <a:xfrm>
                  <a:off x="340200" y="2016360"/>
                  <a:ext cx="113040" cy="113040"/>
                </a:xfrm>
                <a:prstGeom prst="rect"/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56520" tIns="5652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49535" name="Google Shape;133;p3"/>
                <p:cNvSpPr/>
                <p:nvPr/>
              </p:nvSpPr>
              <p:spPr>
                <a:xfrm>
                  <a:off x="342720" y="1805400"/>
                  <a:ext cx="108720" cy="108720"/>
                </a:xfrm>
                <a:prstGeom prst="rect"/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54360" tIns="5436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49536" name="Google Shape;134;p3"/>
                <p:cNvSpPr/>
                <p:nvPr/>
              </p:nvSpPr>
              <p:spPr>
                <a:xfrm>
                  <a:off x="347400" y="1599120"/>
                  <a:ext cx="98640" cy="98640"/>
                </a:xfrm>
                <a:prstGeom prst="rect"/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49320" tIns="4932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49537" name="Google Shape;135;p3"/>
                <p:cNvSpPr/>
                <p:nvPr/>
              </p:nvSpPr>
              <p:spPr>
                <a:xfrm>
                  <a:off x="352440" y="1393200"/>
                  <a:ext cx="88920" cy="88920"/>
                </a:xfrm>
                <a:prstGeom prst="rect"/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44640" tIns="4464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49538" name="Google Shape;136;p3"/>
                <p:cNvSpPr/>
                <p:nvPr/>
              </p:nvSpPr>
              <p:spPr>
                <a:xfrm>
                  <a:off x="352440" y="1186920"/>
                  <a:ext cx="88920" cy="88920"/>
                </a:xfrm>
                <a:prstGeom prst="rect"/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44640" tIns="4464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49539" name="Google Shape;137;p3"/>
                <p:cNvSpPr/>
                <p:nvPr/>
              </p:nvSpPr>
              <p:spPr>
                <a:xfrm>
                  <a:off x="357120" y="969480"/>
                  <a:ext cx="79200" cy="79200"/>
                </a:xfrm>
                <a:prstGeom prst="rect"/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39600" tIns="3960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</p:grpSp>
          <p:grpSp>
            <p:nvGrpSpPr>
              <p:cNvPr id="197" name="Google Shape;138;p3"/>
              <p:cNvGrpSpPr/>
              <p:nvPr/>
            </p:nvGrpSpPr>
            <p:grpSpPr>
              <a:xfrm>
                <a:off x="325440" y="969480"/>
                <a:ext cx="142920" cy="2454120"/>
                <a:chOff x="325440" y="969480"/>
                <a:chExt cx="142920" cy="2454120"/>
              </a:xfrm>
            </p:grpSpPr>
            <p:sp>
              <p:nvSpPr>
                <p:cNvPr id="1049540" name="Google Shape;139;p3"/>
                <p:cNvSpPr/>
                <p:nvPr/>
              </p:nvSpPr>
              <p:spPr>
                <a:xfrm>
                  <a:off x="325440" y="3280680"/>
                  <a:ext cx="142920" cy="142920"/>
                </a:xfrm>
                <a:prstGeom prst="rect"/>
                <a:noFill/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71640" tIns="7164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49541" name="Google Shape;140;p3"/>
                <p:cNvSpPr/>
                <p:nvPr/>
              </p:nvSpPr>
              <p:spPr>
                <a:xfrm>
                  <a:off x="333720" y="3069720"/>
                  <a:ext cx="126000" cy="126360"/>
                </a:xfrm>
                <a:prstGeom prst="rect"/>
                <a:solidFill>
                  <a:srgbClr val="009F8C">
                    <a:alpha val="5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63360" tIns="6336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49542" name="Google Shape;141;p3"/>
                <p:cNvSpPr/>
                <p:nvPr/>
              </p:nvSpPr>
              <p:spPr>
                <a:xfrm>
                  <a:off x="333720" y="2859120"/>
                  <a:ext cx="126000" cy="126360"/>
                </a:xfrm>
                <a:prstGeom prst="rect"/>
                <a:solidFill>
                  <a:srgbClr val="009F8C">
                    <a:alpha val="10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63360" tIns="6336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49543" name="Google Shape;142;p3"/>
                <p:cNvSpPr/>
                <p:nvPr/>
              </p:nvSpPr>
              <p:spPr>
                <a:xfrm>
                  <a:off x="333720" y="2648520"/>
                  <a:ext cx="126000" cy="126360"/>
                </a:xfrm>
                <a:prstGeom prst="rect"/>
                <a:solidFill>
                  <a:srgbClr val="009F8C">
                    <a:alpha val="20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63360" tIns="6336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49544" name="Google Shape;143;p3"/>
                <p:cNvSpPr/>
                <p:nvPr/>
              </p:nvSpPr>
              <p:spPr>
                <a:xfrm>
                  <a:off x="338040" y="2437560"/>
                  <a:ext cx="117360" cy="117720"/>
                </a:xfrm>
                <a:prstGeom prst="rect"/>
                <a:solidFill>
                  <a:srgbClr val="009F8C">
                    <a:alpha val="30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59040" tIns="5904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49545" name="Google Shape;144;p3"/>
                <p:cNvSpPr/>
                <p:nvPr/>
              </p:nvSpPr>
              <p:spPr>
                <a:xfrm>
                  <a:off x="338040" y="2226960"/>
                  <a:ext cx="117360" cy="117720"/>
                </a:xfrm>
                <a:prstGeom prst="rect"/>
                <a:solidFill>
                  <a:srgbClr val="009F8C">
                    <a:alpha val="40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59040" tIns="5904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49546" name="Google Shape;145;p3"/>
                <p:cNvSpPr/>
                <p:nvPr/>
              </p:nvSpPr>
              <p:spPr>
                <a:xfrm>
                  <a:off x="340200" y="2016360"/>
                  <a:ext cx="113040" cy="113040"/>
                </a:xfrm>
                <a:prstGeom prst="rect"/>
                <a:solidFill>
                  <a:srgbClr val="009F8C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56520" tIns="5652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49547" name="Google Shape;146;p3"/>
                <p:cNvSpPr/>
                <p:nvPr/>
              </p:nvSpPr>
              <p:spPr>
                <a:xfrm>
                  <a:off x="342720" y="1805400"/>
                  <a:ext cx="108720" cy="108720"/>
                </a:xfrm>
                <a:prstGeom prst="rect"/>
                <a:solidFill>
                  <a:srgbClr val="009F8C">
                    <a:alpha val="55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54360" tIns="5436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49548" name="Google Shape;147;p3"/>
                <p:cNvSpPr/>
                <p:nvPr/>
              </p:nvSpPr>
              <p:spPr>
                <a:xfrm>
                  <a:off x="347400" y="1599120"/>
                  <a:ext cx="98640" cy="98640"/>
                </a:xfrm>
                <a:prstGeom prst="rect"/>
                <a:solidFill>
                  <a:srgbClr val="009F8C">
                    <a:alpha val="60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49320" tIns="4932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49549" name="Google Shape;148;p3"/>
                <p:cNvSpPr/>
                <p:nvPr/>
              </p:nvSpPr>
              <p:spPr>
                <a:xfrm>
                  <a:off x="352440" y="1393200"/>
                  <a:ext cx="88920" cy="88920"/>
                </a:xfrm>
                <a:prstGeom prst="rect"/>
                <a:solidFill>
                  <a:srgbClr val="009F8C">
                    <a:alpha val="65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44640" tIns="4464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49550" name="Google Shape;149;p3"/>
                <p:cNvSpPr/>
                <p:nvPr/>
              </p:nvSpPr>
              <p:spPr>
                <a:xfrm>
                  <a:off x="352440" y="1186920"/>
                  <a:ext cx="88920" cy="88920"/>
                </a:xfrm>
                <a:prstGeom prst="rect"/>
                <a:solidFill>
                  <a:srgbClr val="009F8C">
                    <a:alpha val="70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44640" tIns="4464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49551" name="Google Shape;150;p3"/>
                <p:cNvSpPr/>
                <p:nvPr/>
              </p:nvSpPr>
              <p:spPr>
                <a:xfrm>
                  <a:off x="357120" y="969480"/>
                  <a:ext cx="79200" cy="79200"/>
                </a:xfrm>
                <a:prstGeom prst="rect"/>
                <a:solidFill>
                  <a:srgbClr val="009F8C">
                    <a:alpha val="80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39600" tIns="3960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</p:grpSp>
        </p:grpSp>
        <p:grpSp>
          <p:nvGrpSpPr>
            <p:cNvPr id="198" name="Google Shape;151;p3"/>
            <p:cNvGrpSpPr/>
            <p:nvPr/>
          </p:nvGrpSpPr>
          <p:grpSpPr>
            <a:xfrm>
              <a:off x="7105680" y="-2044440"/>
              <a:ext cx="142920" cy="2454120"/>
              <a:chOff x="7105680" y="-2044440"/>
              <a:chExt cx="142920" cy="2454120"/>
            </a:xfrm>
          </p:grpSpPr>
          <p:grpSp>
            <p:nvGrpSpPr>
              <p:cNvPr id="199" name="Google Shape;152;p3"/>
              <p:cNvGrpSpPr/>
              <p:nvPr/>
            </p:nvGrpSpPr>
            <p:grpSpPr>
              <a:xfrm>
                <a:off x="7105680" y="-2044440"/>
                <a:ext cx="142920" cy="2454120"/>
                <a:chOff x="7105680" y="-2044440"/>
                <a:chExt cx="142920" cy="2454120"/>
              </a:xfrm>
            </p:grpSpPr>
            <p:sp>
              <p:nvSpPr>
                <p:cNvPr id="1049552" name="Google Shape;153;p3"/>
                <p:cNvSpPr/>
                <p:nvPr/>
              </p:nvSpPr>
              <p:spPr>
                <a:xfrm>
                  <a:off x="7105680" y="266760"/>
                  <a:ext cx="142920" cy="142920"/>
                </a:xfrm>
                <a:prstGeom prst="rect"/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71640" tIns="7164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49553" name="Google Shape;154;p3"/>
                <p:cNvSpPr/>
                <p:nvPr/>
              </p:nvSpPr>
              <p:spPr>
                <a:xfrm>
                  <a:off x="7114320" y="55800"/>
                  <a:ext cx="126000" cy="126360"/>
                </a:xfrm>
                <a:prstGeom prst="rect"/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63360" tIns="6336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49554" name="Google Shape;155;p3"/>
                <p:cNvSpPr/>
                <p:nvPr/>
              </p:nvSpPr>
              <p:spPr>
                <a:xfrm>
                  <a:off x="7114320" y="-154800"/>
                  <a:ext cx="126000" cy="126360"/>
                </a:xfrm>
                <a:prstGeom prst="rect"/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63360" tIns="6336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49555" name="Google Shape;156;p3"/>
                <p:cNvSpPr/>
                <p:nvPr/>
              </p:nvSpPr>
              <p:spPr>
                <a:xfrm>
                  <a:off x="7114320" y="-365400"/>
                  <a:ext cx="126000" cy="126360"/>
                </a:xfrm>
                <a:prstGeom prst="rect"/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63360" tIns="6336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49556" name="Google Shape;157;p3"/>
                <p:cNvSpPr/>
                <p:nvPr/>
              </p:nvSpPr>
              <p:spPr>
                <a:xfrm>
                  <a:off x="7118640" y="-576360"/>
                  <a:ext cx="117360" cy="117720"/>
                </a:xfrm>
                <a:prstGeom prst="rect"/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59040" tIns="5904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49557" name="Google Shape;158;p3"/>
                <p:cNvSpPr/>
                <p:nvPr/>
              </p:nvSpPr>
              <p:spPr>
                <a:xfrm>
                  <a:off x="7118640" y="-786960"/>
                  <a:ext cx="117360" cy="117720"/>
                </a:xfrm>
                <a:prstGeom prst="rect"/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59040" tIns="5904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49558" name="Google Shape;159;p3"/>
                <p:cNvSpPr/>
                <p:nvPr/>
              </p:nvSpPr>
              <p:spPr>
                <a:xfrm>
                  <a:off x="7120800" y="-997560"/>
                  <a:ext cx="113040" cy="113040"/>
                </a:xfrm>
                <a:prstGeom prst="rect"/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56520" tIns="5652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49559" name="Google Shape;160;p3"/>
                <p:cNvSpPr/>
                <p:nvPr/>
              </p:nvSpPr>
              <p:spPr>
                <a:xfrm>
                  <a:off x="7122960" y="-1208520"/>
                  <a:ext cx="108720" cy="108720"/>
                </a:xfrm>
                <a:prstGeom prst="rect"/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54360" tIns="5436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49560" name="Google Shape;161;p3"/>
                <p:cNvSpPr/>
                <p:nvPr/>
              </p:nvSpPr>
              <p:spPr>
                <a:xfrm>
                  <a:off x="7128000" y="-1414800"/>
                  <a:ext cx="98640" cy="98640"/>
                </a:xfrm>
                <a:prstGeom prst="rect"/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49320" tIns="4932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49561" name="Google Shape;162;p3"/>
                <p:cNvSpPr/>
                <p:nvPr/>
              </p:nvSpPr>
              <p:spPr>
                <a:xfrm>
                  <a:off x="7132680" y="-1620720"/>
                  <a:ext cx="88920" cy="88920"/>
                </a:xfrm>
                <a:prstGeom prst="rect"/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44640" tIns="4464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49562" name="Google Shape;163;p3"/>
                <p:cNvSpPr/>
                <p:nvPr/>
              </p:nvSpPr>
              <p:spPr>
                <a:xfrm>
                  <a:off x="7132680" y="-1827000"/>
                  <a:ext cx="88920" cy="88920"/>
                </a:xfrm>
                <a:prstGeom prst="rect"/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44640" tIns="4464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49563" name="Google Shape;164;p3"/>
                <p:cNvSpPr/>
                <p:nvPr/>
              </p:nvSpPr>
              <p:spPr>
                <a:xfrm>
                  <a:off x="7137720" y="-2044440"/>
                  <a:ext cx="79200" cy="79200"/>
                </a:xfrm>
                <a:prstGeom prst="rect"/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39600" tIns="3960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</p:grpSp>
          <p:grpSp>
            <p:nvGrpSpPr>
              <p:cNvPr id="200" name="Google Shape;165;p3"/>
              <p:cNvGrpSpPr/>
              <p:nvPr/>
            </p:nvGrpSpPr>
            <p:grpSpPr>
              <a:xfrm>
                <a:off x="7105680" y="-2044440"/>
                <a:ext cx="142920" cy="2454120"/>
                <a:chOff x="7105680" y="-2044440"/>
                <a:chExt cx="142920" cy="2454120"/>
              </a:xfrm>
            </p:grpSpPr>
            <p:sp>
              <p:nvSpPr>
                <p:cNvPr id="1049564" name="Google Shape;166;p3"/>
                <p:cNvSpPr/>
                <p:nvPr/>
              </p:nvSpPr>
              <p:spPr>
                <a:xfrm>
                  <a:off x="7105680" y="266760"/>
                  <a:ext cx="142920" cy="142920"/>
                </a:xfrm>
                <a:prstGeom prst="rect"/>
                <a:noFill/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71640" tIns="7164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49565" name="Google Shape;167;p3"/>
                <p:cNvSpPr/>
                <p:nvPr/>
              </p:nvSpPr>
              <p:spPr>
                <a:xfrm>
                  <a:off x="7114320" y="55800"/>
                  <a:ext cx="126000" cy="126360"/>
                </a:xfrm>
                <a:prstGeom prst="rect"/>
                <a:solidFill>
                  <a:srgbClr val="009F8C">
                    <a:alpha val="5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63360" tIns="6336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49566" name="Google Shape;168;p3"/>
                <p:cNvSpPr/>
                <p:nvPr/>
              </p:nvSpPr>
              <p:spPr>
                <a:xfrm>
                  <a:off x="7114320" y="-154800"/>
                  <a:ext cx="126000" cy="126360"/>
                </a:xfrm>
                <a:prstGeom prst="rect"/>
                <a:solidFill>
                  <a:srgbClr val="009F8C">
                    <a:alpha val="10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63360" tIns="6336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49567" name="Google Shape;169;p3"/>
                <p:cNvSpPr/>
                <p:nvPr/>
              </p:nvSpPr>
              <p:spPr>
                <a:xfrm>
                  <a:off x="7114320" y="-365400"/>
                  <a:ext cx="126000" cy="126360"/>
                </a:xfrm>
                <a:prstGeom prst="rect"/>
                <a:solidFill>
                  <a:srgbClr val="009F8C">
                    <a:alpha val="20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63360" tIns="6336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49568" name="Google Shape;170;p3"/>
                <p:cNvSpPr/>
                <p:nvPr/>
              </p:nvSpPr>
              <p:spPr>
                <a:xfrm>
                  <a:off x="7118640" y="-576360"/>
                  <a:ext cx="117360" cy="117720"/>
                </a:xfrm>
                <a:prstGeom prst="rect"/>
                <a:solidFill>
                  <a:srgbClr val="009F8C">
                    <a:alpha val="30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59040" tIns="5904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49569" name="Google Shape;171;p3"/>
                <p:cNvSpPr/>
                <p:nvPr/>
              </p:nvSpPr>
              <p:spPr>
                <a:xfrm>
                  <a:off x="7118640" y="-786960"/>
                  <a:ext cx="117360" cy="117720"/>
                </a:xfrm>
                <a:prstGeom prst="rect"/>
                <a:solidFill>
                  <a:srgbClr val="009F8C">
                    <a:alpha val="40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59040" tIns="5904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49570" name="Google Shape;172;p3"/>
                <p:cNvSpPr/>
                <p:nvPr/>
              </p:nvSpPr>
              <p:spPr>
                <a:xfrm>
                  <a:off x="7120800" y="-997560"/>
                  <a:ext cx="113040" cy="113040"/>
                </a:xfrm>
                <a:prstGeom prst="rect"/>
                <a:solidFill>
                  <a:srgbClr val="009F8C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56520" tIns="5652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49571" name="Google Shape;173;p3"/>
                <p:cNvSpPr/>
                <p:nvPr/>
              </p:nvSpPr>
              <p:spPr>
                <a:xfrm>
                  <a:off x="7122960" y="-1208520"/>
                  <a:ext cx="108720" cy="108720"/>
                </a:xfrm>
                <a:prstGeom prst="rect"/>
                <a:solidFill>
                  <a:srgbClr val="009F8C">
                    <a:alpha val="55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54360" tIns="5436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49572" name="Google Shape;174;p3"/>
                <p:cNvSpPr/>
                <p:nvPr/>
              </p:nvSpPr>
              <p:spPr>
                <a:xfrm>
                  <a:off x="7128000" y="-1414800"/>
                  <a:ext cx="98640" cy="98640"/>
                </a:xfrm>
                <a:prstGeom prst="rect"/>
                <a:solidFill>
                  <a:srgbClr val="009F8C">
                    <a:alpha val="60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49320" tIns="4932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49573" name="Google Shape;175;p3"/>
                <p:cNvSpPr/>
                <p:nvPr/>
              </p:nvSpPr>
              <p:spPr>
                <a:xfrm>
                  <a:off x="7132680" y="-1620720"/>
                  <a:ext cx="88920" cy="88920"/>
                </a:xfrm>
                <a:prstGeom prst="rect"/>
                <a:solidFill>
                  <a:srgbClr val="009F8C">
                    <a:alpha val="65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44640" tIns="4464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49574" name="Google Shape;176;p3"/>
                <p:cNvSpPr/>
                <p:nvPr/>
              </p:nvSpPr>
              <p:spPr>
                <a:xfrm>
                  <a:off x="7132680" y="-1827000"/>
                  <a:ext cx="88920" cy="88920"/>
                </a:xfrm>
                <a:prstGeom prst="rect"/>
                <a:solidFill>
                  <a:srgbClr val="009F8C">
                    <a:alpha val="70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44640" tIns="4464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49575" name="Google Shape;177;p3"/>
                <p:cNvSpPr/>
                <p:nvPr/>
              </p:nvSpPr>
              <p:spPr>
                <a:xfrm>
                  <a:off x="7137720" y="-2044440"/>
                  <a:ext cx="79200" cy="79200"/>
                </a:xfrm>
                <a:prstGeom prst="rect"/>
                <a:solidFill>
                  <a:srgbClr val="009F8C">
                    <a:alpha val="80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39600" tIns="3960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</p:grpSp>
        </p:grpSp>
        <p:grpSp>
          <p:nvGrpSpPr>
            <p:cNvPr id="201" name="Google Shape;178;p3"/>
            <p:cNvGrpSpPr/>
            <p:nvPr/>
          </p:nvGrpSpPr>
          <p:grpSpPr>
            <a:xfrm>
              <a:off x="8496000" y="1406160"/>
              <a:ext cx="142920" cy="2453760"/>
              <a:chOff x="8496000" y="1406160"/>
              <a:chExt cx="142920" cy="2453760"/>
            </a:xfrm>
          </p:grpSpPr>
          <p:grpSp>
            <p:nvGrpSpPr>
              <p:cNvPr id="202" name="Google Shape;179;p3"/>
              <p:cNvGrpSpPr/>
              <p:nvPr/>
            </p:nvGrpSpPr>
            <p:grpSpPr>
              <a:xfrm>
                <a:off x="8496000" y="1406160"/>
                <a:ext cx="142920" cy="2453760"/>
                <a:chOff x="8496000" y="1406160"/>
                <a:chExt cx="142920" cy="2453760"/>
              </a:xfrm>
            </p:grpSpPr>
            <p:sp>
              <p:nvSpPr>
                <p:cNvPr id="1049576" name="Google Shape;180;p3"/>
                <p:cNvSpPr/>
                <p:nvPr/>
              </p:nvSpPr>
              <p:spPr>
                <a:xfrm>
                  <a:off x="8496000" y="3717000"/>
                  <a:ext cx="142920" cy="142920"/>
                </a:xfrm>
                <a:prstGeom prst="rect"/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71640" tIns="7164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49577" name="Google Shape;181;p3"/>
                <p:cNvSpPr/>
                <p:nvPr/>
              </p:nvSpPr>
              <p:spPr>
                <a:xfrm>
                  <a:off x="8504640" y="3506400"/>
                  <a:ext cx="126000" cy="126360"/>
                </a:xfrm>
                <a:prstGeom prst="rect"/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63360" tIns="6336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49578" name="Google Shape;182;p3"/>
                <p:cNvSpPr/>
                <p:nvPr/>
              </p:nvSpPr>
              <p:spPr>
                <a:xfrm>
                  <a:off x="8504640" y="3295440"/>
                  <a:ext cx="126000" cy="126360"/>
                </a:xfrm>
                <a:prstGeom prst="rect"/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63360" tIns="6336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49579" name="Google Shape;183;p3"/>
                <p:cNvSpPr/>
                <p:nvPr/>
              </p:nvSpPr>
              <p:spPr>
                <a:xfrm>
                  <a:off x="8504640" y="3084840"/>
                  <a:ext cx="126000" cy="126360"/>
                </a:xfrm>
                <a:prstGeom prst="rect"/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63360" tIns="6336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49580" name="Google Shape;184;p3"/>
                <p:cNvSpPr/>
                <p:nvPr/>
              </p:nvSpPr>
              <p:spPr>
                <a:xfrm>
                  <a:off x="8508960" y="2874240"/>
                  <a:ext cx="117360" cy="117720"/>
                </a:xfrm>
                <a:prstGeom prst="rect"/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59040" tIns="5904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49581" name="Google Shape;185;p3"/>
                <p:cNvSpPr/>
                <p:nvPr/>
              </p:nvSpPr>
              <p:spPr>
                <a:xfrm>
                  <a:off x="8508960" y="2663280"/>
                  <a:ext cx="117360" cy="117720"/>
                </a:xfrm>
                <a:prstGeom prst="rect"/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59040" tIns="5904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49582" name="Google Shape;186;p3"/>
                <p:cNvSpPr/>
                <p:nvPr/>
              </p:nvSpPr>
              <p:spPr>
                <a:xfrm>
                  <a:off x="8511120" y="2452680"/>
                  <a:ext cx="113040" cy="113040"/>
                </a:xfrm>
                <a:prstGeom prst="rect"/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56520" tIns="5652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49583" name="Google Shape;187;p3"/>
                <p:cNvSpPr/>
                <p:nvPr/>
              </p:nvSpPr>
              <p:spPr>
                <a:xfrm>
                  <a:off x="8513280" y="2242080"/>
                  <a:ext cx="108720" cy="108720"/>
                </a:xfrm>
                <a:prstGeom prst="rect"/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54360" tIns="5436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49584" name="Google Shape;188;p3"/>
                <p:cNvSpPr/>
                <p:nvPr/>
              </p:nvSpPr>
              <p:spPr>
                <a:xfrm>
                  <a:off x="8518320" y="2035800"/>
                  <a:ext cx="98640" cy="98640"/>
                </a:xfrm>
                <a:prstGeom prst="rect"/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49320" tIns="4932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49585" name="Google Shape;189;p3"/>
                <p:cNvSpPr/>
                <p:nvPr/>
              </p:nvSpPr>
              <p:spPr>
                <a:xfrm>
                  <a:off x="8523000" y="1829520"/>
                  <a:ext cx="88920" cy="88920"/>
                </a:xfrm>
                <a:prstGeom prst="rect"/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44640" tIns="4464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49586" name="Google Shape;190;p3"/>
                <p:cNvSpPr/>
                <p:nvPr/>
              </p:nvSpPr>
              <p:spPr>
                <a:xfrm>
                  <a:off x="8523000" y="1623240"/>
                  <a:ext cx="88920" cy="88920"/>
                </a:xfrm>
                <a:prstGeom prst="rect"/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44640" tIns="4464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49587" name="Google Shape;191;p3"/>
                <p:cNvSpPr/>
                <p:nvPr/>
              </p:nvSpPr>
              <p:spPr>
                <a:xfrm>
                  <a:off x="8528040" y="1406160"/>
                  <a:ext cx="79200" cy="79200"/>
                </a:xfrm>
                <a:prstGeom prst="rect"/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39600" tIns="3960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</p:grpSp>
          <p:grpSp>
            <p:nvGrpSpPr>
              <p:cNvPr id="203" name="Google Shape;192;p3"/>
              <p:cNvGrpSpPr/>
              <p:nvPr/>
            </p:nvGrpSpPr>
            <p:grpSpPr>
              <a:xfrm>
                <a:off x="8496000" y="1406160"/>
                <a:ext cx="142920" cy="2453760"/>
                <a:chOff x="8496000" y="1406160"/>
                <a:chExt cx="142920" cy="2453760"/>
              </a:xfrm>
            </p:grpSpPr>
            <p:sp>
              <p:nvSpPr>
                <p:cNvPr id="1049588" name="Google Shape;193;p3"/>
                <p:cNvSpPr/>
                <p:nvPr/>
              </p:nvSpPr>
              <p:spPr>
                <a:xfrm>
                  <a:off x="8496000" y="3717000"/>
                  <a:ext cx="142920" cy="142920"/>
                </a:xfrm>
                <a:prstGeom prst="rect"/>
                <a:noFill/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71640" tIns="7164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49589" name="Google Shape;194;p3"/>
                <p:cNvSpPr/>
                <p:nvPr/>
              </p:nvSpPr>
              <p:spPr>
                <a:xfrm>
                  <a:off x="8504640" y="3506400"/>
                  <a:ext cx="126000" cy="126360"/>
                </a:xfrm>
                <a:prstGeom prst="rect"/>
                <a:solidFill>
                  <a:srgbClr val="009F8C">
                    <a:alpha val="5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63360" tIns="6336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49590" name="Google Shape;195;p3"/>
                <p:cNvSpPr/>
                <p:nvPr/>
              </p:nvSpPr>
              <p:spPr>
                <a:xfrm>
                  <a:off x="8504640" y="3295440"/>
                  <a:ext cx="126000" cy="126360"/>
                </a:xfrm>
                <a:prstGeom prst="rect"/>
                <a:solidFill>
                  <a:srgbClr val="009F8C">
                    <a:alpha val="10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63360" tIns="6336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49591" name="Google Shape;196;p3"/>
                <p:cNvSpPr/>
                <p:nvPr/>
              </p:nvSpPr>
              <p:spPr>
                <a:xfrm>
                  <a:off x="8504640" y="3084840"/>
                  <a:ext cx="126000" cy="126360"/>
                </a:xfrm>
                <a:prstGeom prst="rect"/>
                <a:solidFill>
                  <a:srgbClr val="009F8C">
                    <a:alpha val="20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63360" tIns="6336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49592" name="Google Shape;197;p3"/>
                <p:cNvSpPr/>
                <p:nvPr/>
              </p:nvSpPr>
              <p:spPr>
                <a:xfrm>
                  <a:off x="8508960" y="2874240"/>
                  <a:ext cx="117360" cy="117720"/>
                </a:xfrm>
                <a:prstGeom prst="rect"/>
                <a:solidFill>
                  <a:srgbClr val="009F8C">
                    <a:alpha val="30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59040" tIns="5904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49593" name="Google Shape;198;p3"/>
                <p:cNvSpPr/>
                <p:nvPr/>
              </p:nvSpPr>
              <p:spPr>
                <a:xfrm>
                  <a:off x="8508960" y="2663280"/>
                  <a:ext cx="117360" cy="117720"/>
                </a:xfrm>
                <a:prstGeom prst="rect"/>
                <a:solidFill>
                  <a:srgbClr val="009F8C">
                    <a:alpha val="40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59040" tIns="5904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49594" name="Google Shape;199;p3"/>
                <p:cNvSpPr/>
                <p:nvPr/>
              </p:nvSpPr>
              <p:spPr>
                <a:xfrm>
                  <a:off x="8511120" y="2452680"/>
                  <a:ext cx="113040" cy="113040"/>
                </a:xfrm>
                <a:prstGeom prst="rect"/>
                <a:solidFill>
                  <a:srgbClr val="009F8C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56520" tIns="5652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49595" name="Google Shape;200;p3"/>
                <p:cNvSpPr/>
                <p:nvPr/>
              </p:nvSpPr>
              <p:spPr>
                <a:xfrm>
                  <a:off x="8513280" y="2242080"/>
                  <a:ext cx="108720" cy="108720"/>
                </a:xfrm>
                <a:prstGeom prst="rect"/>
                <a:solidFill>
                  <a:srgbClr val="009F8C">
                    <a:alpha val="55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54360" tIns="5436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49596" name="Google Shape;201;p3"/>
                <p:cNvSpPr/>
                <p:nvPr/>
              </p:nvSpPr>
              <p:spPr>
                <a:xfrm>
                  <a:off x="8518320" y="2035800"/>
                  <a:ext cx="98640" cy="98640"/>
                </a:xfrm>
                <a:prstGeom prst="rect"/>
                <a:solidFill>
                  <a:srgbClr val="009F8C">
                    <a:alpha val="60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49320" tIns="4932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49597" name="Google Shape;202;p3"/>
                <p:cNvSpPr/>
                <p:nvPr/>
              </p:nvSpPr>
              <p:spPr>
                <a:xfrm>
                  <a:off x="8523000" y="1829520"/>
                  <a:ext cx="88920" cy="88920"/>
                </a:xfrm>
                <a:prstGeom prst="rect"/>
                <a:solidFill>
                  <a:srgbClr val="009F8C">
                    <a:alpha val="65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44640" tIns="4464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49598" name="Google Shape;203;p3"/>
                <p:cNvSpPr/>
                <p:nvPr/>
              </p:nvSpPr>
              <p:spPr>
                <a:xfrm>
                  <a:off x="8523000" y="1623240"/>
                  <a:ext cx="88920" cy="88920"/>
                </a:xfrm>
                <a:prstGeom prst="rect"/>
                <a:solidFill>
                  <a:srgbClr val="009F8C">
                    <a:alpha val="70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44640" tIns="4464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49599" name="Google Shape;204;p3"/>
                <p:cNvSpPr/>
                <p:nvPr/>
              </p:nvSpPr>
              <p:spPr>
                <a:xfrm>
                  <a:off x="8528040" y="1406160"/>
                  <a:ext cx="79200" cy="79200"/>
                </a:xfrm>
                <a:prstGeom prst="rect"/>
                <a:solidFill>
                  <a:srgbClr val="009F8C">
                    <a:alpha val="80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39600" tIns="3960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</p:grpSp>
        </p:grpSp>
      </p:grp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blank">
  <p:cSld name="TITLE_AND_TWO_COLUMNS_1">
    <p:bg>
      <p:bgPr>
        <a:solidFill>
          <a:schemeClr val="lt1"/>
        </a:solidFill>
      </p:bgPr>
    </p:bg>
    <p:spTree>
      <p:nvGrpSpPr>
        <p:cNvPr id="26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0" name="Google Shape;1938;p21"/>
          <p:cNvGrpSpPr/>
          <p:nvPr/>
        </p:nvGrpSpPr>
        <p:grpSpPr>
          <a:xfrm>
            <a:off x="132120" y="-570240"/>
            <a:ext cx="8828640" cy="5421600"/>
            <a:chOff x="132120" y="-570240"/>
            <a:chExt cx="8828640" cy="5421600"/>
          </a:xfrm>
        </p:grpSpPr>
        <p:grpSp>
          <p:nvGrpSpPr>
            <p:cNvPr id="271" name="Google Shape;1939;p21"/>
            <p:cNvGrpSpPr/>
            <p:nvPr/>
          </p:nvGrpSpPr>
          <p:grpSpPr>
            <a:xfrm>
              <a:off x="132120" y="-570240"/>
              <a:ext cx="142920" cy="2453760"/>
              <a:chOff x="132120" y="-570240"/>
              <a:chExt cx="142920" cy="2453760"/>
            </a:xfrm>
          </p:grpSpPr>
          <p:grpSp>
            <p:nvGrpSpPr>
              <p:cNvPr id="272" name="Google Shape;1940;p21"/>
              <p:cNvGrpSpPr/>
              <p:nvPr/>
            </p:nvGrpSpPr>
            <p:grpSpPr>
              <a:xfrm>
                <a:off x="132120" y="-570240"/>
                <a:ext cx="142920" cy="2453760"/>
                <a:chOff x="132120" y="-570240"/>
                <a:chExt cx="142920" cy="2453760"/>
              </a:xfrm>
            </p:grpSpPr>
            <p:sp>
              <p:nvSpPr>
                <p:cNvPr id="1050066" name="Google Shape;1941;p21"/>
                <p:cNvSpPr/>
                <p:nvPr/>
              </p:nvSpPr>
              <p:spPr>
                <a:xfrm>
                  <a:off x="132120" y="1740600"/>
                  <a:ext cx="142920" cy="142920"/>
                </a:xfrm>
                <a:prstGeom prst="rect"/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71640" tIns="7164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0067" name="Google Shape;1942;p21"/>
                <p:cNvSpPr/>
                <p:nvPr/>
              </p:nvSpPr>
              <p:spPr>
                <a:xfrm>
                  <a:off x="140760" y="1530000"/>
                  <a:ext cx="126000" cy="126360"/>
                </a:xfrm>
                <a:prstGeom prst="rect"/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63360" tIns="6336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0068" name="Google Shape;1943;p21"/>
                <p:cNvSpPr/>
                <p:nvPr/>
              </p:nvSpPr>
              <p:spPr>
                <a:xfrm>
                  <a:off x="140760" y="1319040"/>
                  <a:ext cx="126000" cy="126360"/>
                </a:xfrm>
                <a:prstGeom prst="rect"/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63360" tIns="6336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0069" name="Google Shape;1944;p21"/>
                <p:cNvSpPr/>
                <p:nvPr/>
              </p:nvSpPr>
              <p:spPr>
                <a:xfrm>
                  <a:off x="140760" y="1108440"/>
                  <a:ext cx="126000" cy="126360"/>
                </a:xfrm>
                <a:prstGeom prst="rect"/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63360" tIns="6336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0070" name="Google Shape;1945;p21"/>
                <p:cNvSpPr/>
                <p:nvPr/>
              </p:nvSpPr>
              <p:spPr>
                <a:xfrm>
                  <a:off x="145080" y="897840"/>
                  <a:ext cx="117360" cy="117720"/>
                </a:xfrm>
                <a:prstGeom prst="rect"/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59040" tIns="5904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0071" name="Google Shape;1946;p21"/>
                <p:cNvSpPr/>
                <p:nvPr/>
              </p:nvSpPr>
              <p:spPr>
                <a:xfrm>
                  <a:off x="145080" y="686880"/>
                  <a:ext cx="117360" cy="117720"/>
                </a:xfrm>
                <a:prstGeom prst="rect"/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59040" tIns="5904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0072" name="Google Shape;1947;p21"/>
                <p:cNvSpPr/>
                <p:nvPr/>
              </p:nvSpPr>
              <p:spPr>
                <a:xfrm>
                  <a:off x="147240" y="476280"/>
                  <a:ext cx="113040" cy="113040"/>
                </a:xfrm>
                <a:prstGeom prst="rect"/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56520" tIns="5652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0073" name="Google Shape;1948;p21"/>
                <p:cNvSpPr/>
                <p:nvPr/>
              </p:nvSpPr>
              <p:spPr>
                <a:xfrm>
                  <a:off x="149400" y="265680"/>
                  <a:ext cx="108720" cy="108720"/>
                </a:xfrm>
                <a:prstGeom prst="rect"/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54360" tIns="5436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0074" name="Google Shape;1949;p21"/>
                <p:cNvSpPr/>
                <p:nvPr/>
              </p:nvSpPr>
              <p:spPr>
                <a:xfrm>
                  <a:off x="154440" y="59400"/>
                  <a:ext cx="98640" cy="98640"/>
                </a:xfrm>
                <a:prstGeom prst="rect"/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49320" tIns="4932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0075" name="Google Shape;1950;p21"/>
                <p:cNvSpPr/>
                <p:nvPr/>
              </p:nvSpPr>
              <p:spPr>
                <a:xfrm>
                  <a:off x="159120" y="-146880"/>
                  <a:ext cx="88920" cy="88920"/>
                </a:xfrm>
                <a:prstGeom prst="rect"/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44640" tIns="4464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0076" name="Google Shape;1951;p21"/>
                <p:cNvSpPr/>
                <p:nvPr/>
              </p:nvSpPr>
              <p:spPr>
                <a:xfrm>
                  <a:off x="159120" y="-353160"/>
                  <a:ext cx="88920" cy="88920"/>
                </a:xfrm>
                <a:prstGeom prst="rect"/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44640" tIns="4464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0077" name="Google Shape;1952;p21"/>
                <p:cNvSpPr/>
                <p:nvPr/>
              </p:nvSpPr>
              <p:spPr>
                <a:xfrm>
                  <a:off x="164160" y="-570240"/>
                  <a:ext cx="79200" cy="79200"/>
                </a:xfrm>
                <a:prstGeom prst="rect"/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39600" tIns="3960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</p:grpSp>
          <p:grpSp>
            <p:nvGrpSpPr>
              <p:cNvPr id="273" name="Google Shape;1953;p21"/>
              <p:cNvGrpSpPr/>
              <p:nvPr/>
            </p:nvGrpSpPr>
            <p:grpSpPr>
              <a:xfrm>
                <a:off x="132120" y="-570240"/>
                <a:ext cx="142920" cy="2453760"/>
                <a:chOff x="132120" y="-570240"/>
                <a:chExt cx="142920" cy="2453760"/>
              </a:xfrm>
            </p:grpSpPr>
            <p:sp>
              <p:nvSpPr>
                <p:cNvPr id="1050078" name="Google Shape;1954;p21"/>
                <p:cNvSpPr/>
                <p:nvPr/>
              </p:nvSpPr>
              <p:spPr>
                <a:xfrm>
                  <a:off x="132120" y="1740600"/>
                  <a:ext cx="142920" cy="142920"/>
                </a:xfrm>
                <a:prstGeom prst="rect"/>
                <a:noFill/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71640" tIns="7164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0079" name="Google Shape;1955;p21"/>
                <p:cNvSpPr/>
                <p:nvPr/>
              </p:nvSpPr>
              <p:spPr>
                <a:xfrm>
                  <a:off x="140760" y="1530000"/>
                  <a:ext cx="126000" cy="126360"/>
                </a:xfrm>
                <a:prstGeom prst="rect"/>
                <a:solidFill>
                  <a:srgbClr val="009F8C">
                    <a:alpha val="5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63360" tIns="6336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0080" name="Google Shape;1956;p21"/>
                <p:cNvSpPr/>
                <p:nvPr/>
              </p:nvSpPr>
              <p:spPr>
                <a:xfrm>
                  <a:off x="140760" y="1319040"/>
                  <a:ext cx="126000" cy="126360"/>
                </a:xfrm>
                <a:prstGeom prst="rect"/>
                <a:solidFill>
                  <a:srgbClr val="009F8C">
                    <a:alpha val="10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63360" tIns="6336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0081" name="Google Shape;1957;p21"/>
                <p:cNvSpPr/>
                <p:nvPr/>
              </p:nvSpPr>
              <p:spPr>
                <a:xfrm>
                  <a:off x="140760" y="1108440"/>
                  <a:ext cx="126000" cy="126360"/>
                </a:xfrm>
                <a:prstGeom prst="rect"/>
                <a:solidFill>
                  <a:srgbClr val="009F8C">
                    <a:alpha val="20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63360" tIns="6336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0082" name="Google Shape;1958;p21"/>
                <p:cNvSpPr/>
                <p:nvPr/>
              </p:nvSpPr>
              <p:spPr>
                <a:xfrm>
                  <a:off x="145080" y="897840"/>
                  <a:ext cx="117360" cy="117720"/>
                </a:xfrm>
                <a:prstGeom prst="rect"/>
                <a:solidFill>
                  <a:srgbClr val="009F8C">
                    <a:alpha val="30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59040" tIns="5904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0083" name="Google Shape;1959;p21"/>
                <p:cNvSpPr/>
                <p:nvPr/>
              </p:nvSpPr>
              <p:spPr>
                <a:xfrm>
                  <a:off x="145080" y="686880"/>
                  <a:ext cx="117360" cy="117720"/>
                </a:xfrm>
                <a:prstGeom prst="rect"/>
                <a:solidFill>
                  <a:srgbClr val="009F8C">
                    <a:alpha val="40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59040" tIns="5904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0084" name="Google Shape;1960;p21"/>
                <p:cNvSpPr/>
                <p:nvPr/>
              </p:nvSpPr>
              <p:spPr>
                <a:xfrm>
                  <a:off x="147240" y="476280"/>
                  <a:ext cx="113040" cy="113040"/>
                </a:xfrm>
                <a:prstGeom prst="rect"/>
                <a:solidFill>
                  <a:srgbClr val="009F8C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56520" tIns="5652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0085" name="Google Shape;1961;p21"/>
                <p:cNvSpPr/>
                <p:nvPr/>
              </p:nvSpPr>
              <p:spPr>
                <a:xfrm>
                  <a:off x="149400" y="265680"/>
                  <a:ext cx="108720" cy="108720"/>
                </a:xfrm>
                <a:prstGeom prst="rect"/>
                <a:solidFill>
                  <a:srgbClr val="009F8C">
                    <a:alpha val="55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54360" tIns="5436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0086" name="Google Shape;1962;p21"/>
                <p:cNvSpPr/>
                <p:nvPr/>
              </p:nvSpPr>
              <p:spPr>
                <a:xfrm>
                  <a:off x="154440" y="59400"/>
                  <a:ext cx="98640" cy="98640"/>
                </a:xfrm>
                <a:prstGeom prst="rect"/>
                <a:solidFill>
                  <a:srgbClr val="009F8C">
                    <a:alpha val="60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49320" tIns="4932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0087" name="Google Shape;1963;p21"/>
                <p:cNvSpPr/>
                <p:nvPr/>
              </p:nvSpPr>
              <p:spPr>
                <a:xfrm>
                  <a:off x="159120" y="-146880"/>
                  <a:ext cx="88920" cy="88920"/>
                </a:xfrm>
                <a:prstGeom prst="rect"/>
                <a:solidFill>
                  <a:srgbClr val="009F8C">
                    <a:alpha val="65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44640" tIns="4464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0088" name="Google Shape;1964;p21"/>
                <p:cNvSpPr/>
                <p:nvPr/>
              </p:nvSpPr>
              <p:spPr>
                <a:xfrm>
                  <a:off x="159120" y="-353160"/>
                  <a:ext cx="88920" cy="88920"/>
                </a:xfrm>
                <a:prstGeom prst="rect"/>
                <a:solidFill>
                  <a:srgbClr val="009F8C">
                    <a:alpha val="70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44640" tIns="4464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0089" name="Google Shape;1965;p21"/>
                <p:cNvSpPr/>
                <p:nvPr/>
              </p:nvSpPr>
              <p:spPr>
                <a:xfrm>
                  <a:off x="164160" y="-570240"/>
                  <a:ext cx="79200" cy="79200"/>
                </a:xfrm>
                <a:prstGeom prst="rect"/>
                <a:solidFill>
                  <a:srgbClr val="009F8C">
                    <a:alpha val="80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39600" tIns="3960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</p:grpSp>
        </p:grpSp>
        <p:grpSp>
          <p:nvGrpSpPr>
            <p:cNvPr id="274" name="Google Shape;1966;p21"/>
            <p:cNvGrpSpPr/>
            <p:nvPr/>
          </p:nvGrpSpPr>
          <p:grpSpPr>
            <a:xfrm>
              <a:off x="426240" y="1344600"/>
              <a:ext cx="142920" cy="2453760"/>
              <a:chOff x="426240" y="1344600"/>
              <a:chExt cx="142920" cy="2453760"/>
            </a:xfrm>
          </p:grpSpPr>
          <p:grpSp>
            <p:nvGrpSpPr>
              <p:cNvPr id="275" name="Google Shape;1967;p21"/>
              <p:cNvGrpSpPr/>
              <p:nvPr/>
            </p:nvGrpSpPr>
            <p:grpSpPr>
              <a:xfrm>
                <a:off x="426240" y="1344600"/>
                <a:ext cx="142920" cy="2453760"/>
                <a:chOff x="426240" y="1344600"/>
                <a:chExt cx="142920" cy="2453760"/>
              </a:xfrm>
            </p:grpSpPr>
            <p:sp>
              <p:nvSpPr>
                <p:cNvPr id="1050090" name="Google Shape;1968;p21"/>
                <p:cNvSpPr/>
                <p:nvPr/>
              </p:nvSpPr>
              <p:spPr>
                <a:xfrm>
                  <a:off x="426240" y="3655440"/>
                  <a:ext cx="142920" cy="142920"/>
                </a:xfrm>
                <a:prstGeom prst="rect"/>
                <a:gradFill rotWithShape="0">
                  <a:gsLst>
                    <a:gs pos="0">
                      <a:srgbClr val="B6F8F0"/>
                    </a:gs>
                    <a:gs pos="100000">
                      <a:srgbClr val="7DF3E5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71640" tIns="7164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0091" name="Google Shape;1969;p21"/>
                <p:cNvSpPr/>
                <p:nvPr/>
              </p:nvSpPr>
              <p:spPr>
                <a:xfrm>
                  <a:off x="434520" y="3444840"/>
                  <a:ext cx="126000" cy="126360"/>
                </a:xfrm>
                <a:prstGeom prst="rect"/>
                <a:gradFill rotWithShape="0">
                  <a:gsLst>
                    <a:gs pos="0">
                      <a:srgbClr val="B6F8F0"/>
                    </a:gs>
                    <a:gs pos="100000">
                      <a:srgbClr val="7DF3E5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63360" tIns="6336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0092" name="Google Shape;1970;p21"/>
                <p:cNvSpPr/>
                <p:nvPr/>
              </p:nvSpPr>
              <p:spPr>
                <a:xfrm>
                  <a:off x="434520" y="3234240"/>
                  <a:ext cx="126000" cy="126360"/>
                </a:xfrm>
                <a:prstGeom prst="rect"/>
                <a:gradFill rotWithShape="0">
                  <a:gsLst>
                    <a:gs pos="0">
                      <a:srgbClr val="B6F8F0"/>
                    </a:gs>
                    <a:gs pos="100000">
                      <a:srgbClr val="7DF3E5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63360" tIns="6336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0093" name="Google Shape;1971;p21"/>
                <p:cNvSpPr/>
                <p:nvPr/>
              </p:nvSpPr>
              <p:spPr>
                <a:xfrm>
                  <a:off x="434520" y="3023280"/>
                  <a:ext cx="126000" cy="126360"/>
                </a:xfrm>
                <a:prstGeom prst="rect"/>
                <a:gradFill rotWithShape="0">
                  <a:gsLst>
                    <a:gs pos="0">
                      <a:srgbClr val="B6F8F0"/>
                    </a:gs>
                    <a:gs pos="100000">
                      <a:srgbClr val="7DF3E5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63360" tIns="6336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0094" name="Google Shape;1972;p21"/>
                <p:cNvSpPr/>
                <p:nvPr/>
              </p:nvSpPr>
              <p:spPr>
                <a:xfrm>
                  <a:off x="438840" y="2812680"/>
                  <a:ext cx="117360" cy="117720"/>
                </a:xfrm>
                <a:prstGeom prst="rect"/>
                <a:gradFill rotWithShape="0">
                  <a:gsLst>
                    <a:gs pos="0">
                      <a:srgbClr val="B6F8F0"/>
                    </a:gs>
                    <a:gs pos="100000">
                      <a:srgbClr val="7DF3E5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59040" tIns="5904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0095" name="Google Shape;1973;p21"/>
                <p:cNvSpPr/>
                <p:nvPr/>
              </p:nvSpPr>
              <p:spPr>
                <a:xfrm>
                  <a:off x="438840" y="2602080"/>
                  <a:ext cx="117360" cy="117720"/>
                </a:xfrm>
                <a:prstGeom prst="rect"/>
                <a:gradFill rotWithShape="0">
                  <a:gsLst>
                    <a:gs pos="0">
                      <a:srgbClr val="B6F8F0"/>
                    </a:gs>
                    <a:gs pos="100000">
                      <a:srgbClr val="7DF3E5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59040" tIns="5904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0096" name="Google Shape;1974;p21"/>
                <p:cNvSpPr/>
                <p:nvPr/>
              </p:nvSpPr>
              <p:spPr>
                <a:xfrm>
                  <a:off x="441000" y="2391120"/>
                  <a:ext cx="113040" cy="113040"/>
                </a:xfrm>
                <a:prstGeom prst="rect"/>
                <a:gradFill rotWithShape="0">
                  <a:gsLst>
                    <a:gs pos="0">
                      <a:srgbClr val="B6F8F0"/>
                    </a:gs>
                    <a:gs pos="100000">
                      <a:srgbClr val="7DF3E5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56520" tIns="5652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0097" name="Google Shape;1975;p21"/>
                <p:cNvSpPr/>
                <p:nvPr/>
              </p:nvSpPr>
              <p:spPr>
                <a:xfrm>
                  <a:off x="443160" y="2180520"/>
                  <a:ext cx="108720" cy="108720"/>
                </a:xfrm>
                <a:prstGeom prst="rect"/>
                <a:gradFill rotWithShape="0">
                  <a:gsLst>
                    <a:gs pos="0">
                      <a:srgbClr val="B6F8F0"/>
                    </a:gs>
                    <a:gs pos="100000">
                      <a:srgbClr val="7DF3E5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54360" tIns="5436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0098" name="Google Shape;1976;p21"/>
                <p:cNvSpPr/>
                <p:nvPr/>
              </p:nvSpPr>
              <p:spPr>
                <a:xfrm>
                  <a:off x="448200" y="1974240"/>
                  <a:ext cx="98640" cy="98640"/>
                </a:xfrm>
                <a:prstGeom prst="rect"/>
                <a:gradFill rotWithShape="0">
                  <a:gsLst>
                    <a:gs pos="0">
                      <a:srgbClr val="B6F8F0"/>
                    </a:gs>
                    <a:gs pos="100000">
                      <a:srgbClr val="7DF3E5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49320" tIns="4932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0099" name="Google Shape;1977;p21"/>
                <p:cNvSpPr/>
                <p:nvPr/>
              </p:nvSpPr>
              <p:spPr>
                <a:xfrm>
                  <a:off x="453240" y="1767960"/>
                  <a:ext cx="88920" cy="88920"/>
                </a:xfrm>
                <a:prstGeom prst="rect"/>
                <a:gradFill rotWithShape="0">
                  <a:gsLst>
                    <a:gs pos="0">
                      <a:srgbClr val="B6F8F0"/>
                    </a:gs>
                    <a:gs pos="100000">
                      <a:srgbClr val="7DF3E5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44640" tIns="4464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0100" name="Google Shape;1978;p21"/>
                <p:cNvSpPr/>
                <p:nvPr/>
              </p:nvSpPr>
              <p:spPr>
                <a:xfrm>
                  <a:off x="453240" y="1561680"/>
                  <a:ext cx="88920" cy="88920"/>
                </a:xfrm>
                <a:prstGeom prst="rect"/>
                <a:gradFill rotWithShape="0">
                  <a:gsLst>
                    <a:gs pos="0">
                      <a:srgbClr val="B6F8F0"/>
                    </a:gs>
                    <a:gs pos="100000">
                      <a:srgbClr val="7DF3E5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44640" tIns="4464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0101" name="Google Shape;1979;p21"/>
                <p:cNvSpPr/>
                <p:nvPr/>
              </p:nvSpPr>
              <p:spPr>
                <a:xfrm>
                  <a:off x="457920" y="1344600"/>
                  <a:ext cx="79200" cy="79200"/>
                </a:xfrm>
                <a:prstGeom prst="rect"/>
                <a:gradFill rotWithShape="0">
                  <a:gsLst>
                    <a:gs pos="0">
                      <a:srgbClr val="B6F8F0"/>
                    </a:gs>
                    <a:gs pos="100000">
                      <a:srgbClr val="7DF3E5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39600" tIns="3960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</p:grpSp>
          <p:grpSp>
            <p:nvGrpSpPr>
              <p:cNvPr id="276" name="Google Shape;1980;p21"/>
              <p:cNvGrpSpPr/>
              <p:nvPr/>
            </p:nvGrpSpPr>
            <p:grpSpPr>
              <a:xfrm>
                <a:off x="426240" y="1344600"/>
                <a:ext cx="142920" cy="2453760"/>
                <a:chOff x="426240" y="1344600"/>
                <a:chExt cx="142920" cy="2453760"/>
              </a:xfrm>
            </p:grpSpPr>
            <p:sp>
              <p:nvSpPr>
                <p:cNvPr id="1050102" name="Google Shape;1981;p21"/>
                <p:cNvSpPr/>
                <p:nvPr/>
              </p:nvSpPr>
              <p:spPr>
                <a:xfrm>
                  <a:off x="426240" y="3655440"/>
                  <a:ext cx="142920" cy="142920"/>
                </a:xfrm>
                <a:prstGeom prst="rect"/>
                <a:noFill/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71640" tIns="7164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0103" name="Google Shape;1982;p21"/>
                <p:cNvSpPr/>
                <p:nvPr/>
              </p:nvSpPr>
              <p:spPr>
                <a:xfrm>
                  <a:off x="434520" y="3444840"/>
                  <a:ext cx="126000" cy="126360"/>
                </a:xfrm>
                <a:prstGeom prst="rect"/>
                <a:solidFill>
                  <a:srgbClr val="009F8C">
                    <a:alpha val="5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63360" tIns="6336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0104" name="Google Shape;1983;p21"/>
                <p:cNvSpPr/>
                <p:nvPr/>
              </p:nvSpPr>
              <p:spPr>
                <a:xfrm>
                  <a:off x="434520" y="3234240"/>
                  <a:ext cx="126000" cy="126360"/>
                </a:xfrm>
                <a:prstGeom prst="rect"/>
                <a:solidFill>
                  <a:srgbClr val="009F8C">
                    <a:alpha val="10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63360" tIns="6336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0105" name="Google Shape;1984;p21"/>
                <p:cNvSpPr/>
                <p:nvPr/>
              </p:nvSpPr>
              <p:spPr>
                <a:xfrm>
                  <a:off x="434520" y="3023280"/>
                  <a:ext cx="126000" cy="126360"/>
                </a:xfrm>
                <a:prstGeom prst="rect"/>
                <a:solidFill>
                  <a:srgbClr val="009F8C">
                    <a:alpha val="20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63360" tIns="6336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0106" name="Google Shape;1985;p21"/>
                <p:cNvSpPr/>
                <p:nvPr/>
              </p:nvSpPr>
              <p:spPr>
                <a:xfrm>
                  <a:off x="438840" y="2812680"/>
                  <a:ext cx="117360" cy="117720"/>
                </a:xfrm>
                <a:prstGeom prst="rect"/>
                <a:solidFill>
                  <a:srgbClr val="009F8C">
                    <a:alpha val="30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59040" tIns="5904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0107" name="Google Shape;1986;p21"/>
                <p:cNvSpPr/>
                <p:nvPr/>
              </p:nvSpPr>
              <p:spPr>
                <a:xfrm>
                  <a:off x="438840" y="2602080"/>
                  <a:ext cx="117360" cy="117720"/>
                </a:xfrm>
                <a:prstGeom prst="rect"/>
                <a:solidFill>
                  <a:srgbClr val="009F8C">
                    <a:alpha val="40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59040" tIns="5904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0108" name="Google Shape;1987;p21"/>
                <p:cNvSpPr/>
                <p:nvPr/>
              </p:nvSpPr>
              <p:spPr>
                <a:xfrm>
                  <a:off x="441000" y="2391120"/>
                  <a:ext cx="113040" cy="113040"/>
                </a:xfrm>
                <a:prstGeom prst="rect"/>
                <a:solidFill>
                  <a:srgbClr val="009F8C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56520" tIns="5652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0109" name="Google Shape;1988;p21"/>
                <p:cNvSpPr/>
                <p:nvPr/>
              </p:nvSpPr>
              <p:spPr>
                <a:xfrm>
                  <a:off x="443160" y="2180520"/>
                  <a:ext cx="108720" cy="108720"/>
                </a:xfrm>
                <a:prstGeom prst="rect"/>
                <a:solidFill>
                  <a:srgbClr val="009F8C">
                    <a:alpha val="55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54360" tIns="5436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0110" name="Google Shape;1989;p21"/>
                <p:cNvSpPr/>
                <p:nvPr/>
              </p:nvSpPr>
              <p:spPr>
                <a:xfrm>
                  <a:off x="448200" y="1974240"/>
                  <a:ext cx="98640" cy="98640"/>
                </a:xfrm>
                <a:prstGeom prst="rect"/>
                <a:solidFill>
                  <a:srgbClr val="009F8C">
                    <a:alpha val="60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49320" tIns="4932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0111" name="Google Shape;1990;p21"/>
                <p:cNvSpPr/>
                <p:nvPr/>
              </p:nvSpPr>
              <p:spPr>
                <a:xfrm>
                  <a:off x="453240" y="1767960"/>
                  <a:ext cx="88920" cy="88920"/>
                </a:xfrm>
                <a:prstGeom prst="rect"/>
                <a:solidFill>
                  <a:srgbClr val="009F8C">
                    <a:alpha val="65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44640" tIns="4464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0112" name="Google Shape;1991;p21"/>
                <p:cNvSpPr/>
                <p:nvPr/>
              </p:nvSpPr>
              <p:spPr>
                <a:xfrm>
                  <a:off x="453240" y="1561680"/>
                  <a:ext cx="88920" cy="88920"/>
                </a:xfrm>
                <a:prstGeom prst="rect"/>
                <a:solidFill>
                  <a:srgbClr val="009F8C">
                    <a:alpha val="70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44640" tIns="4464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0113" name="Google Shape;1992;p21"/>
                <p:cNvSpPr/>
                <p:nvPr/>
              </p:nvSpPr>
              <p:spPr>
                <a:xfrm>
                  <a:off x="457920" y="1344600"/>
                  <a:ext cx="79200" cy="79200"/>
                </a:xfrm>
                <a:prstGeom prst="rect"/>
                <a:solidFill>
                  <a:srgbClr val="009F8C">
                    <a:alpha val="80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39600" tIns="3960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</p:grpSp>
        </p:grpSp>
        <p:grpSp>
          <p:nvGrpSpPr>
            <p:cNvPr id="277" name="Google Shape;1993;p21"/>
            <p:cNvGrpSpPr/>
            <p:nvPr/>
          </p:nvGrpSpPr>
          <p:grpSpPr>
            <a:xfrm>
              <a:off x="8520840" y="-117000"/>
              <a:ext cx="142920" cy="2453760"/>
              <a:chOff x="8520840" y="-117000"/>
              <a:chExt cx="142920" cy="2453760"/>
            </a:xfrm>
          </p:grpSpPr>
          <p:grpSp>
            <p:nvGrpSpPr>
              <p:cNvPr id="278" name="Google Shape;1994;p21"/>
              <p:cNvGrpSpPr/>
              <p:nvPr/>
            </p:nvGrpSpPr>
            <p:grpSpPr>
              <a:xfrm>
                <a:off x="8520840" y="-117000"/>
                <a:ext cx="142920" cy="2453760"/>
                <a:chOff x="8520840" y="-117000"/>
                <a:chExt cx="142920" cy="2453760"/>
              </a:xfrm>
            </p:grpSpPr>
            <p:sp>
              <p:nvSpPr>
                <p:cNvPr id="1050114" name="Google Shape;1995;p21"/>
                <p:cNvSpPr/>
                <p:nvPr/>
              </p:nvSpPr>
              <p:spPr>
                <a:xfrm>
                  <a:off x="8520840" y="2193840"/>
                  <a:ext cx="142920" cy="142920"/>
                </a:xfrm>
                <a:prstGeom prst="rect"/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71640" tIns="7164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0115" name="Google Shape;1996;p21"/>
                <p:cNvSpPr/>
                <p:nvPr/>
              </p:nvSpPr>
              <p:spPr>
                <a:xfrm>
                  <a:off x="8529480" y="1983240"/>
                  <a:ext cx="126000" cy="126360"/>
                </a:xfrm>
                <a:prstGeom prst="rect"/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63360" tIns="6336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0116" name="Google Shape;1997;p21"/>
                <p:cNvSpPr/>
                <p:nvPr/>
              </p:nvSpPr>
              <p:spPr>
                <a:xfrm>
                  <a:off x="8529480" y="1772640"/>
                  <a:ext cx="126000" cy="126360"/>
                </a:xfrm>
                <a:prstGeom prst="rect"/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63360" tIns="6336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0117" name="Google Shape;1998;p21"/>
                <p:cNvSpPr/>
                <p:nvPr/>
              </p:nvSpPr>
              <p:spPr>
                <a:xfrm>
                  <a:off x="8529480" y="1561680"/>
                  <a:ext cx="126000" cy="126360"/>
                </a:xfrm>
                <a:prstGeom prst="rect"/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63360" tIns="6336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0118" name="Google Shape;1999;p21"/>
                <p:cNvSpPr/>
                <p:nvPr/>
              </p:nvSpPr>
              <p:spPr>
                <a:xfrm>
                  <a:off x="8533800" y="1351080"/>
                  <a:ext cx="117360" cy="117720"/>
                </a:xfrm>
                <a:prstGeom prst="rect"/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59040" tIns="5904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0119" name="Google Shape;2000;p21"/>
                <p:cNvSpPr/>
                <p:nvPr/>
              </p:nvSpPr>
              <p:spPr>
                <a:xfrm>
                  <a:off x="8533800" y="1140480"/>
                  <a:ext cx="117360" cy="117720"/>
                </a:xfrm>
                <a:prstGeom prst="rect"/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59040" tIns="5904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0120" name="Google Shape;2001;p21"/>
                <p:cNvSpPr/>
                <p:nvPr/>
              </p:nvSpPr>
              <p:spPr>
                <a:xfrm>
                  <a:off x="8535960" y="929520"/>
                  <a:ext cx="113040" cy="113040"/>
                </a:xfrm>
                <a:prstGeom prst="rect"/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56520" tIns="5652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0121" name="Google Shape;2002;p21"/>
                <p:cNvSpPr/>
                <p:nvPr/>
              </p:nvSpPr>
              <p:spPr>
                <a:xfrm>
                  <a:off x="8538120" y="718920"/>
                  <a:ext cx="108720" cy="108720"/>
                </a:xfrm>
                <a:prstGeom prst="rect"/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54360" tIns="5436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0122" name="Google Shape;2003;p21"/>
                <p:cNvSpPr/>
                <p:nvPr/>
              </p:nvSpPr>
              <p:spPr>
                <a:xfrm>
                  <a:off x="8543160" y="512640"/>
                  <a:ext cx="98640" cy="98640"/>
                </a:xfrm>
                <a:prstGeom prst="rect"/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49320" tIns="4932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0123" name="Google Shape;2004;p21"/>
                <p:cNvSpPr/>
                <p:nvPr/>
              </p:nvSpPr>
              <p:spPr>
                <a:xfrm>
                  <a:off x="8547840" y="306360"/>
                  <a:ext cx="88920" cy="88920"/>
                </a:xfrm>
                <a:prstGeom prst="rect"/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44640" tIns="4464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0124" name="Google Shape;2005;p21"/>
                <p:cNvSpPr/>
                <p:nvPr/>
              </p:nvSpPr>
              <p:spPr>
                <a:xfrm>
                  <a:off x="8547840" y="100080"/>
                  <a:ext cx="88920" cy="88920"/>
                </a:xfrm>
                <a:prstGeom prst="rect"/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44640" tIns="4464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0125" name="Google Shape;2006;p21"/>
                <p:cNvSpPr/>
                <p:nvPr/>
              </p:nvSpPr>
              <p:spPr>
                <a:xfrm>
                  <a:off x="8552880" y="-117000"/>
                  <a:ext cx="79200" cy="79200"/>
                </a:xfrm>
                <a:prstGeom prst="rect"/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39600" tIns="3960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</p:grpSp>
          <p:grpSp>
            <p:nvGrpSpPr>
              <p:cNvPr id="279" name="Google Shape;2007;p21"/>
              <p:cNvGrpSpPr/>
              <p:nvPr/>
            </p:nvGrpSpPr>
            <p:grpSpPr>
              <a:xfrm>
                <a:off x="8520840" y="-117000"/>
                <a:ext cx="142920" cy="2453760"/>
                <a:chOff x="8520840" y="-117000"/>
                <a:chExt cx="142920" cy="2453760"/>
              </a:xfrm>
            </p:grpSpPr>
            <p:sp>
              <p:nvSpPr>
                <p:cNvPr id="1050126" name="Google Shape;2008;p21"/>
                <p:cNvSpPr/>
                <p:nvPr/>
              </p:nvSpPr>
              <p:spPr>
                <a:xfrm>
                  <a:off x="8520840" y="2193840"/>
                  <a:ext cx="142920" cy="142920"/>
                </a:xfrm>
                <a:prstGeom prst="rect"/>
                <a:noFill/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71640" tIns="7164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0127" name="Google Shape;2009;p21"/>
                <p:cNvSpPr/>
                <p:nvPr/>
              </p:nvSpPr>
              <p:spPr>
                <a:xfrm>
                  <a:off x="8529480" y="1983240"/>
                  <a:ext cx="126000" cy="126360"/>
                </a:xfrm>
                <a:prstGeom prst="rect"/>
                <a:solidFill>
                  <a:srgbClr val="009F8C">
                    <a:alpha val="5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63360" tIns="6336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0128" name="Google Shape;2010;p21"/>
                <p:cNvSpPr/>
                <p:nvPr/>
              </p:nvSpPr>
              <p:spPr>
                <a:xfrm>
                  <a:off x="8529480" y="1772640"/>
                  <a:ext cx="126000" cy="126360"/>
                </a:xfrm>
                <a:prstGeom prst="rect"/>
                <a:solidFill>
                  <a:srgbClr val="009F8C">
                    <a:alpha val="10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63360" tIns="6336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0129" name="Google Shape;2011;p21"/>
                <p:cNvSpPr/>
                <p:nvPr/>
              </p:nvSpPr>
              <p:spPr>
                <a:xfrm>
                  <a:off x="8529480" y="1561680"/>
                  <a:ext cx="126000" cy="126360"/>
                </a:xfrm>
                <a:prstGeom prst="rect"/>
                <a:solidFill>
                  <a:srgbClr val="009F8C">
                    <a:alpha val="20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63360" tIns="6336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0130" name="Google Shape;2012;p21"/>
                <p:cNvSpPr/>
                <p:nvPr/>
              </p:nvSpPr>
              <p:spPr>
                <a:xfrm>
                  <a:off x="8533800" y="1351080"/>
                  <a:ext cx="117360" cy="117720"/>
                </a:xfrm>
                <a:prstGeom prst="rect"/>
                <a:solidFill>
                  <a:srgbClr val="009F8C">
                    <a:alpha val="30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59040" tIns="5904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0131" name="Google Shape;2013;p21"/>
                <p:cNvSpPr/>
                <p:nvPr/>
              </p:nvSpPr>
              <p:spPr>
                <a:xfrm>
                  <a:off x="8533800" y="1140480"/>
                  <a:ext cx="117360" cy="117720"/>
                </a:xfrm>
                <a:prstGeom prst="rect"/>
                <a:solidFill>
                  <a:srgbClr val="009F8C">
                    <a:alpha val="40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59040" tIns="5904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0132" name="Google Shape;2014;p21"/>
                <p:cNvSpPr/>
                <p:nvPr/>
              </p:nvSpPr>
              <p:spPr>
                <a:xfrm>
                  <a:off x="8535960" y="929520"/>
                  <a:ext cx="113040" cy="113040"/>
                </a:xfrm>
                <a:prstGeom prst="rect"/>
                <a:solidFill>
                  <a:srgbClr val="009F8C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56520" tIns="5652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0133" name="Google Shape;2015;p21"/>
                <p:cNvSpPr/>
                <p:nvPr/>
              </p:nvSpPr>
              <p:spPr>
                <a:xfrm>
                  <a:off x="8538120" y="718920"/>
                  <a:ext cx="108720" cy="108720"/>
                </a:xfrm>
                <a:prstGeom prst="rect"/>
                <a:solidFill>
                  <a:srgbClr val="009F8C">
                    <a:alpha val="55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54360" tIns="5436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0134" name="Google Shape;2016;p21"/>
                <p:cNvSpPr/>
                <p:nvPr/>
              </p:nvSpPr>
              <p:spPr>
                <a:xfrm>
                  <a:off x="8543160" y="512640"/>
                  <a:ext cx="98640" cy="98640"/>
                </a:xfrm>
                <a:prstGeom prst="rect"/>
                <a:solidFill>
                  <a:srgbClr val="009F8C">
                    <a:alpha val="60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49320" tIns="4932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0135" name="Google Shape;2017;p21"/>
                <p:cNvSpPr/>
                <p:nvPr/>
              </p:nvSpPr>
              <p:spPr>
                <a:xfrm>
                  <a:off x="8547840" y="306360"/>
                  <a:ext cx="88920" cy="88920"/>
                </a:xfrm>
                <a:prstGeom prst="rect"/>
                <a:solidFill>
                  <a:srgbClr val="009F8C">
                    <a:alpha val="65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44640" tIns="4464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0136" name="Google Shape;2018;p21"/>
                <p:cNvSpPr/>
                <p:nvPr/>
              </p:nvSpPr>
              <p:spPr>
                <a:xfrm>
                  <a:off x="8547840" y="100080"/>
                  <a:ext cx="88920" cy="88920"/>
                </a:xfrm>
                <a:prstGeom prst="rect"/>
                <a:solidFill>
                  <a:srgbClr val="009F8C">
                    <a:alpha val="70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44640" tIns="4464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0137" name="Google Shape;2019;p21"/>
                <p:cNvSpPr/>
                <p:nvPr/>
              </p:nvSpPr>
              <p:spPr>
                <a:xfrm>
                  <a:off x="8552880" y="-117000"/>
                  <a:ext cx="79200" cy="79200"/>
                </a:xfrm>
                <a:prstGeom prst="rect"/>
                <a:solidFill>
                  <a:srgbClr val="009F8C">
                    <a:alpha val="80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39600" tIns="3960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</p:grpSp>
        </p:grpSp>
        <p:grpSp>
          <p:nvGrpSpPr>
            <p:cNvPr id="280" name="Google Shape;2020;p21"/>
            <p:cNvGrpSpPr/>
            <p:nvPr/>
          </p:nvGrpSpPr>
          <p:grpSpPr>
            <a:xfrm>
              <a:off x="8817840" y="2397600"/>
              <a:ext cx="142920" cy="2453760"/>
              <a:chOff x="8817840" y="2397600"/>
              <a:chExt cx="142920" cy="2453760"/>
            </a:xfrm>
          </p:grpSpPr>
          <p:grpSp>
            <p:nvGrpSpPr>
              <p:cNvPr id="281" name="Google Shape;2021;p21"/>
              <p:cNvGrpSpPr/>
              <p:nvPr/>
            </p:nvGrpSpPr>
            <p:grpSpPr>
              <a:xfrm>
                <a:off x="8817840" y="2397600"/>
                <a:ext cx="142920" cy="2453760"/>
                <a:chOff x="8817840" y="2397600"/>
                <a:chExt cx="142920" cy="2453760"/>
              </a:xfrm>
            </p:grpSpPr>
            <p:sp>
              <p:nvSpPr>
                <p:cNvPr id="1050138" name="Google Shape;2022;p21"/>
                <p:cNvSpPr/>
                <p:nvPr/>
              </p:nvSpPr>
              <p:spPr>
                <a:xfrm>
                  <a:off x="8817840" y="4708440"/>
                  <a:ext cx="142920" cy="142920"/>
                </a:xfrm>
                <a:prstGeom prst="rect"/>
                <a:gradFill rotWithShape="0">
                  <a:gsLst>
                    <a:gs pos="0">
                      <a:srgbClr val="B6F8F0"/>
                    </a:gs>
                    <a:gs pos="100000">
                      <a:srgbClr val="7DF3E5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71640" tIns="7164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0139" name="Google Shape;2023;p21"/>
                <p:cNvSpPr/>
                <p:nvPr/>
              </p:nvSpPr>
              <p:spPr>
                <a:xfrm>
                  <a:off x="8826480" y="4497840"/>
                  <a:ext cx="126000" cy="126360"/>
                </a:xfrm>
                <a:prstGeom prst="rect"/>
                <a:gradFill rotWithShape="0">
                  <a:gsLst>
                    <a:gs pos="0">
                      <a:srgbClr val="B6F8F0"/>
                    </a:gs>
                    <a:gs pos="100000">
                      <a:srgbClr val="7DF3E5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63360" tIns="6336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0140" name="Google Shape;2024;p21"/>
                <p:cNvSpPr/>
                <p:nvPr/>
              </p:nvSpPr>
              <p:spPr>
                <a:xfrm>
                  <a:off x="8826480" y="4287240"/>
                  <a:ext cx="126000" cy="126360"/>
                </a:xfrm>
                <a:prstGeom prst="rect"/>
                <a:gradFill rotWithShape="0">
                  <a:gsLst>
                    <a:gs pos="0">
                      <a:srgbClr val="B6F8F0"/>
                    </a:gs>
                    <a:gs pos="100000">
                      <a:srgbClr val="7DF3E5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63360" tIns="6336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0141" name="Google Shape;2025;p21"/>
                <p:cNvSpPr/>
                <p:nvPr/>
              </p:nvSpPr>
              <p:spPr>
                <a:xfrm>
                  <a:off x="8826480" y="4076280"/>
                  <a:ext cx="126000" cy="126360"/>
                </a:xfrm>
                <a:prstGeom prst="rect"/>
                <a:gradFill rotWithShape="0">
                  <a:gsLst>
                    <a:gs pos="0">
                      <a:srgbClr val="B6F8F0"/>
                    </a:gs>
                    <a:gs pos="100000">
                      <a:srgbClr val="7DF3E5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63360" tIns="6336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0142" name="Google Shape;2026;p21"/>
                <p:cNvSpPr/>
                <p:nvPr/>
              </p:nvSpPr>
              <p:spPr>
                <a:xfrm>
                  <a:off x="8830800" y="3865680"/>
                  <a:ext cx="117360" cy="117720"/>
                </a:xfrm>
                <a:prstGeom prst="rect"/>
                <a:gradFill rotWithShape="0">
                  <a:gsLst>
                    <a:gs pos="0">
                      <a:srgbClr val="B6F8F0"/>
                    </a:gs>
                    <a:gs pos="100000">
                      <a:srgbClr val="7DF3E5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59040" tIns="5904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0143" name="Google Shape;2027;p21"/>
                <p:cNvSpPr/>
                <p:nvPr/>
              </p:nvSpPr>
              <p:spPr>
                <a:xfrm>
                  <a:off x="8830800" y="3655080"/>
                  <a:ext cx="117360" cy="117720"/>
                </a:xfrm>
                <a:prstGeom prst="rect"/>
                <a:gradFill rotWithShape="0">
                  <a:gsLst>
                    <a:gs pos="0">
                      <a:srgbClr val="B6F8F0"/>
                    </a:gs>
                    <a:gs pos="100000">
                      <a:srgbClr val="7DF3E5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59040" tIns="5904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0144" name="Google Shape;2028;p21"/>
                <p:cNvSpPr/>
                <p:nvPr/>
              </p:nvSpPr>
              <p:spPr>
                <a:xfrm>
                  <a:off x="8832960" y="3444120"/>
                  <a:ext cx="113040" cy="113040"/>
                </a:xfrm>
                <a:prstGeom prst="rect"/>
                <a:gradFill rotWithShape="0">
                  <a:gsLst>
                    <a:gs pos="0">
                      <a:srgbClr val="B6F8F0"/>
                    </a:gs>
                    <a:gs pos="100000">
                      <a:srgbClr val="7DF3E5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56520" tIns="5652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0145" name="Google Shape;2029;p21"/>
                <p:cNvSpPr/>
                <p:nvPr/>
              </p:nvSpPr>
              <p:spPr>
                <a:xfrm>
                  <a:off x="8835120" y="3233520"/>
                  <a:ext cx="108720" cy="108720"/>
                </a:xfrm>
                <a:prstGeom prst="rect"/>
                <a:gradFill rotWithShape="0">
                  <a:gsLst>
                    <a:gs pos="0">
                      <a:srgbClr val="B6F8F0"/>
                    </a:gs>
                    <a:gs pos="100000">
                      <a:srgbClr val="7DF3E5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54360" tIns="5436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0146" name="Google Shape;2030;p21"/>
                <p:cNvSpPr/>
                <p:nvPr/>
              </p:nvSpPr>
              <p:spPr>
                <a:xfrm>
                  <a:off x="8840160" y="3027240"/>
                  <a:ext cx="98640" cy="98640"/>
                </a:xfrm>
                <a:prstGeom prst="rect"/>
                <a:gradFill rotWithShape="0">
                  <a:gsLst>
                    <a:gs pos="0">
                      <a:srgbClr val="B6F8F0"/>
                    </a:gs>
                    <a:gs pos="100000">
                      <a:srgbClr val="7DF3E5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49320" tIns="4932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0147" name="Google Shape;2031;p21"/>
                <p:cNvSpPr/>
                <p:nvPr/>
              </p:nvSpPr>
              <p:spPr>
                <a:xfrm>
                  <a:off x="8844840" y="2820960"/>
                  <a:ext cx="88920" cy="88920"/>
                </a:xfrm>
                <a:prstGeom prst="rect"/>
                <a:gradFill rotWithShape="0">
                  <a:gsLst>
                    <a:gs pos="0">
                      <a:srgbClr val="B6F8F0"/>
                    </a:gs>
                    <a:gs pos="100000">
                      <a:srgbClr val="7DF3E5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44640" tIns="4464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0148" name="Google Shape;2032;p21"/>
                <p:cNvSpPr/>
                <p:nvPr/>
              </p:nvSpPr>
              <p:spPr>
                <a:xfrm>
                  <a:off x="8844840" y="2614680"/>
                  <a:ext cx="88920" cy="88920"/>
                </a:xfrm>
                <a:prstGeom prst="rect"/>
                <a:gradFill rotWithShape="0">
                  <a:gsLst>
                    <a:gs pos="0">
                      <a:srgbClr val="B6F8F0"/>
                    </a:gs>
                    <a:gs pos="100000">
                      <a:srgbClr val="7DF3E5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44640" tIns="4464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0149" name="Google Shape;2033;p21"/>
                <p:cNvSpPr/>
                <p:nvPr/>
              </p:nvSpPr>
              <p:spPr>
                <a:xfrm>
                  <a:off x="8849880" y="2397600"/>
                  <a:ext cx="79200" cy="79200"/>
                </a:xfrm>
                <a:prstGeom prst="rect"/>
                <a:gradFill rotWithShape="0">
                  <a:gsLst>
                    <a:gs pos="0">
                      <a:srgbClr val="B6F8F0"/>
                    </a:gs>
                    <a:gs pos="100000">
                      <a:srgbClr val="7DF3E5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39600" tIns="3960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</p:grpSp>
          <p:grpSp>
            <p:nvGrpSpPr>
              <p:cNvPr id="282" name="Google Shape;2034;p21"/>
              <p:cNvGrpSpPr/>
              <p:nvPr/>
            </p:nvGrpSpPr>
            <p:grpSpPr>
              <a:xfrm>
                <a:off x="8817840" y="2397600"/>
                <a:ext cx="142920" cy="2453760"/>
                <a:chOff x="8817840" y="2397600"/>
                <a:chExt cx="142920" cy="2453760"/>
              </a:xfrm>
            </p:grpSpPr>
            <p:sp>
              <p:nvSpPr>
                <p:cNvPr id="1050150" name="Google Shape;2035;p21"/>
                <p:cNvSpPr/>
                <p:nvPr/>
              </p:nvSpPr>
              <p:spPr>
                <a:xfrm>
                  <a:off x="8817840" y="4708440"/>
                  <a:ext cx="142920" cy="142920"/>
                </a:xfrm>
                <a:prstGeom prst="rect"/>
                <a:noFill/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71640" tIns="7164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0151" name="Google Shape;2036;p21"/>
                <p:cNvSpPr/>
                <p:nvPr/>
              </p:nvSpPr>
              <p:spPr>
                <a:xfrm>
                  <a:off x="8826480" y="4497840"/>
                  <a:ext cx="126000" cy="126360"/>
                </a:xfrm>
                <a:prstGeom prst="rect"/>
                <a:solidFill>
                  <a:srgbClr val="009F8C">
                    <a:alpha val="5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63360" tIns="6336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0152" name="Google Shape;2037;p21"/>
                <p:cNvSpPr/>
                <p:nvPr/>
              </p:nvSpPr>
              <p:spPr>
                <a:xfrm>
                  <a:off x="8826480" y="4287240"/>
                  <a:ext cx="126000" cy="126360"/>
                </a:xfrm>
                <a:prstGeom prst="rect"/>
                <a:solidFill>
                  <a:srgbClr val="009F8C">
                    <a:alpha val="10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63360" tIns="6336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0153" name="Google Shape;2038;p21"/>
                <p:cNvSpPr/>
                <p:nvPr/>
              </p:nvSpPr>
              <p:spPr>
                <a:xfrm>
                  <a:off x="8826480" y="4076280"/>
                  <a:ext cx="126000" cy="126360"/>
                </a:xfrm>
                <a:prstGeom prst="rect"/>
                <a:solidFill>
                  <a:srgbClr val="009F8C">
                    <a:alpha val="20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63360" tIns="6336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0154" name="Google Shape;2039;p21"/>
                <p:cNvSpPr/>
                <p:nvPr/>
              </p:nvSpPr>
              <p:spPr>
                <a:xfrm>
                  <a:off x="8830800" y="3865680"/>
                  <a:ext cx="117360" cy="117720"/>
                </a:xfrm>
                <a:prstGeom prst="rect"/>
                <a:solidFill>
                  <a:srgbClr val="009F8C">
                    <a:alpha val="30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59040" tIns="5904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0155" name="Google Shape;2040;p21"/>
                <p:cNvSpPr/>
                <p:nvPr/>
              </p:nvSpPr>
              <p:spPr>
                <a:xfrm>
                  <a:off x="8830800" y="3655080"/>
                  <a:ext cx="117360" cy="117720"/>
                </a:xfrm>
                <a:prstGeom prst="rect"/>
                <a:solidFill>
                  <a:srgbClr val="009F8C">
                    <a:alpha val="40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59040" tIns="5904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0156" name="Google Shape;2041;p21"/>
                <p:cNvSpPr/>
                <p:nvPr/>
              </p:nvSpPr>
              <p:spPr>
                <a:xfrm>
                  <a:off x="8832960" y="3444120"/>
                  <a:ext cx="113040" cy="113040"/>
                </a:xfrm>
                <a:prstGeom prst="rect"/>
                <a:solidFill>
                  <a:srgbClr val="009F8C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56520" tIns="5652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0157" name="Google Shape;2042;p21"/>
                <p:cNvSpPr/>
                <p:nvPr/>
              </p:nvSpPr>
              <p:spPr>
                <a:xfrm>
                  <a:off x="8835120" y="3233520"/>
                  <a:ext cx="108720" cy="108720"/>
                </a:xfrm>
                <a:prstGeom prst="rect"/>
                <a:solidFill>
                  <a:srgbClr val="009F8C">
                    <a:alpha val="55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54360" tIns="5436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0158" name="Google Shape;2043;p21"/>
                <p:cNvSpPr/>
                <p:nvPr/>
              </p:nvSpPr>
              <p:spPr>
                <a:xfrm>
                  <a:off x="8840160" y="3027240"/>
                  <a:ext cx="98640" cy="98640"/>
                </a:xfrm>
                <a:prstGeom prst="rect"/>
                <a:solidFill>
                  <a:srgbClr val="009F8C">
                    <a:alpha val="60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49320" tIns="4932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0159" name="Google Shape;2044;p21"/>
                <p:cNvSpPr/>
                <p:nvPr/>
              </p:nvSpPr>
              <p:spPr>
                <a:xfrm>
                  <a:off x="8844840" y="2820960"/>
                  <a:ext cx="88920" cy="88920"/>
                </a:xfrm>
                <a:prstGeom prst="rect"/>
                <a:solidFill>
                  <a:srgbClr val="009F8C">
                    <a:alpha val="65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44640" tIns="4464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0160" name="Google Shape;2045;p21"/>
                <p:cNvSpPr/>
                <p:nvPr/>
              </p:nvSpPr>
              <p:spPr>
                <a:xfrm>
                  <a:off x="8844840" y="2614680"/>
                  <a:ext cx="88920" cy="88920"/>
                </a:xfrm>
                <a:prstGeom prst="rect"/>
                <a:solidFill>
                  <a:srgbClr val="009F8C">
                    <a:alpha val="70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44640" tIns="4464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0161" name="Google Shape;2046;p21"/>
                <p:cNvSpPr/>
                <p:nvPr/>
              </p:nvSpPr>
              <p:spPr>
                <a:xfrm>
                  <a:off x="8849880" y="2397600"/>
                  <a:ext cx="79200" cy="79200"/>
                </a:xfrm>
                <a:prstGeom prst="rect"/>
                <a:solidFill>
                  <a:srgbClr val="009F8C">
                    <a:alpha val="80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39600" tIns="3960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</p:grpSp>
        </p:grpSp>
      </p:grpSp>
      <p:sp>
        <p:nvSpPr>
          <p:cNvPr id="1050162" name="PlaceHolder 1"/>
          <p:cNvSpPr>
            <a:spLocks noGrp="1"/>
          </p:cNvSpPr>
          <p:nvPr>
            <p:ph type="title"/>
          </p:nvPr>
        </p:nvSpPr>
        <p:spPr>
          <a:xfrm>
            <a:off x="720000" y="444960"/>
            <a:ext cx="7703640" cy="572400"/>
          </a:xfrm>
          <a:prstGeom prst="rect"/>
          <a:noFill/>
          <a:ln w="0">
            <a:noFill/>
          </a:ln>
        </p:spPr>
        <p:txBody>
          <a:bodyPr anchor="t" bIns="91440" lIns="91440" rIns="91440" tIns="91440">
            <a:noAutofit/>
          </a:bodyPr>
          <a:p>
            <a:pPr indent="0">
              <a:buNone/>
            </a:pPr>
            <a:r>
              <a:rPr b="0" sz="3500" lang="fr-FR" strike="noStrike" u="none">
                <a:solidFill>
                  <a:schemeClr val="dk1"/>
                </a:solidFill>
                <a:effectLst/>
                <a:latin typeface="Arial"/>
              </a:rPr>
              <a:t>Click to edit the title text format</a:t>
            </a:r>
            <a:endParaRPr b="0" sz="3500" lang="fr-FR" strike="noStrike" u="none">
              <a:solidFill>
                <a:schemeClr val="dk1"/>
              </a:solidFill>
              <a:effectLst/>
              <a:latin typeface="Arial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blank">
  <p:cSld name="TITLE_AND_TWO_COLUMNS_1_1">
    <p:bg>
      <p:bgPr>
        <a:solidFill>
          <a:schemeClr val="lt1"/>
        </a:solidFill>
      </p:bgPr>
    </p:bg>
    <p:spTree>
      <p:nvGrpSpPr>
        <p:cNvPr id="34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3" name="Google Shape;2053;p22"/>
          <p:cNvGrpSpPr/>
          <p:nvPr/>
        </p:nvGrpSpPr>
        <p:grpSpPr>
          <a:xfrm>
            <a:off x="278640" y="-1550520"/>
            <a:ext cx="8607600" cy="5891760"/>
            <a:chOff x="278640" y="-1550520"/>
            <a:chExt cx="8607600" cy="5891760"/>
          </a:xfrm>
        </p:grpSpPr>
        <p:grpSp>
          <p:nvGrpSpPr>
            <p:cNvPr id="344" name="Google Shape;2054;p22"/>
            <p:cNvGrpSpPr/>
            <p:nvPr/>
          </p:nvGrpSpPr>
          <p:grpSpPr>
            <a:xfrm>
              <a:off x="278640" y="285840"/>
              <a:ext cx="142920" cy="2454120"/>
              <a:chOff x="278640" y="285840"/>
              <a:chExt cx="142920" cy="2454120"/>
            </a:xfrm>
          </p:grpSpPr>
          <p:grpSp>
            <p:nvGrpSpPr>
              <p:cNvPr id="345" name="Google Shape;2055;p22"/>
              <p:cNvGrpSpPr/>
              <p:nvPr/>
            </p:nvGrpSpPr>
            <p:grpSpPr>
              <a:xfrm>
                <a:off x="278640" y="285840"/>
                <a:ext cx="142920" cy="2454120"/>
                <a:chOff x="278640" y="285840"/>
                <a:chExt cx="142920" cy="2454120"/>
              </a:xfrm>
            </p:grpSpPr>
            <p:sp>
              <p:nvSpPr>
                <p:cNvPr id="1050576" name="Google Shape;2056;p22"/>
                <p:cNvSpPr/>
                <p:nvPr/>
              </p:nvSpPr>
              <p:spPr>
                <a:xfrm>
                  <a:off x="278640" y="2597040"/>
                  <a:ext cx="142920" cy="142920"/>
                </a:xfrm>
                <a:prstGeom prst="rect"/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71640" tIns="7164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0577" name="Google Shape;2057;p22"/>
                <p:cNvSpPr/>
                <p:nvPr/>
              </p:nvSpPr>
              <p:spPr>
                <a:xfrm>
                  <a:off x="287280" y="2386080"/>
                  <a:ext cx="126000" cy="126360"/>
                </a:xfrm>
                <a:prstGeom prst="rect"/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63360" tIns="6336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0578" name="Google Shape;2058;p22"/>
                <p:cNvSpPr/>
                <p:nvPr/>
              </p:nvSpPr>
              <p:spPr>
                <a:xfrm>
                  <a:off x="287280" y="2175480"/>
                  <a:ext cx="126000" cy="126360"/>
                </a:xfrm>
                <a:prstGeom prst="rect"/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63360" tIns="6336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0579" name="Google Shape;2059;p22"/>
                <p:cNvSpPr/>
                <p:nvPr/>
              </p:nvSpPr>
              <p:spPr>
                <a:xfrm>
                  <a:off x="287280" y="1964880"/>
                  <a:ext cx="126000" cy="126360"/>
                </a:xfrm>
                <a:prstGeom prst="rect"/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63360" tIns="6336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0580" name="Google Shape;2060;p22"/>
                <p:cNvSpPr/>
                <p:nvPr/>
              </p:nvSpPr>
              <p:spPr>
                <a:xfrm>
                  <a:off x="291600" y="1753920"/>
                  <a:ext cx="117360" cy="117720"/>
                </a:xfrm>
                <a:prstGeom prst="rect"/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59040" tIns="5904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0581" name="Google Shape;2061;p22"/>
                <p:cNvSpPr/>
                <p:nvPr/>
              </p:nvSpPr>
              <p:spPr>
                <a:xfrm>
                  <a:off x="291600" y="1543320"/>
                  <a:ext cx="117360" cy="117720"/>
                </a:xfrm>
                <a:prstGeom prst="rect"/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59040" tIns="5904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0582" name="Google Shape;2062;p22"/>
                <p:cNvSpPr/>
                <p:nvPr/>
              </p:nvSpPr>
              <p:spPr>
                <a:xfrm>
                  <a:off x="293400" y="1332720"/>
                  <a:ext cx="113040" cy="113040"/>
                </a:xfrm>
                <a:prstGeom prst="rect"/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56520" tIns="5652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0583" name="Google Shape;2063;p22"/>
                <p:cNvSpPr/>
                <p:nvPr/>
              </p:nvSpPr>
              <p:spPr>
                <a:xfrm>
                  <a:off x="295920" y="1121760"/>
                  <a:ext cx="108720" cy="108720"/>
                </a:xfrm>
                <a:prstGeom prst="rect"/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54360" tIns="5436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0584" name="Google Shape;2064;p22"/>
                <p:cNvSpPr/>
                <p:nvPr/>
              </p:nvSpPr>
              <p:spPr>
                <a:xfrm>
                  <a:off x="300600" y="915480"/>
                  <a:ext cx="98640" cy="98640"/>
                </a:xfrm>
                <a:prstGeom prst="rect"/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49320" tIns="4932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0585" name="Google Shape;2065;p22"/>
                <p:cNvSpPr/>
                <p:nvPr/>
              </p:nvSpPr>
              <p:spPr>
                <a:xfrm>
                  <a:off x="305640" y="709560"/>
                  <a:ext cx="88920" cy="88920"/>
                </a:xfrm>
                <a:prstGeom prst="rect"/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44640" tIns="4464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0586" name="Google Shape;2066;p22"/>
                <p:cNvSpPr/>
                <p:nvPr/>
              </p:nvSpPr>
              <p:spPr>
                <a:xfrm>
                  <a:off x="305640" y="503280"/>
                  <a:ext cx="88920" cy="88920"/>
                </a:xfrm>
                <a:prstGeom prst="rect"/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44640" tIns="4464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0587" name="Google Shape;2067;p22"/>
                <p:cNvSpPr/>
                <p:nvPr/>
              </p:nvSpPr>
              <p:spPr>
                <a:xfrm>
                  <a:off x="310680" y="285840"/>
                  <a:ext cx="79200" cy="79200"/>
                </a:xfrm>
                <a:prstGeom prst="rect"/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39600" tIns="3960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</p:grpSp>
          <p:grpSp>
            <p:nvGrpSpPr>
              <p:cNvPr id="346" name="Google Shape;2068;p22"/>
              <p:cNvGrpSpPr/>
              <p:nvPr/>
            </p:nvGrpSpPr>
            <p:grpSpPr>
              <a:xfrm>
                <a:off x="278640" y="285840"/>
                <a:ext cx="142920" cy="2454120"/>
                <a:chOff x="278640" y="285840"/>
                <a:chExt cx="142920" cy="2454120"/>
              </a:xfrm>
            </p:grpSpPr>
            <p:sp>
              <p:nvSpPr>
                <p:cNvPr id="1050588" name="Google Shape;2069;p22"/>
                <p:cNvSpPr/>
                <p:nvPr/>
              </p:nvSpPr>
              <p:spPr>
                <a:xfrm>
                  <a:off x="278640" y="2597040"/>
                  <a:ext cx="142920" cy="142920"/>
                </a:xfrm>
                <a:prstGeom prst="rect"/>
                <a:noFill/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71640" tIns="7164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0589" name="Google Shape;2070;p22"/>
                <p:cNvSpPr/>
                <p:nvPr/>
              </p:nvSpPr>
              <p:spPr>
                <a:xfrm>
                  <a:off x="287280" y="2386080"/>
                  <a:ext cx="126000" cy="126360"/>
                </a:xfrm>
                <a:prstGeom prst="rect"/>
                <a:solidFill>
                  <a:srgbClr val="009F8C">
                    <a:alpha val="5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63360" tIns="6336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0590" name="Google Shape;2071;p22"/>
                <p:cNvSpPr/>
                <p:nvPr/>
              </p:nvSpPr>
              <p:spPr>
                <a:xfrm>
                  <a:off x="287280" y="2175480"/>
                  <a:ext cx="126000" cy="126360"/>
                </a:xfrm>
                <a:prstGeom prst="rect"/>
                <a:solidFill>
                  <a:srgbClr val="009F8C">
                    <a:alpha val="10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63360" tIns="6336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0591" name="Google Shape;2072;p22"/>
                <p:cNvSpPr/>
                <p:nvPr/>
              </p:nvSpPr>
              <p:spPr>
                <a:xfrm>
                  <a:off x="287280" y="1964880"/>
                  <a:ext cx="126000" cy="126360"/>
                </a:xfrm>
                <a:prstGeom prst="rect"/>
                <a:solidFill>
                  <a:srgbClr val="009F8C">
                    <a:alpha val="20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63360" tIns="6336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0592" name="Google Shape;2073;p22"/>
                <p:cNvSpPr/>
                <p:nvPr/>
              </p:nvSpPr>
              <p:spPr>
                <a:xfrm>
                  <a:off x="291600" y="1753920"/>
                  <a:ext cx="117360" cy="117720"/>
                </a:xfrm>
                <a:prstGeom prst="rect"/>
                <a:solidFill>
                  <a:srgbClr val="009F8C">
                    <a:alpha val="30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59040" tIns="5904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0593" name="Google Shape;2074;p22"/>
                <p:cNvSpPr/>
                <p:nvPr/>
              </p:nvSpPr>
              <p:spPr>
                <a:xfrm>
                  <a:off x="291600" y="1543320"/>
                  <a:ext cx="117360" cy="117720"/>
                </a:xfrm>
                <a:prstGeom prst="rect"/>
                <a:solidFill>
                  <a:srgbClr val="009F8C">
                    <a:alpha val="40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59040" tIns="5904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0594" name="Google Shape;2075;p22"/>
                <p:cNvSpPr/>
                <p:nvPr/>
              </p:nvSpPr>
              <p:spPr>
                <a:xfrm>
                  <a:off x="293400" y="1332720"/>
                  <a:ext cx="113040" cy="113040"/>
                </a:xfrm>
                <a:prstGeom prst="rect"/>
                <a:solidFill>
                  <a:srgbClr val="009F8C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56520" tIns="5652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0595" name="Google Shape;2076;p22"/>
                <p:cNvSpPr/>
                <p:nvPr/>
              </p:nvSpPr>
              <p:spPr>
                <a:xfrm>
                  <a:off x="295920" y="1121760"/>
                  <a:ext cx="108720" cy="108720"/>
                </a:xfrm>
                <a:prstGeom prst="rect"/>
                <a:solidFill>
                  <a:srgbClr val="009F8C">
                    <a:alpha val="55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54360" tIns="5436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0596" name="Google Shape;2077;p22"/>
                <p:cNvSpPr/>
                <p:nvPr/>
              </p:nvSpPr>
              <p:spPr>
                <a:xfrm>
                  <a:off x="300600" y="915480"/>
                  <a:ext cx="98640" cy="98640"/>
                </a:xfrm>
                <a:prstGeom prst="rect"/>
                <a:solidFill>
                  <a:srgbClr val="009F8C">
                    <a:alpha val="60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49320" tIns="4932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0597" name="Google Shape;2078;p22"/>
                <p:cNvSpPr/>
                <p:nvPr/>
              </p:nvSpPr>
              <p:spPr>
                <a:xfrm>
                  <a:off x="305640" y="709560"/>
                  <a:ext cx="88920" cy="88920"/>
                </a:xfrm>
                <a:prstGeom prst="rect"/>
                <a:solidFill>
                  <a:srgbClr val="009F8C">
                    <a:alpha val="65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44640" tIns="4464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0598" name="Google Shape;2079;p22"/>
                <p:cNvSpPr/>
                <p:nvPr/>
              </p:nvSpPr>
              <p:spPr>
                <a:xfrm>
                  <a:off x="305640" y="503280"/>
                  <a:ext cx="88920" cy="88920"/>
                </a:xfrm>
                <a:prstGeom prst="rect"/>
                <a:solidFill>
                  <a:srgbClr val="009F8C">
                    <a:alpha val="70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44640" tIns="4464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0599" name="Google Shape;2080;p22"/>
                <p:cNvSpPr/>
                <p:nvPr/>
              </p:nvSpPr>
              <p:spPr>
                <a:xfrm>
                  <a:off x="310680" y="285840"/>
                  <a:ext cx="79200" cy="79200"/>
                </a:xfrm>
                <a:prstGeom prst="rect"/>
                <a:solidFill>
                  <a:srgbClr val="009F8C">
                    <a:alpha val="80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39600" tIns="3960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</p:grpSp>
        </p:grpSp>
        <p:grpSp>
          <p:nvGrpSpPr>
            <p:cNvPr id="347" name="Google Shape;2081;p22"/>
            <p:cNvGrpSpPr/>
            <p:nvPr/>
          </p:nvGrpSpPr>
          <p:grpSpPr>
            <a:xfrm>
              <a:off x="8743320" y="1430640"/>
              <a:ext cx="142920" cy="2453760"/>
              <a:chOff x="8743320" y="1430640"/>
              <a:chExt cx="142920" cy="2453760"/>
            </a:xfrm>
          </p:grpSpPr>
          <p:grpSp>
            <p:nvGrpSpPr>
              <p:cNvPr id="348" name="Google Shape;2082;p22"/>
              <p:cNvGrpSpPr/>
              <p:nvPr/>
            </p:nvGrpSpPr>
            <p:grpSpPr>
              <a:xfrm>
                <a:off x="8743320" y="1430640"/>
                <a:ext cx="142920" cy="2453760"/>
                <a:chOff x="8743320" y="1430640"/>
                <a:chExt cx="142920" cy="2453760"/>
              </a:xfrm>
            </p:grpSpPr>
            <p:sp>
              <p:nvSpPr>
                <p:cNvPr id="1050600" name="Google Shape;2083;p22"/>
                <p:cNvSpPr/>
                <p:nvPr/>
              </p:nvSpPr>
              <p:spPr>
                <a:xfrm>
                  <a:off x="8743320" y="3741480"/>
                  <a:ext cx="142920" cy="142920"/>
                </a:xfrm>
                <a:prstGeom prst="rect"/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71640" tIns="7164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0601" name="Google Shape;2084;p22"/>
                <p:cNvSpPr/>
                <p:nvPr/>
              </p:nvSpPr>
              <p:spPr>
                <a:xfrm>
                  <a:off x="8751960" y="3530880"/>
                  <a:ext cx="126000" cy="126360"/>
                </a:xfrm>
                <a:prstGeom prst="rect"/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63360" tIns="6336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0602" name="Google Shape;2085;p22"/>
                <p:cNvSpPr/>
                <p:nvPr/>
              </p:nvSpPr>
              <p:spPr>
                <a:xfrm>
                  <a:off x="8751960" y="3320280"/>
                  <a:ext cx="126000" cy="126360"/>
                </a:xfrm>
                <a:prstGeom prst="rect"/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63360" tIns="6336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0603" name="Google Shape;2086;p22"/>
                <p:cNvSpPr/>
                <p:nvPr/>
              </p:nvSpPr>
              <p:spPr>
                <a:xfrm>
                  <a:off x="8751960" y="3109320"/>
                  <a:ext cx="126000" cy="126360"/>
                </a:xfrm>
                <a:prstGeom prst="rect"/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63360" tIns="6336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0604" name="Google Shape;2087;p22"/>
                <p:cNvSpPr/>
                <p:nvPr/>
              </p:nvSpPr>
              <p:spPr>
                <a:xfrm>
                  <a:off x="8756280" y="2898720"/>
                  <a:ext cx="117360" cy="117720"/>
                </a:xfrm>
                <a:prstGeom prst="rect"/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59040" tIns="5904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0605" name="Google Shape;2088;p22"/>
                <p:cNvSpPr/>
                <p:nvPr/>
              </p:nvSpPr>
              <p:spPr>
                <a:xfrm>
                  <a:off x="8756280" y="2688120"/>
                  <a:ext cx="117360" cy="117720"/>
                </a:xfrm>
                <a:prstGeom prst="rect"/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59040" tIns="5904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0606" name="Google Shape;2089;p22"/>
                <p:cNvSpPr/>
                <p:nvPr/>
              </p:nvSpPr>
              <p:spPr>
                <a:xfrm>
                  <a:off x="8758440" y="2477160"/>
                  <a:ext cx="113040" cy="113040"/>
                </a:xfrm>
                <a:prstGeom prst="rect"/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56520" tIns="5652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0607" name="Google Shape;2090;p22"/>
                <p:cNvSpPr/>
                <p:nvPr/>
              </p:nvSpPr>
              <p:spPr>
                <a:xfrm>
                  <a:off x="8760600" y="2266560"/>
                  <a:ext cx="108720" cy="108720"/>
                </a:xfrm>
                <a:prstGeom prst="rect"/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54360" tIns="5436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0608" name="Google Shape;2091;p22"/>
                <p:cNvSpPr/>
                <p:nvPr/>
              </p:nvSpPr>
              <p:spPr>
                <a:xfrm>
                  <a:off x="8765640" y="2060280"/>
                  <a:ext cx="98640" cy="98640"/>
                </a:xfrm>
                <a:prstGeom prst="rect"/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49320" tIns="4932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0609" name="Google Shape;2092;p22"/>
                <p:cNvSpPr/>
                <p:nvPr/>
              </p:nvSpPr>
              <p:spPr>
                <a:xfrm>
                  <a:off x="8770320" y="1854000"/>
                  <a:ext cx="88920" cy="88920"/>
                </a:xfrm>
                <a:prstGeom prst="rect"/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44640" tIns="4464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0610" name="Google Shape;2093;p22"/>
                <p:cNvSpPr/>
                <p:nvPr/>
              </p:nvSpPr>
              <p:spPr>
                <a:xfrm>
                  <a:off x="8770320" y="1648080"/>
                  <a:ext cx="88920" cy="88920"/>
                </a:xfrm>
                <a:prstGeom prst="rect"/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44640" tIns="4464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0611" name="Google Shape;2094;p22"/>
                <p:cNvSpPr/>
                <p:nvPr/>
              </p:nvSpPr>
              <p:spPr>
                <a:xfrm>
                  <a:off x="8775360" y="1430640"/>
                  <a:ext cx="79200" cy="79200"/>
                </a:xfrm>
                <a:prstGeom prst="rect"/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39600" tIns="3960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</p:grpSp>
          <p:grpSp>
            <p:nvGrpSpPr>
              <p:cNvPr id="349" name="Google Shape;2095;p22"/>
              <p:cNvGrpSpPr/>
              <p:nvPr/>
            </p:nvGrpSpPr>
            <p:grpSpPr>
              <a:xfrm>
                <a:off x="8743320" y="1430640"/>
                <a:ext cx="142920" cy="2453760"/>
                <a:chOff x="8743320" y="1430640"/>
                <a:chExt cx="142920" cy="2453760"/>
              </a:xfrm>
            </p:grpSpPr>
            <p:sp>
              <p:nvSpPr>
                <p:cNvPr id="1050612" name="Google Shape;2096;p22"/>
                <p:cNvSpPr/>
                <p:nvPr/>
              </p:nvSpPr>
              <p:spPr>
                <a:xfrm>
                  <a:off x="8743320" y="3741480"/>
                  <a:ext cx="142920" cy="142920"/>
                </a:xfrm>
                <a:prstGeom prst="rect"/>
                <a:noFill/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71640" tIns="7164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0613" name="Google Shape;2097;p22"/>
                <p:cNvSpPr/>
                <p:nvPr/>
              </p:nvSpPr>
              <p:spPr>
                <a:xfrm>
                  <a:off x="8751960" y="3530880"/>
                  <a:ext cx="126000" cy="126360"/>
                </a:xfrm>
                <a:prstGeom prst="rect"/>
                <a:solidFill>
                  <a:srgbClr val="009F8C">
                    <a:alpha val="5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63360" tIns="6336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0614" name="Google Shape;2098;p22"/>
                <p:cNvSpPr/>
                <p:nvPr/>
              </p:nvSpPr>
              <p:spPr>
                <a:xfrm>
                  <a:off x="8751960" y="3320280"/>
                  <a:ext cx="126000" cy="126360"/>
                </a:xfrm>
                <a:prstGeom prst="rect"/>
                <a:solidFill>
                  <a:srgbClr val="009F8C">
                    <a:alpha val="10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63360" tIns="6336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0615" name="Google Shape;2099;p22"/>
                <p:cNvSpPr/>
                <p:nvPr/>
              </p:nvSpPr>
              <p:spPr>
                <a:xfrm>
                  <a:off x="8751960" y="3109320"/>
                  <a:ext cx="126000" cy="126360"/>
                </a:xfrm>
                <a:prstGeom prst="rect"/>
                <a:solidFill>
                  <a:srgbClr val="009F8C">
                    <a:alpha val="20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63360" tIns="6336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0616" name="Google Shape;2100;p22"/>
                <p:cNvSpPr/>
                <p:nvPr/>
              </p:nvSpPr>
              <p:spPr>
                <a:xfrm>
                  <a:off x="8756280" y="2898720"/>
                  <a:ext cx="117360" cy="117720"/>
                </a:xfrm>
                <a:prstGeom prst="rect"/>
                <a:solidFill>
                  <a:srgbClr val="009F8C">
                    <a:alpha val="30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59040" tIns="5904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0617" name="Google Shape;2101;p22"/>
                <p:cNvSpPr/>
                <p:nvPr/>
              </p:nvSpPr>
              <p:spPr>
                <a:xfrm>
                  <a:off x="8756280" y="2688120"/>
                  <a:ext cx="117360" cy="117720"/>
                </a:xfrm>
                <a:prstGeom prst="rect"/>
                <a:solidFill>
                  <a:srgbClr val="009F8C">
                    <a:alpha val="40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59040" tIns="5904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0618" name="Google Shape;2102;p22"/>
                <p:cNvSpPr/>
                <p:nvPr/>
              </p:nvSpPr>
              <p:spPr>
                <a:xfrm>
                  <a:off x="8758440" y="2477160"/>
                  <a:ext cx="113040" cy="113040"/>
                </a:xfrm>
                <a:prstGeom prst="rect"/>
                <a:solidFill>
                  <a:srgbClr val="009F8C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56520" tIns="5652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0619" name="Google Shape;2103;p22"/>
                <p:cNvSpPr/>
                <p:nvPr/>
              </p:nvSpPr>
              <p:spPr>
                <a:xfrm>
                  <a:off x="8760600" y="2266560"/>
                  <a:ext cx="108720" cy="108720"/>
                </a:xfrm>
                <a:prstGeom prst="rect"/>
                <a:solidFill>
                  <a:srgbClr val="009F8C">
                    <a:alpha val="55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54360" tIns="5436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0620" name="Google Shape;2104;p22"/>
                <p:cNvSpPr/>
                <p:nvPr/>
              </p:nvSpPr>
              <p:spPr>
                <a:xfrm>
                  <a:off x="8765640" y="2060280"/>
                  <a:ext cx="98640" cy="98640"/>
                </a:xfrm>
                <a:prstGeom prst="rect"/>
                <a:solidFill>
                  <a:srgbClr val="009F8C">
                    <a:alpha val="60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49320" tIns="4932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0621" name="Google Shape;2105;p22"/>
                <p:cNvSpPr/>
                <p:nvPr/>
              </p:nvSpPr>
              <p:spPr>
                <a:xfrm>
                  <a:off x="8770320" y="1854000"/>
                  <a:ext cx="88920" cy="88920"/>
                </a:xfrm>
                <a:prstGeom prst="rect"/>
                <a:solidFill>
                  <a:srgbClr val="009F8C">
                    <a:alpha val="65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44640" tIns="4464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0622" name="Google Shape;2106;p22"/>
                <p:cNvSpPr/>
                <p:nvPr/>
              </p:nvSpPr>
              <p:spPr>
                <a:xfrm>
                  <a:off x="8770320" y="1648080"/>
                  <a:ext cx="88920" cy="88920"/>
                </a:xfrm>
                <a:prstGeom prst="rect"/>
                <a:solidFill>
                  <a:srgbClr val="009F8C">
                    <a:alpha val="70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44640" tIns="4464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0623" name="Google Shape;2107;p22"/>
                <p:cNvSpPr/>
                <p:nvPr/>
              </p:nvSpPr>
              <p:spPr>
                <a:xfrm>
                  <a:off x="8775360" y="1430640"/>
                  <a:ext cx="79200" cy="79200"/>
                </a:xfrm>
                <a:prstGeom prst="rect"/>
                <a:solidFill>
                  <a:srgbClr val="009F8C">
                    <a:alpha val="80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39600" tIns="3960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</p:grpSp>
        </p:grpSp>
        <p:grpSp>
          <p:nvGrpSpPr>
            <p:cNvPr id="350" name="Google Shape;2108;p22"/>
            <p:cNvGrpSpPr/>
            <p:nvPr/>
          </p:nvGrpSpPr>
          <p:grpSpPr>
            <a:xfrm>
              <a:off x="641520" y="1887480"/>
              <a:ext cx="142920" cy="2453760"/>
              <a:chOff x="641520" y="1887480"/>
              <a:chExt cx="142920" cy="2453760"/>
            </a:xfrm>
          </p:grpSpPr>
          <p:grpSp>
            <p:nvGrpSpPr>
              <p:cNvPr id="351" name="Google Shape;2109;p22"/>
              <p:cNvGrpSpPr/>
              <p:nvPr/>
            </p:nvGrpSpPr>
            <p:grpSpPr>
              <a:xfrm>
                <a:off x="641520" y="1887480"/>
                <a:ext cx="142920" cy="2453760"/>
                <a:chOff x="641520" y="1887480"/>
                <a:chExt cx="142920" cy="2453760"/>
              </a:xfrm>
            </p:grpSpPr>
            <p:sp>
              <p:nvSpPr>
                <p:cNvPr id="1050624" name="Google Shape;2110;p22"/>
                <p:cNvSpPr/>
                <p:nvPr/>
              </p:nvSpPr>
              <p:spPr>
                <a:xfrm>
                  <a:off x="641520" y="4198320"/>
                  <a:ext cx="142920" cy="142920"/>
                </a:xfrm>
                <a:prstGeom prst="rect"/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71640" tIns="7164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0625" name="Google Shape;2111;p22"/>
                <p:cNvSpPr/>
                <p:nvPr/>
              </p:nvSpPr>
              <p:spPr>
                <a:xfrm>
                  <a:off x="650160" y="3987720"/>
                  <a:ext cx="126000" cy="126360"/>
                </a:xfrm>
                <a:prstGeom prst="rect"/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63360" tIns="6336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0626" name="Google Shape;2112;p22"/>
                <p:cNvSpPr/>
                <p:nvPr/>
              </p:nvSpPr>
              <p:spPr>
                <a:xfrm>
                  <a:off x="650160" y="3776760"/>
                  <a:ext cx="126000" cy="126360"/>
                </a:xfrm>
                <a:prstGeom prst="rect"/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63360" tIns="6336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0627" name="Google Shape;2113;p22"/>
                <p:cNvSpPr/>
                <p:nvPr/>
              </p:nvSpPr>
              <p:spPr>
                <a:xfrm>
                  <a:off x="650160" y="3566160"/>
                  <a:ext cx="126000" cy="126360"/>
                </a:xfrm>
                <a:prstGeom prst="rect"/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63360" tIns="6336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0628" name="Google Shape;2114;p22"/>
                <p:cNvSpPr/>
                <p:nvPr/>
              </p:nvSpPr>
              <p:spPr>
                <a:xfrm>
                  <a:off x="654480" y="3355560"/>
                  <a:ext cx="117360" cy="117720"/>
                </a:xfrm>
                <a:prstGeom prst="rect"/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59040" tIns="5904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0629" name="Google Shape;2115;p22"/>
                <p:cNvSpPr/>
                <p:nvPr/>
              </p:nvSpPr>
              <p:spPr>
                <a:xfrm>
                  <a:off x="654480" y="3144600"/>
                  <a:ext cx="117360" cy="117720"/>
                </a:xfrm>
                <a:prstGeom prst="rect"/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59040" tIns="5904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0630" name="Google Shape;2116;p22"/>
                <p:cNvSpPr/>
                <p:nvPr/>
              </p:nvSpPr>
              <p:spPr>
                <a:xfrm>
                  <a:off x="656640" y="2934000"/>
                  <a:ext cx="113040" cy="113040"/>
                </a:xfrm>
                <a:prstGeom prst="rect"/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56520" tIns="5652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0631" name="Google Shape;2117;p22"/>
                <p:cNvSpPr/>
                <p:nvPr/>
              </p:nvSpPr>
              <p:spPr>
                <a:xfrm>
                  <a:off x="658800" y="2723400"/>
                  <a:ext cx="108720" cy="108720"/>
                </a:xfrm>
                <a:prstGeom prst="rect"/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54360" tIns="5436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0632" name="Google Shape;2118;p22"/>
                <p:cNvSpPr/>
                <p:nvPr/>
              </p:nvSpPr>
              <p:spPr>
                <a:xfrm>
                  <a:off x="663840" y="2517120"/>
                  <a:ext cx="98640" cy="98640"/>
                </a:xfrm>
                <a:prstGeom prst="rect"/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49320" tIns="4932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0633" name="Google Shape;2119;p22"/>
                <p:cNvSpPr/>
                <p:nvPr/>
              </p:nvSpPr>
              <p:spPr>
                <a:xfrm>
                  <a:off x="668520" y="2310840"/>
                  <a:ext cx="88920" cy="88920"/>
                </a:xfrm>
                <a:prstGeom prst="rect"/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44640" tIns="4464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0634" name="Google Shape;2120;p22"/>
                <p:cNvSpPr/>
                <p:nvPr/>
              </p:nvSpPr>
              <p:spPr>
                <a:xfrm>
                  <a:off x="668520" y="2104560"/>
                  <a:ext cx="88920" cy="88920"/>
                </a:xfrm>
                <a:prstGeom prst="rect"/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44640" tIns="4464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0635" name="Google Shape;2121;p22"/>
                <p:cNvSpPr/>
                <p:nvPr/>
              </p:nvSpPr>
              <p:spPr>
                <a:xfrm>
                  <a:off x="673560" y="1887480"/>
                  <a:ext cx="79200" cy="79200"/>
                </a:xfrm>
                <a:prstGeom prst="rect"/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39600" tIns="3960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</p:grpSp>
          <p:grpSp>
            <p:nvGrpSpPr>
              <p:cNvPr id="352" name="Google Shape;2122;p22"/>
              <p:cNvGrpSpPr/>
              <p:nvPr/>
            </p:nvGrpSpPr>
            <p:grpSpPr>
              <a:xfrm>
                <a:off x="641520" y="1887480"/>
                <a:ext cx="142920" cy="2453760"/>
                <a:chOff x="641520" y="1887480"/>
                <a:chExt cx="142920" cy="2453760"/>
              </a:xfrm>
            </p:grpSpPr>
            <p:sp>
              <p:nvSpPr>
                <p:cNvPr id="1050636" name="Google Shape;2123;p22"/>
                <p:cNvSpPr/>
                <p:nvPr/>
              </p:nvSpPr>
              <p:spPr>
                <a:xfrm>
                  <a:off x="641520" y="4198320"/>
                  <a:ext cx="142920" cy="142920"/>
                </a:xfrm>
                <a:prstGeom prst="rect"/>
                <a:noFill/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71640" tIns="7164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0637" name="Google Shape;2124;p22"/>
                <p:cNvSpPr/>
                <p:nvPr/>
              </p:nvSpPr>
              <p:spPr>
                <a:xfrm>
                  <a:off x="650160" y="3987720"/>
                  <a:ext cx="126000" cy="126360"/>
                </a:xfrm>
                <a:prstGeom prst="rect"/>
                <a:solidFill>
                  <a:srgbClr val="009F8C">
                    <a:alpha val="5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63360" tIns="6336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0638" name="Google Shape;2125;p22"/>
                <p:cNvSpPr/>
                <p:nvPr/>
              </p:nvSpPr>
              <p:spPr>
                <a:xfrm>
                  <a:off x="650160" y="3776760"/>
                  <a:ext cx="126000" cy="126360"/>
                </a:xfrm>
                <a:prstGeom prst="rect"/>
                <a:solidFill>
                  <a:srgbClr val="009F8C">
                    <a:alpha val="10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63360" tIns="6336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0639" name="Google Shape;2126;p22"/>
                <p:cNvSpPr/>
                <p:nvPr/>
              </p:nvSpPr>
              <p:spPr>
                <a:xfrm>
                  <a:off x="650160" y="3566160"/>
                  <a:ext cx="126000" cy="126360"/>
                </a:xfrm>
                <a:prstGeom prst="rect"/>
                <a:solidFill>
                  <a:srgbClr val="009F8C">
                    <a:alpha val="20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63360" tIns="6336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0640" name="Google Shape;2127;p22"/>
                <p:cNvSpPr/>
                <p:nvPr/>
              </p:nvSpPr>
              <p:spPr>
                <a:xfrm>
                  <a:off x="654480" y="3355560"/>
                  <a:ext cx="117360" cy="117720"/>
                </a:xfrm>
                <a:prstGeom prst="rect"/>
                <a:solidFill>
                  <a:srgbClr val="009F8C">
                    <a:alpha val="30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59040" tIns="5904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0641" name="Google Shape;2128;p22"/>
                <p:cNvSpPr/>
                <p:nvPr/>
              </p:nvSpPr>
              <p:spPr>
                <a:xfrm>
                  <a:off x="654480" y="3144600"/>
                  <a:ext cx="117360" cy="117720"/>
                </a:xfrm>
                <a:prstGeom prst="rect"/>
                <a:solidFill>
                  <a:srgbClr val="009F8C">
                    <a:alpha val="40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59040" tIns="5904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0642" name="Google Shape;2129;p22"/>
                <p:cNvSpPr/>
                <p:nvPr/>
              </p:nvSpPr>
              <p:spPr>
                <a:xfrm>
                  <a:off x="656640" y="2934000"/>
                  <a:ext cx="113040" cy="113040"/>
                </a:xfrm>
                <a:prstGeom prst="rect"/>
                <a:solidFill>
                  <a:srgbClr val="009F8C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56520" tIns="5652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0643" name="Google Shape;2130;p22"/>
                <p:cNvSpPr/>
                <p:nvPr/>
              </p:nvSpPr>
              <p:spPr>
                <a:xfrm>
                  <a:off x="658800" y="2723400"/>
                  <a:ext cx="108720" cy="108720"/>
                </a:xfrm>
                <a:prstGeom prst="rect"/>
                <a:solidFill>
                  <a:srgbClr val="009F8C">
                    <a:alpha val="55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54360" tIns="5436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0644" name="Google Shape;2131;p22"/>
                <p:cNvSpPr/>
                <p:nvPr/>
              </p:nvSpPr>
              <p:spPr>
                <a:xfrm>
                  <a:off x="663840" y="2517120"/>
                  <a:ext cx="98640" cy="98640"/>
                </a:xfrm>
                <a:prstGeom prst="rect"/>
                <a:solidFill>
                  <a:srgbClr val="009F8C">
                    <a:alpha val="60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49320" tIns="4932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0645" name="Google Shape;2132;p22"/>
                <p:cNvSpPr/>
                <p:nvPr/>
              </p:nvSpPr>
              <p:spPr>
                <a:xfrm>
                  <a:off x="668520" y="2310840"/>
                  <a:ext cx="88920" cy="88920"/>
                </a:xfrm>
                <a:prstGeom prst="rect"/>
                <a:solidFill>
                  <a:srgbClr val="009F8C">
                    <a:alpha val="65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44640" tIns="4464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0646" name="Google Shape;2133;p22"/>
                <p:cNvSpPr/>
                <p:nvPr/>
              </p:nvSpPr>
              <p:spPr>
                <a:xfrm>
                  <a:off x="668520" y="2104560"/>
                  <a:ext cx="88920" cy="88920"/>
                </a:xfrm>
                <a:prstGeom prst="rect"/>
                <a:solidFill>
                  <a:srgbClr val="009F8C">
                    <a:alpha val="70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44640" tIns="4464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0647" name="Google Shape;2134;p22"/>
                <p:cNvSpPr/>
                <p:nvPr/>
              </p:nvSpPr>
              <p:spPr>
                <a:xfrm>
                  <a:off x="673560" y="1887480"/>
                  <a:ext cx="79200" cy="79200"/>
                </a:xfrm>
                <a:prstGeom prst="rect"/>
                <a:solidFill>
                  <a:srgbClr val="009F8C">
                    <a:alpha val="80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39600" tIns="3960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</p:grpSp>
        </p:grpSp>
        <p:grpSp>
          <p:nvGrpSpPr>
            <p:cNvPr id="353" name="Google Shape;2135;p22"/>
            <p:cNvGrpSpPr/>
            <p:nvPr/>
          </p:nvGrpSpPr>
          <p:grpSpPr>
            <a:xfrm>
              <a:off x="8600040" y="-1550520"/>
              <a:ext cx="142920" cy="2453760"/>
              <a:chOff x="8600040" y="-1550520"/>
              <a:chExt cx="142920" cy="2453760"/>
            </a:xfrm>
          </p:grpSpPr>
          <p:grpSp>
            <p:nvGrpSpPr>
              <p:cNvPr id="354" name="Google Shape;2136;p22"/>
              <p:cNvGrpSpPr/>
              <p:nvPr/>
            </p:nvGrpSpPr>
            <p:grpSpPr>
              <a:xfrm>
                <a:off x="8600040" y="-1550520"/>
                <a:ext cx="142920" cy="2453760"/>
                <a:chOff x="8600040" y="-1550520"/>
                <a:chExt cx="142920" cy="2453760"/>
              </a:xfrm>
            </p:grpSpPr>
            <p:sp>
              <p:nvSpPr>
                <p:cNvPr id="1050648" name="Google Shape;2137;p22"/>
                <p:cNvSpPr/>
                <p:nvPr/>
              </p:nvSpPr>
              <p:spPr>
                <a:xfrm>
                  <a:off x="8600040" y="760320"/>
                  <a:ext cx="142920" cy="142920"/>
                </a:xfrm>
                <a:prstGeom prst="rect"/>
                <a:gradFill rotWithShape="0">
                  <a:gsLst>
                    <a:gs pos="0">
                      <a:srgbClr val="B6F8F0"/>
                    </a:gs>
                    <a:gs pos="100000">
                      <a:srgbClr val="7DF3E5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71640" tIns="7164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0649" name="Google Shape;2138;p22"/>
                <p:cNvSpPr/>
                <p:nvPr/>
              </p:nvSpPr>
              <p:spPr>
                <a:xfrm>
                  <a:off x="8608320" y="549360"/>
                  <a:ext cx="126000" cy="126360"/>
                </a:xfrm>
                <a:prstGeom prst="rect"/>
                <a:gradFill rotWithShape="0">
                  <a:gsLst>
                    <a:gs pos="0">
                      <a:srgbClr val="B6F8F0"/>
                    </a:gs>
                    <a:gs pos="100000">
                      <a:srgbClr val="7DF3E5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63360" tIns="6336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0650" name="Google Shape;2139;p22"/>
                <p:cNvSpPr/>
                <p:nvPr/>
              </p:nvSpPr>
              <p:spPr>
                <a:xfrm>
                  <a:off x="8608320" y="338760"/>
                  <a:ext cx="126000" cy="126360"/>
                </a:xfrm>
                <a:prstGeom prst="rect"/>
                <a:gradFill rotWithShape="0">
                  <a:gsLst>
                    <a:gs pos="0">
                      <a:srgbClr val="B6F8F0"/>
                    </a:gs>
                    <a:gs pos="100000">
                      <a:srgbClr val="7DF3E5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63360" tIns="6336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0651" name="Google Shape;2140;p22"/>
                <p:cNvSpPr/>
                <p:nvPr/>
              </p:nvSpPr>
              <p:spPr>
                <a:xfrm>
                  <a:off x="8608320" y="128160"/>
                  <a:ext cx="126000" cy="126360"/>
                </a:xfrm>
                <a:prstGeom prst="rect"/>
                <a:gradFill rotWithShape="0">
                  <a:gsLst>
                    <a:gs pos="0">
                      <a:srgbClr val="B6F8F0"/>
                    </a:gs>
                    <a:gs pos="100000">
                      <a:srgbClr val="7DF3E5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63360" tIns="6336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0652" name="Google Shape;2141;p22"/>
                <p:cNvSpPr/>
                <p:nvPr/>
              </p:nvSpPr>
              <p:spPr>
                <a:xfrm>
                  <a:off x="8612640" y="-82800"/>
                  <a:ext cx="117360" cy="117720"/>
                </a:xfrm>
                <a:prstGeom prst="rect"/>
                <a:gradFill rotWithShape="0">
                  <a:gsLst>
                    <a:gs pos="0">
                      <a:srgbClr val="B6F8F0"/>
                    </a:gs>
                    <a:gs pos="100000">
                      <a:srgbClr val="7DF3E5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59040" tIns="5904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0653" name="Google Shape;2142;p22"/>
                <p:cNvSpPr/>
                <p:nvPr/>
              </p:nvSpPr>
              <p:spPr>
                <a:xfrm>
                  <a:off x="8612640" y="-293400"/>
                  <a:ext cx="117360" cy="117720"/>
                </a:xfrm>
                <a:prstGeom prst="rect"/>
                <a:gradFill rotWithShape="0">
                  <a:gsLst>
                    <a:gs pos="0">
                      <a:srgbClr val="B6F8F0"/>
                    </a:gs>
                    <a:gs pos="100000">
                      <a:srgbClr val="7DF3E5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59040" tIns="5904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0654" name="Google Shape;2143;p22"/>
                <p:cNvSpPr/>
                <p:nvPr/>
              </p:nvSpPr>
              <p:spPr>
                <a:xfrm>
                  <a:off x="8614800" y="-504000"/>
                  <a:ext cx="113040" cy="113040"/>
                </a:xfrm>
                <a:prstGeom prst="rect"/>
                <a:gradFill rotWithShape="0">
                  <a:gsLst>
                    <a:gs pos="0">
                      <a:srgbClr val="B6F8F0"/>
                    </a:gs>
                    <a:gs pos="100000">
                      <a:srgbClr val="7DF3E5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56520" tIns="5652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0655" name="Google Shape;2144;p22"/>
                <p:cNvSpPr/>
                <p:nvPr/>
              </p:nvSpPr>
              <p:spPr>
                <a:xfrm>
                  <a:off x="8616960" y="-714960"/>
                  <a:ext cx="108720" cy="108720"/>
                </a:xfrm>
                <a:prstGeom prst="rect"/>
                <a:gradFill rotWithShape="0">
                  <a:gsLst>
                    <a:gs pos="0">
                      <a:srgbClr val="B6F8F0"/>
                    </a:gs>
                    <a:gs pos="100000">
                      <a:srgbClr val="7DF3E5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54360" tIns="5436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0656" name="Google Shape;2145;p22"/>
                <p:cNvSpPr/>
                <p:nvPr/>
              </p:nvSpPr>
              <p:spPr>
                <a:xfrm>
                  <a:off x="8622000" y="-920880"/>
                  <a:ext cx="98640" cy="98640"/>
                </a:xfrm>
                <a:prstGeom prst="rect"/>
                <a:gradFill rotWithShape="0">
                  <a:gsLst>
                    <a:gs pos="0">
                      <a:srgbClr val="B6F8F0"/>
                    </a:gs>
                    <a:gs pos="100000">
                      <a:srgbClr val="7DF3E5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49320" tIns="4932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0657" name="Google Shape;2146;p22"/>
                <p:cNvSpPr/>
                <p:nvPr/>
              </p:nvSpPr>
              <p:spPr>
                <a:xfrm>
                  <a:off x="8627040" y="-1127160"/>
                  <a:ext cx="88920" cy="88920"/>
                </a:xfrm>
                <a:prstGeom prst="rect"/>
                <a:gradFill rotWithShape="0">
                  <a:gsLst>
                    <a:gs pos="0">
                      <a:srgbClr val="B6F8F0"/>
                    </a:gs>
                    <a:gs pos="100000">
                      <a:srgbClr val="7DF3E5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44640" tIns="4464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0658" name="Google Shape;2147;p22"/>
                <p:cNvSpPr/>
                <p:nvPr/>
              </p:nvSpPr>
              <p:spPr>
                <a:xfrm>
                  <a:off x="8627040" y="-1333440"/>
                  <a:ext cx="88920" cy="88920"/>
                </a:xfrm>
                <a:prstGeom prst="rect"/>
                <a:gradFill rotWithShape="0">
                  <a:gsLst>
                    <a:gs pos="0">
                      <a:srgbClr val="B6F8F0"/>
                    </a:gs>
                    <a:gs pos="100000">
                      <a:srgbClr val="7DF3E5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44640" tIns="4464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0659" name="Google Shape;2148;p22"/>
                <p:cNvSpPr/>
                <p:nvPr/>
              </p:nvSpPr>
              <p:spPr>
                <a:xfrm>
                  <a:off x="8631720" y="-1550520"/>
                  <a:ext cx="79200" cy="79200"/>
                </a:xfrm>
                <a:prstGeom prst="rect"/>
                <a:gradFill rotWithShape="0">
                  <a:gsLst>
                    <a:gs pos="0">
                      <a:srgbClr val="B6F8F0"/>
                    </a:gs>
                    <a:gs pos="100000">
                      <a:srgbClr val="7DF3E5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39600" tIns="3960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</p:grpSp>
          <p:grpSp>
            <p:nvGrpSpPr>
              <p:cNvPr id="355" name="Google Shape;2149;p22"/>
              <p:cNvGrpSpPr/>
              <p:nvPr/>
            </p:nvGrpSpPr>
            <p:grpSpPr>
              <a:xfrm>
                <a:off x="8600040" y="-1550520"/>
                <a:ext cx="142920" cy="2453760"/>
                <a:chOff x="8600040" y="-1550520"/>
                <a:chExt cx="142920" cy="2453760"/>
              </a:xfrm>
            </p:grpSpPr>
            <p:sp>
              <p:nvSpPr>
                <p:cNvPr id="1050660" name="Google Shape;2150;p22"/>
                <p:cNvSpPr/>
                <p:nvPr/>
              </p:nvSpPr>
              <p:spPr>
                <a:xfrm>
                  <a:off x="8600040" y="760320"/>
                  <a:ext cx="142920" cy="142920"/>
                </a:xfrm>
                <a:prstGeom prst="rect"/>
                <a:noFill/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71640" tIns="7164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0661" name="Google Shape;2151;p22"/>
                <p:cNvSpPr/>
                <p:nvPr/>
              </p:nvSpPr>
              <p:spPr>
                <a:xfrm>
                  <a:off x="8608320" y="549360"/>
                  <a:ext cx="126000" cy="126360"/>
                </a:xfrm>
                <a:prstGeom prst="rect"/>
                <a:solidFill>
                  <a:srgbClr val="009F8C">
                    <a:alpha val="5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63360" tIns="6336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0662" name="Google Shape;2152;p22"/>
                <p:cNvSpPr/>
                <p:nvPr/>
              </p:nvSpPr>
              <p:spPr>
                <a:xfrm>
                  <a:off x="8608320" y="338760"/>
                  <a:ext cx="126000" cy="126360"/>
                </a:xfrm>
                <a:prstGeom prst="rect"/>
                <a:solidFill>
                  <a:srgbClr val="009F8C">
                    <a:alpha val="10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63360" tIns="6336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0663" name="Google Shape;2153;p22"/>
                <p:cNvSpPr/>
                <p:nvPr/>
              </p:nvSpPr>
              <p:spPr>
                <a:xfrm>
                  <a:off x="8608320" y="128160"/>
                  <a:ext cx="126000" cy="126360"/>
                </a:xfrm>
                <a:prstGeom prst="rect"/>
                <a:solidFill>
                  <a:srgbClr val="009F8C">
                    <a:alpha val="20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63360" tIns="6336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0664" name="Google Shape;2154;p22"/>
                <p:cNvSpPr/>
                <p:nvPr/>
              </p:nvSpPr>
              <p:spPr>
                <a:xfrm>
                  <a:off x="8612640" y="-82800"/>
                  <a:ext cx="117360" cy="117720"/>
                </a:xfrm>
                <a:prstGeom prst="rect"/>
                <a:solidFill>
                  <a:srgbClr val="009F8C">
                    <a:alpha val="30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59040" tIns="5904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0665" name="Google Shape;2155;p22"/>
                <p:cNvSpPr/>
                <p:nvPr/>
              </p:nvSpPr>
              <p:spPr>
                <a:xfrm>
                  <a:off x="8612640" y="-293400"/>
                  <a:ext cx="117360" cy="117720"/>
                </a:xfrm>
                <a:prstGeom prst="rect"/>
                <a:solidFill>
                  <a:srgbClr val="009F8C">
                    <a:alpha val="40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59040" tIns="5904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0666" name="Google Shape;2156;p22"/>
                <p:cNvSpPr/>
                <p:nvPr/>
              </p:nvSpPr>
              <p:spPr>
                <a:xfrm>
                  <a:off x="8614800" y="-504000"/>
                  <a:ext cx="113040" cy="113040"/>
                </a:xfrm>
                <a:prstGeom prst="rect"/>
                <a:solidFill>
                  <a:srgbClr val="009F8C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56520" tIns="5652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0667" name="Google Shape;2157;p22"/>
                <p:cNvSpPr/>
                <p:nvPr/>
              </p:nvSpPr>
              <p:spPr>
                <a:xfrm>
                  <a:off x="8616960" y="-714960"/>
                  <a:ext cx="108720" cy="108720"/>
                </a:xfrm>
                <a:prstGeom prst="rect"/>
                <a:solidFill>
                  <a:srgbClr val="009F8C">
                    <a:alpha val="55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54360" tIns="5436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0668" name="Google Shape;2158;p22"/>
                <p:cNvSpPr/>
                <p:nvPr/>
              </p:nvSpPr>
              <p:spPr>
                <a:xfrm>
                  <a:off x="8622000" y="-920880"/>
                  <a:ext cx="98640" cy="98640"/>
                </a:xfrm>
                <a:prstGeom prst="rect"/>
                <a:solidFill>
                  <a:srgbClr val="009F8C">
                    <a:alpha val="60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49320" tIns="4932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0669" name="Google Shape;2159;p22"/>
                <p:cNvSpPr/>
                <p:nvPr/>
              </p:nvSpPr>
              <p:spPr>
                <a:xfrm>
                  <a:off x="8627040" y="-1127160"/>
                  <a:ext cx="88920" cy="88920"/>
                </a:xfrm>
                <a:prstGeom prst="rect"/>
                <a:solidFill>
                  <a:srgbClr val="009F8C">
                    <a:alpha val="65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44640" tIns="4464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0670" name="Google Shape;2160;p22"/>
                <p:cNvSpPr/>
                <p:nvPr/>
              </p:nvSpPr>
              <p:spPr>
                <a:xfrm>
                  <a:off x="8627040" y="-1333440"/>
                  <a:ext cx="88920" cy="88920"/>
                </a:xfrm>
                <a:prstGeom prst="rect"/>
                <a:solidFill>
                  <a:srgbClr val="009F8C">
                    <a:alpha val="70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44640" tIns="4464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0671" name="Google Shape;2161;p22"/>
                <p:cNvSpPr/>
                <p:nvPr/>
              </p:nvSpPr>
              <p:spPr>
                <a:xfrm>
                  <a:off x="8631720" y="-1550520"/>
                  <a:ext cx="79200" cy="79200"/>
                </a:xfrm>
                <a:prstGeom prst="rect"/>
                <a:solidFill>
                  <a:srgbClr val="009F8C">
                    <a:alpha val="80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39600" tIns="3960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</p:grpSp>
        </p:grpSp>
      </p:grpSp>
      <p:sp>
        <p:nvSpPr>
          <p:cNvPr id="1050672" name="PlaceHolder 1"/>
          <p:cNvSpPr>
            <a:spLocks noGrp="1"/>
          </p:cNvSpPr>
          <p:nvPr>
            <p:ph type="title"/>
          </p:nvPr>
        </p:nvSpPr>
        <p:spPr>
          <a:xfrm>
            <a:off x="720000" y="444960"/>
            <a:ext cx="7703640" cy="572400"/>
          </a:xfrm>
          <a:prstGeom prst="rect"/>
          <a:noFill/>
          <a:ln w="0">
            <a:noFill/>
          </a:ln>
        </p:spPr>
        <p:txBody>
          <a:bodyPr anchor="t" bIns="91440" lIns="91440" rIns="91440" tIns="91440">
            <a:noAutofit/>
          </a:bodyPr>
          <a:p>
            <a:pPr indent="0">
              <a:buNone/>
            </a:pPr>
            <a:r>
              <a:rPr b="0" sz="3500" lang="fr-FR" strike="noStrike" u="none">
                <a:solidFill>
                  <a:schemeClr val="dk1"/>
                </a:solidFill>
                <a:effectLst/>
                <a:latin typeface="Arial"/>
              </a:rPr>
              <a:t>Click to edit the title text format</a:t>
            </a:r>
            <a:endParaRPr b="0" sz="3500" lang="fr-FR" strike="noStrike" u="none">
              <a:solidFill>
                <a:schemeClr val="dk1"/>
              </a:solidFill>
              <a:effectLst/>
              <a:latin typeface="Arial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blank">
  <p:cSld name="CUSTOM_6">
    <p:bg>
      <p:bgPr>
        <a:solidFill>
          <a:schemeClr val="lt1"/>
        </a:solidFill>
      </p:bgPr>
    </p:bg>
    <p:spTree>
      <p:nvGrpSpPr>
        <p:cNvPr id="49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6" name="Google Shape;2166;p23"/>
          <p:cNvGrpSpPr/>
          <p:nvPr/>
        </p:nvGrpSpPr>
        <p:grpSpPr>
          <a:xfrm>
            <a:off x="167400" y="0"/>
            <a:ext cx="8808480" cy="5540040"/>
            <a:chOff x="167400" y="0"/>
            <a:chExt cx="8808480" cy="5540040"/>
          </a:xfrm>
        </p:grpSpPr>
        <p:grpSp>
          <p:nvGrpSpPr>
            <p:cNvPr id="497" name="Google Shape;2167;p23"/>
            <p:cNvGrpSpPr/>
            <p:nvPr/>
          </p:nvGrpSpPr>
          <p:grpSpPr>
            <a:xfrm>
              <a:off x="167400" y="250560"/>
              <a:ext cx="142920" cy="2453760"/>
              <a:chOff x="167400" y="250560"/>
              <a:chExt cx="142920" cy="2453760"/>
            </a:xfrm>
          </p:grpSpPr>
          <p:grpSp>
            <p:nvGrpSpPr>
              <p:cNvPr id="498" name="Google Shape;2168;p23"/>
              <p:cNvGrpSpPr/>
              <p:nvPr/>
            </p:nvGrpSpPr>
            <p:grpSpPr>
              <a:xfrm>
                <a:off x="167400" y="250560"/>
                <a:ext cx="142920" cy="2453760"/>
                <a:chOff x="167400" y="250560"/>
                <a:chExt cx="142920" cy="2453760"/>
              </a:xfrm>
            </p:grpSpPr>
            <p:sp>
              <p:nvSpPr>
                <p:cNvPr id="1051620" name="Google Shape;2169;p23"/>
                <p:cNvSpPr/>
                <p:nvPr/>
              </p:nvSpPr>
              <p:spPr>
                <a:xfrm>
                  <a:off x="167400" y="2561400"/>
                  <a:ext cx="142920" cy="142920"/>
                </a:xfrm>
                <a:prstGeom prst="rect"/>
                <a:gradFill rotWithShape="0">
                  <a:gsLst>
                    <a:gs pos="0">
                      <a:srgbClr val="B6F8F0"/>
                    </a:gs>
                    <a:gs pos="100000">
                      <a:srgbClr val="7DF3E5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71640" tIns="7164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1621" name="Google Shape;2170;p23"/>
                <p:cNvSpPr/>
                <p:nvPr/>
              </p:nvSpPr>
              <p:spPr>
                <a:xfrm>
                  <a:off x="176040" y="2350800"/>
                  <a:ext cx="126000" cy="126360"/>
                </a:xfrm>
                <a:prstGeom prst="rect"/>
                <a:gradFill rotWithShape="0">
                  <a:gsLst>
                    <a:gs pos="0">
                      <a:srgbClr val="B6F8F0"/>
                    </a:gs>
                    <a:gs pos="100000">
                      <a:srgbClr val="7DF3E5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63360" tIns="6336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1622" name="Google Shape;2171;p23"/>
                <p:cNvSpPr/>
                <p:nvPr/>
              </p:nvSpPr>
              <p:spPr>
                <a:xfrm>
                  <a:off x="176040" y="2139840"/>
                  <a:ext cx="126000" cy="126360"/>
                </a:xfrm>
                <a:prstGeom prst="rect"/>
                <a:gradFill rotWithShape="0">
                  <a:gsLst>
                    <a:gs pos="0">
                      <a:srgbClr val="B6F8F0"/>
                    </a:gs>
                    <a:gs pos="100000">
                      <a:srgbClr val="7DF3E5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63360" tIns="6336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1623" name="Google Shape;2172;p23"/>
                <p:cNvSpPr/>
                <p:nvPr/>
              </p:nvSpPr>
              <p:spPr>
                <a:xfrm>
                  <a:off x="176040" y="1929240"/>
                  <a:ext cx="126000" cy="126360"/>
                </a:xfrm>
                <a:prstGeom prst="rect"/>
                <a:gradFill rotWithShape="0">
                  <a:gsLst>
                    <a:gs pos="0">
                      <a:srgbClr val="B6F8F0"/>
                    </a:gs>
                    <a:gs pos="100000">
                      <a:srgbClr val="7DF3E5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63360" tIns="6336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1624" name="Google Shape;2173;p23"/>
                <p:cNvSpPr/>
                <p:nvPr/>
              </p:nvSpPr>
              <p:spPr>
                <a:xfrm>
                  <a:off x="180360" y="1718640"/>
                  <a:ext cx="117360" cy="117720"/>
                </a:xfrm>
                <a:prstGeom prst="rect"/>
                <a:gradFill rotWithShape="0">
                  <a:gsLst>
                    <a:gs pos="0">
                      <a:srgbClr val="B6F8F0"/>
                    </a:gs>
                    <a:gs pos="100000">
                      <a:srgbClr val="7DF3E5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59040" tIns="5904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1625" name="Google Shape;2174;p23"/>
                <p:cNvSpPr/>
                <p:nvPr/>
              </p:nvSpPr>
              <p:spPr>
                <a:xfrm>
                  <a:off x="180360" y="1507680"/>
                  <a:ext cx="117360" cy="117720"/>
                </a:xfrm>
                <a:prstGeom prst="rect"/>
                <a:gradFill rotWithShape="0">
                  <a:gsLst>
                    <a:gs pos="0">
                      <a:srgbClr val="B6F8F0"/>
                    </a:gs>
                    <a:gs pos="100000">
                      <a:srgbClr val="7DF3E5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59040" tIns="5904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1626" name="Google Shape;2175;p23"/>
                <p:cNvSpPr/>
                <p:nvPr/>
              </p:nvSpPr>
              <p:spPr>
                <a:xfrm>
                  <a:off x="182520" y="1297080"/>
                  <a:ext cx="113040" cy="113040"/>
                </a:xfrm>
                <a:prstGeom prst="rect"/>
                <a:gradFill rotWithShape="0">
                  <a:gsLst>
                    <a:gs pos="0">
                      <a:srgbClr val="B6F8F0"/>
                    </a:gs>
                    <a:gs pos="100000">
                      <a:srgbClr val="7DF3E5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56520" tIns="5652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1627" name="Google Shape;2176;p23"/>
                <p:cNvSpPr/>
                <p:nvPr/>
              </p:nvSpPr>
              <p:spPr>
                <a:xfrm>
                  <a:off x="184680" y="1086480"/>
                  <a:ext cx="108720" cy="108720"/>
                </a:xfrm>
                <a:prstGeom prst="rect"/>
                <a:gradFill rotWithShape="0">
                  <a:gsLst>
                    <a:gs pos="0">
                      <a:srgbClr val="B6F8F0"/>
                    </a:gs>
                    <a:gs pos="100000">
                      <a:srgbClr val="7DF3E5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54360" tIns="5436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1628" name="Google Shape;2177;p23"/>
                <p:cNvSpPr/>
                <p:nvPr/>
              </p:nvSpPr>
              <p:spPr>
                <a:xfrm>
                  <a:off x="189720" y="880200"/>
                  <a:ext cx="98640" cy="98640"/>
                </a:xfrm>
                <a:prstGeom prst="rect"/>
                <a:gradFill rotWithShape="0">
                  <a:gsLst>
                    <a:gs pos="0">
                      <a:srgbClr val="B6F8F0"/>
                    </a:gs>
                    <a:gs pos="100000">
                      <a:srgbClr val="7DF3E5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49320" tIns="4932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1629" name="Google Shape;2178;p23"/>
                <p:cNvSpPr/>
                <p:nvPr/>
              </p:nvSpPr>
              <p:spPr>
                <a:xfrm>
                  <a:off x="194400" y="673920"/>
                  <a:ext cx="88920" cy="88920"/>
                </a:xfrm>
                <a:prstGeom prst="rect"/>
                <a:gradFill rotWithShape="0">
                  <a:gsLst>
                    <a:gs pos="0">
                      <a:srgbClr val="B6F8F0"/>
                    </a:gs>
                    <a:gs pos="100000">
                      <a:srgbClr val="7DF3E5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44640" tIns="4464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1630" name="Google Shape;2179;p23"/>
                <p:cNvSpPr/>
                <p:nvPr/>
              </p:nvSpPr>
              <p:spPr>
                <a:xfrm>
                  <a:off x="194400" y="467640"/>
                  <a:ext cx="88920" cy="88920"/>
                </a:xfrm>
                <a:prstGeom prst="rect"/>
                <a:gradFill rotWithShape="0">
                  <a:gsLst>
                    <a:gs pos="0">
                      <a:srgbClr val="B6F8F0"/>
                    </a:gs>
                    <a:gs pos="100000">
                      <a:srgbClr val="7DF3E5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44640" tIns="4464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1631" name="Google Shape;2180;p23"/>
                <p:cNvSpPr/>
                <p:nvPr/>
              </p:nvSpPr>
              <p:spPr>
                <a:xfrm>
                  <a:off x="199440" y="250560"/>
                  <a:ext cx="79200" cy="79200"/>
                </a:xfrm>
                <a:prstGeom prst="rect"/>
                <a:gradFill rotWithShape="0">
                  <a:gsLst>
                    <a:gs pos="0">
                      <a:srgbClr val="B6F8F0"/>
                    </a:gs>
                    <a:gs pos="100000">
                      <a:srgbClr val="7DF3E5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39600" tIns="3960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</p:grpSp>
          <p:grpSp>
            <p:nvGrpSpPr>
              <p:cNvPr id="499" name="Google Shape;2181;p23"/>
              <p:cNvGrpSpPr/>
              <p:nvPr/>
            </p:nvGrpSpPr>
            <p:grpSpPr>
              <a:xfrm>
                <a:off x="167400" y="250560"/>
                <a:ext cx="142920" cy="2453760"/>
                <a:chOff x="167400" y="250560"/>
                <a:chExt cx="142920" cy="2453760"/>
              </a:xfrm>
            </p:grpSpPr>
            <p:sp>
              <p:nvSpPr>
                <p:cNvPr id="1051632" name="Google Shape;2182;p23"/>
                <p:cNvSpPr/>
                <p:nvPr/>
              </p:nvSpPr>
              <p:spPr>
                <a:xfrm>
                  <a:off x="167400" y="2561400"/>
                  <a:ext cx="142920" cy="142920"/>
                </a:xfrm>
                <a:prstGeom prst="rect"/>
                <a:noFill/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71640" tIns="7164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1633" name="Google Shape;2183;p23"/>
                <p:cNvSpPr/>
                <p:nvPr/>
              </p:nvSpPr>
              <p:spPr>
                <a:xfrm>
                  <a:off x="176040" y="2350800"/>
                  <a:ext cx="126000" cy="126360"/>
                </a:xfrm>
                <a:prstGeom prst="rect"/>
                <a:solidFill>
                  <a:srgbClr val="009F8C">
                    <a:alpha val="5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63360" tIns="6336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1634" name="Google Shape;2184;p23"/>
                <p:cNvSpPr/>
                <p:nvPr/>
              </p:nvSpPr>
              <p:spPr>
                <a:xfrm>
                  <a:off x="176040" y="2139840"/>
                  <a:ext cx="126000" cy="126360"/>
                </a:xfrm>
                <a:prstGeom prst="rect"/>
                <a:solidFill>
                  <a:srgbClr val="009F8C">
                    <a:alpha val="10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63360" tIns="6336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1635" name="Google Shape;2185;p23"/>
                <p:cNvSpPr/>
                <p:nvPr/>
              </p:nvSpPr>
              <p:spPr>
                <a:xfrm>
                  <a:off x="176040" y="1929240"/>
                  <a:ext cx="126000" cy="126360"/>
                </a:xfrm>
                <a:prstGeom prst="rect"/>
                <a:solidFill>
                  <a:srgbClr val="009F8C">
                    <a:alpha val="20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63360" tIns="6336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1636" name="Google Shape;2186;p23"/>
                <p:cNvSpPr/>
                <p:nvPr/>
              </p:nvSpPr>
              <p:spPr>
                <a:xfrm>
                  <a:off x="180360" y="1718640"/>
                  <a:ext cx="117360" cy="117720"/>
                </a:xfrm>
                <a:prstGeom prst="rect"/>
                <a:solidFill>
                  <a:srgbClr val="009F8C">
                    <a:alpha val="30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59040" tIns="5904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1637" name="Google Shape;2187;p23"/>
                <p:cNvSpPr/>
                <p:nvPr/>
              </p:nvSpPr>
              <p:spPr>
                <a:xfrm>
                  <a:off x="180360" y="1507680"/>
                  <a:ext cx="117360" cy="117720"/>
                </a:xfrm>
                <a:prstGeom prst="rect"/>
                <a:solidFill>
                  <a:srgbClr val="009F8C">
                    <a:alpha val="40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59040" tIns="5904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1638" name="Google Shape;2188;p23"/>
                <p:cNvSpPr/>
                <p:nvPr/>
              </p:nvSpPr>
              <p:spPr>
                <a:xfrm>
                  <a:off x="182520" y="1297080"/>
                  <a:ext cx="113040" cy="113040"/>
                </a:xfrm>
                <a:prstGeom prst="rect"/>
                <a:solidFill>
                  <a:srgbClr val="009F8C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56520" tIns="5652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1639" name="Google Shape;2189;p23"/>
                <p:cNvSpPr/>
                <p:nvPr/>
              </p:nvSpPr>
              <p:spPr>
                <a:xfrm>
                  <a:off x="184680" y="1086480"/>
                  <a:ext cx="108720" cy="108720"/>
                </a:xfrm>
                <a:prstGeom prst="rect"/>
                <a:solidFill>
                  <a:srgbClr val="009F8C">
                    <a:alpha val="55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54360" tIns="5436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1640" name="Google Shape;2190;p23"/>
                <p:cNvSpPr/>
                <p:nvPr/>
              </p:nvSpPr>
              <p:spPr>
                <a:xfrm>
                  <a:off x="189720" y="880200"/>
                  <a:ext cx="98640" cy="98640"/>
                </a:xfrm>
                <a:prstGeom prst="rect"/>
                <a:solidFill>
                  <a:srgbClr val="009F8C">
                    <a:alpha val="60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49320" tIns="4932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1641" name="Google Shape;2191;p23"/>
                <p:cNvSpPr/>
                <p:nvPr/>
              </p:nvSpPr>
              <p:spPr>
                <a:xfrm>
                  <a:off x="194400" y="673920"/>
                  <a:ext cx="88920" cy="88920"/>
                </a:xfrm>
                <a:prstGeom prst="rect"/>
                <a:solidFill>
                  <a:srgbClr val="009F8C">
                    <a:alpha val="65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44640" tIns="4464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1642" name="Google Shape;2192;p23"/>
                <p:cNvSpPr/>
                <p:nvPr/>
              </p:nvSpPr>
              <p:spPr>
                <a:xfrm>
                  <a:off x="194400" y="467640"/>
                  <a:ext cx="88920" cy="88920"/>
                </a:xfrm>
                <a:prstGeom prst="rect"/>
                <a:solidFill>
                  <a:srgbClr val="009F8C">
                    <a:alpha val="70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44640" tIns="4464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1643" name="Google Shape;2193;p23"/>
                <p:cNvSpPr/>
                <p:nvPr/>
              </p:nvSpPr>
              <p:spPr>
                <a:xfrm>
                  <a:off x="199440" y="250560"/>
                  <a:ext cx="79200" cy="79200"/>
                </a:xfrm>
                <a:prstGeom prst="rect"/>
                <a:solidFill>
                  <a:srgbClr val="009F8C">
                    <a:alpha val="80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39600" tIns="3960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</p:grpSp>
        </p:grpSp>
        <p:grpSp>
          <p:nvGrpSpPr>
            <p:cNvPr id="500" name="Google Shape;2194;p23"/>
            <p:cNvGrpSpPr/>
            <p:nvPr/>
          </p:nvGrpSpPr>
          <p:grpSpPr>
            <a:xfrm>
              <a:off x="567720" y="2149560"/>
              <a:ext cx="142920" cy="2454120"/>
              <a:chOff x="567720" y="2149560"/>
              <a:chExt cx="142920" cy="2454120"/>
            </a:xfrm>
          </p:grpSpPr>
          <p:grpSp>
            <p:nvGrpSpPr>
              <p:cNvPr id="501" name="Google Shape;2195;p23"/>
              <p:cNvGrpSpPr/>
              <p:nvPr/>
            </p:nvGrpSpPr>
            <p:grpSpPr>
              <a:xfrm>
                <a:off x="567720" y="2149560"/>
                <a:ext cx="142920" cy="2454120"/>
                <a:chOff x="567720" y="2149560"/>
                <a:chExt cx="142920" cy="2454120"/>
              </a:xfrm>
            </p:grpSpPr>
            <p:sp>
              <p:nvSpPr>
                <p:cNvPr id="1051644" name="Google Shape;2196;p23"/>
                <p:cNvSpPr/>
                <p:nvPr/>
              </p:nvSpPr>
              <p:spPr>
                <a:xfrm>
                  <a:off x="567720" y="4460760"/>
                  <a:ext cx="142920" cy="142920"/>
                </a:xfrm>
                <a:prstGeom prst="rect"/>
                <a:gradFill rotWithShape="0">
                  <a:gsLst>
                    <a:gs pos="0">
                      <a:srgbClr val="B6F8F0"/>
                    </a:gs>
                    <a:gs pos="100000">
                      <a:srgbClr val="7DF3E5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71640" tIns="7164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1645" name="Google Shape;2197;p23"/>
                <p:cNvSpPr/>
                <p:nvPr/>
              </p:nvSpPr>
              <p:spPr>
                <a:xfrm>
                  <a:off x="576000" y="4249800"/>
                  <a:ext cx="126000" cy="126360"/>
                </a:xfrm>
                <a:prstGeom prst="rect"/>
                <a:gradFill rotWithShape="0">
                  <a:gsLst>
                    <a:gs pos="0">
                      <a:srgbClr val="B6F8F0"/>
                    </a:gs>
                    <a:gs pos="100000">
                      <a:srgbClr val="7DF3E5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63360" tIns="6336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1646" name="Google Shape;2198;p23"/>
                <p:cNvSpPr/>
                <p:nvPr/>
              </p:nvSpPr>
              <p:spPr>
                <a:xfrm>
                  <a:off x="576000" y="4039200"/>
                  <a:ext cx="126000" cy="126360"/>
                </a:xfrm>
                <a:prstGeom prst="rect"/>
                <a:gradFill rotWithShape="0">
                  <a:gsLst>
                    <a:gs pos="0">
                      <a:srgbClr val="B6F8F0"/>
                    </a:gs>
                    <a:gs pos="100000">
                      <a:srgbClr val="7DF3E5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63360" tIns="6336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1647" name="Google Shape;2199;p23"/>
                <p:cNvSpPr/>
                <p:nvPr/>
              </p:nvSpPr>
              <p:spPr>
                <a:xfrm>
                  <a:off x="576000" y="3828600"/>
                  <a:ext cx="126000" cy="126360"/>
                </a:xfrm>
                <a:prstGeom prst="rect"/>
                <a:gradFill rotWithShape="0">
                  <a:gsLst>
                    <a:gs pos="0">
                      <a:srgbClr val="B6F8F0"/>
                    </a:gs>
                    <a:gs pos="100000">
                      <a:srgbClr val="7DF3E5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63360" tIns="6336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1648" name="Google Shape;2200;p23"/>
                <p:cNvSpPr/>
                <p:nvPr/>
              </p:nvSpPr>
              <p:spPr>
                <a:xfrm>
                  <a:off x="580320" y="3617640"/>
                  <a:ext cx="117360" cy="117720"/>
                </a:xfrm>
                <a:prstGeom prst="rect"/>
                <a:gradFill rotWithShape="0">
                  <a:gsLst>
                    <a:gs pos="0">
                      <a:srgbClr val="B6F8F0"/>
                    </a:gs>
                    <a:gs pos="100000">
                      <a:srgbClr val="7DF3E5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59040" tIns="5904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1649" name="Google Shape;2201;p23"/>
                <p:cNvSpPr/>
                <p:nvPr/>
              </p:nvSpPr>
              <p:spPr>
                <a:xfrm>
                  <a:off x="580320" y="3407040"/>
                  <a:ext cx="117360" cy="117720"/>
                </a:xfrm>
                <a:prstGeom prst="rect"/>
                <a:gradFill rotWithShape="0">
                  <a:gsLst>
                    <a:gs pos="0">
                      <a:srgbClr val="B6F8F0"/>
                    </a:gs>
                    <a:gs pos="100000">
                      <a:srgbClr val="7DF3E5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59040" tIns="5904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1650" name="Google Shape;2202;p23"/>
                <p:cNvSpPr/>
                <p:nvPr/>
              </p:nvSpPr>
              <p:spPr>
                <a:xfrm>
                  <a:off x="582480" y="3196080"/>
                  <a:ext cx="113040" cy="113040"/>
                </a:xfrm>
                <a:prstGeom prst="rect"/>
                <a:gradFill rotWithShape="0">
                  <a:gsLst>
                    <a:gs pos="0">
                      <a:srgbClr val="B6F8F0"/>
                    </a:gs>
                    <a:gs pos="100000">
                      <a:srgbClr val="7DF3E5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56520" tIns="5652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1651" name="Google Shape;2203;p23"/>
                <p:cNvSpPr/>
                <p:nvPr/>
              </p:nvSpPr>
              <p:spPr>
                <a:xfrm>
                  <a:off x="585000" y="2985480"/>
                  <a:ext cx="108720" cy="108720"/>
                </a:xfrm>
                <a:prstGeom prst="rect"/>
                <a:gradFill rotWithShape="0">
                  <a:gsLst>
                    <a:gs pos="0">
                      <a:srgbClr val="B6F8F0"/>
                    </a:gs>
                    <a:gs pos="100000">
                      <a:srgbClr val="7DF3E5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54360" tIns="5436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1652" name="Google Shape;2204;p23"/>
                <p:cNvSpPr/>
                <p:nvPr/>
              </p:nvSpPr>
              <p:spPr>
                <a:xfrm>
                  <a:off x="589680" y="2779200"/>
                  <a:ext cx="98640" cy="98640"/>
                </a:xfrm>
                <a:prstGeom prst="rect"/>
                <a:gradFill rotWithShape="0">
                  <a:gsLst>
                    <a:gs pos="0">
                      <a:srgbClr val="B6F8F0"/>
                    </a:gs>
                    <a:gs pos="100000">
                      <a:srgbClr val="7DF3E5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49320" tIns="4932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1653" name="Google Shape;2205;p23"/>
                <p:cNvSpPr/>
                <p:nvPr/>
              </p:nvSpPr>
              <p:spPr>
                <a:xfrm>
                  <a:off x="594720" y="2572920"/>
                  <a:ext cx="88920" cy="88920"/>
                </a:xfrm>
                <a:prstGeom prst="rect"/>
                <a:gradFill rotWithShape="0">
                  <a:gsLst>
                    <a:gs pos="0">
                      <a:srgbClr val="B6F8F0"/>
                    </a:gs>
                    <a:gs pos="100000">
                      <a:srgbClr val="7DF3E5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44640" tIns="4464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1654" name="Google Shape;2206;p23"/>
                <p:cNvSpPr/>
                <p:nvPr/>
              </p:nvSpPr>
              <p:spPr>
                <a:xfrm>
                  <a:off x="594720" y="2367000"/>
                  <a:ext cx="88920" cy="88920"/>
                </a:xfrm>
                <a:prstGeom prst="rect"/>
                <a:gradFill rotWithShape="0">
                  <a:gsLst>
                    <a:gs pos="0">
                      <a:srgbClr val="B6F8F0"/>
                    </a:gs>
                    <a:gs pos="100000">
                      <a:srgbClr val="7DF3E5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44640" tIns="4464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1655" name="Google Shape;2207;p23"/>
                <p:cNvSpPr/>
                <p:nvPr/>
              </p:nvSpPr>
              <p:spPr>
                <a:xfrm>
                  <a:off x="599400" y="2149560"/>
                  <a:ext cx="79200" cy="79200"/>
                </a:xfrm>
                <a:prstGeom prst="rect"/>
                <a:gradFill rotWithShape="0">
                  <a:gsLst>
                    <a:gs pos="0">
                      <a:srgbClr val="B6F8F0"/>
                    </a:gs>
                    <a:gs pos="100000">
                      <a:srgbClr val="7DF3E5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39600" tIns="3960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</p:grpSp>
          <p:grpSp>
            <p:nvGrpSpPr>
              <p:cNvPr id="502" name="Google Shape;2208;p23"/>
              <p:cNvGrpSpPr/>
              <p:nvPr/>
            </p:nvGrpSpPr>
            <p:grpSpPr>
              <a:xfrm>
                <a:off x="567720" y="2149560"/>
                <a:ext cx="142920" cy="2454120"/>
                <a:chOff x="567720" y="2149560"/>
                <a:chExt cx="142920" cy="2454120"/>
              </a:xfrm>
            </p:grpSpPr>
            <p:sp>
              <p:nvSpPr>
                <p:cNvPr id="1051656" name="Google Shape;2209;p23"/>
                <p:cNvSpPr/>
                <p:nvPr/>
              </p:nvSpPr>
              <p:spPr>
                <a:xfrm>
                  <a:off x="567720" y="4460760"/>
                  <a:ext cx="142920" cy="142920"/>
                </a:xfrm>
                <a:prstGeom prst="rect"/>
                <a:noFill/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71640" tIns="7164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1657" name="Google Shape;2210;p23"/>
                <p:cNvSpPr/>
                <p:nvPr/>
              </p:nvSpPr>
              <p:spPr>
                <a:xfrm>
                  <a:off x="576000" y="4249800"/>
                  <a:ext cx="126000" cy="126360"/>
                </a:xfrm>
                <a:prstGeom prst="rect"/>
                <a:solidFill>
                  <a:srgbClr val="009F8C">
                    <a:alpha val="5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63360" tIns="6336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1658" name="Google Shape;2211;p23"/>
                <p:cNvSpPr/>
                <p:nvPr/>
              </p:nvSpPr>
              <p:spPr>
                <a:xfrm>
                  <a:off x="576000" y="4039200"/>
                  <a:ext cx="126000" cy="126360"/>
                </a:xfrm>
                <a:prstGeom prst="rect"/>
                <a:solidFill>
                  <a:srgbClr val="009F8C">
                    <a:alpha val="10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63360" tIns="6336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1659" name="Google Shape;2212;p23"/>
                <p:cNvSpPr/>
                <p:nvPr/>
              </p:nvSpPr>
              <p:spPr>
                <a:xfrm>
                  <a:off x="576000" y="3828600"/>
                  <a:ext cx="126000" cy="126360"/>
                </a:xfrm>
                <a:prstGeom prst="rect"/>
                <a:solidFill>
                  <a:srgbClr val="009F8C">
                    <a:alpha val="20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63360" tIns="6336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1660" name="Google Shape;2213;p23"/>
                <p:cNvSpPr/>
                <p:nvPr/>
              </p:nvSpPr>
              <p:spPr>
                <a:xfrm>
                  <a:off x="580320" y="3617640"/>
                  <a:ext cx="117360" cy="117720"/>
                </a:xfrm>
                <a:prstGeom prst="rect"/>
                <a:solidFill>
                  <a:srgbClr val="009F8C">
                    <a:alpha val="30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59040" tIns="5904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1661" name="Google Shape;2214;p23"/>
                <p:cNvSpPr/>
                <p:nvPr/>
              </p:nvSpPr>
              <p:spPr>
                <a:xfrm>
                  <a:off x="580320" y="3407040"/>
                  <a:ext cx="117360" cy="117720"/>
                </a:xfrm>
                <a:prstGeom prst="rect"/>
                <a:solidFill>
                  <a:srgbClr val="009F8C">
                    <a:alpha val="40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59040" tIns="5904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1662" name="Google Shape;2215;p23"/>
                <p:cNvSpPr/>
                <p:nvPr/>
              </p:nvSpPr>
              <p:spPr>
                <a:xfrm>
                  <a:off x="582480" y="3196080"/>
                  <a:ext cx="113040" cy="113040"/>
                </a:xfrm>
                <a:prstGeom prst="rect"/>
                <a:solidFill>
                  <a:srgbClr val="009F8C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56520" tIns="5652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1663" name="Google Shape;2216;p23"/>
                <p:cNvSpPr/>
                <p:nvPr/>
              </p:nvSpPr>
              <p:spPr>
                <a:xfrm>
                  <a:off x="585000" y="2985480"/>
                  <a:ext cx="108720" cy="108720"/>
                </a:xfrm>
                <a:prstGeom prst="rect"/>
                <a:solidFill>
                  <a:srgbClr val="009F8C">
                    <a:alpha val="55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54360" tIns="5436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1664" name="Google Shape;2217;p23"/>
                <p:cNvSpPr/>
                <p:nvPr/>
              </p:nvSpPr>
              <p:spPr>
                <a:xfrm>
                  <a:off x="589680" y="2779200"/>
                  <a:ext cx="98640" cy="98640"/>
                </a:xfrm>
                <a:prstGeom prst="rect"/>
                <a:solidFill>
                  <a:srgbClr val="009F8C">
                    <a:alpha val="60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49320" tIns="4932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1665" name="Google Shape;2218;p23"/>
                <p:cNvSpPr/>
                <p:nvPr/>
              </p:nvSpPr>
              <p:spPr>
                <a:xfrm>
                  <a:off x="594720" y="2572920"/>
                  <a:ext cx="88920" cy="88920"/>
                </a:xfrm>
                <a:prstGeom prst="rect"/>
                <a:solidFill>
                  <a:srgbClr val="009F8C">
                    <a:alpha val="65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44640" tIns="4464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1666" name="Google Shape;2219;p23"/>
                <p:cNvSpPr/>
                <p:nvPr/>
              </p:nvSpPr>
              <p:spPr>
                <a:xfrm>
                  <a:off x="594720" y="2367000"/>
                  <a:ext cx="88920" cy="88920"/>
                </a:xfrm>
                <a:prstGeom prst="rect"/>
                <a:solidFill>
                  <a:srgbClr val="009F8C">
                    <a:alpha val="70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44640" tIns="4464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1667" name="Google Shape;2220;p23"/>
                <p:cNvSpPr/>
                <p:nvPr/>
              </p:nvSpPr>
              <p:spPr>
                <a:xfrm>
                  <a:off x="599400" y="2149560"/>
                  <a:ext cx="79200" cy="79200"/>
                </a:xfrm>
                <a:prstGeom prst="rect"/>
                <a:solidFill>
                  <a:srgbClr val="009F8C">
                    <a:alpha val="80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39600" tIns="3960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</p:grpSp>
        </p:grpSp>
        <p:grpSp>
          <p:nvGrpSpPr>
            <p:cNvPr id="503" name="Google Shape;2221;p23"/>
            <p:cNvGrpSpPr/>
            <p:nvPr/>
          </p:nvGrpSpPr>
          <p:grpSpPr>
            <a:xfrm>
              <a:off x="8448480" y="0"/>
              <a:ext cx="142920" cy="2453760"/>
              <a:chOff x="8448480" y="0"/>
              <a:chExt cx="142920" cy="2453760"/>
            </a:xfrm>
          </p:grpSpPr>
          <p:grpSp>
            <p:nvGrpSpPr>
              <p:cNvPr id="504" name="Google Shape;2222;p23"/>
              <p:cNvGrpSpPr/>
              <p:nvPr/>
            </p:nvGrpSpPr>
            <p:grpSpPr>
              <a:xfrm>
                <a:off x="8448480" y="0"/>
                <a:ext cx="142920" cy="2453760"/>
                <a:chOff x="8448480" y="0"/>
                <a:chExt cx="142920" cy="2453760"/>
              </a:xfrm>
            </p:grpSpPr>
            <p:sp>
              <p:nvSpPr>
                <p:cNvPr id="1051668" name="Google Shape;2223;p23"/>
                <p:cNvSpPr/>
                <p:nvPr/>
              </p:nvSpPr>
              <p:spPr>
                <a:xfrm>
                  <a:off x="8448480" y="2310840"/>
                  <a:ext cx="142920" cy="142920"/>
                </a:xfrm>
                <a:prstGeom prst="rect"/>
                <a:gradFill rotWithShape="0">
                  <a:gsLst>
                    <a:gs pos="0">
                      <a:srgbClr val="B6F8F0"/>
                    </a:gs>
                    <a:gs pos="100000">
                      <a:srgbClr val="7DF3E5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71640" tIns="7164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1669" name="Google Shape;2224;p23"/>
                <p:cNvSpPr/>
                <p:nvPr/>
              </p:nvSpPr>
              <p:spPr>
                <a:xfrm>
                  <a:off x="8457120" y="2100240"/>
                  <a:ext cx="126000" cy="126360"/>
                </a:xfrm>
                <a:prstGeom prst="rect"/>
                <a:gradFill rotWithShape="0">
                  <a:gsLst>
                    <a:gs pos="0">
                      <a:srgbClr val="B6F8F0"/>
                    </a:gs>
                    <a:gs pos="100000">
                      <a:srgbClr val="7DF3E5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63360" tIns="6336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1670" name="Google Shape;2225;p23"/>
                <p:cNvSpPr/>
                <p:nvPr/>
              </p:nvSpPr>
              <p:spPr>
                <a:xfrm>
                  <a:off x="8457120" y="1889640"/>
                  <a:ext cx="126000" cy="126360"/>
                </a:xfrm>
                <a:prstGeom prst="rect"/>
                <a:gradFill rotWithShape="0">
                  <a:gsLst>
                    <a:gs pos="0">
                      <a:srgbClr val="B6F8F0"/>
                    </a:gs>
                    <a:gs pos="100000">
                      <a:srgbClr val="7DF3E5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63360" tIns="6336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1671" name="Google Shape;2226;p23"/>
                <p:cNvSpPr/>
                <p:nvPr/>
              </p:nvSpPr>
              <p:spPr>
                <a:xfrm>
                  <a:off x="8457120" y="1678680"/>
                  <a:ext cx="126000" cy="126360"/>
                </a:xfrm>
                <a:prstGeom prst="rect"/>
                <a:gradFill rotWithShape="0">
                  <a:gsLst>
                    <a:gs pos="0">
                      <a:srgbClr val="B6F8F0"/>
                    </a:gs>
                    <a:gs pos="100000">
                      <a:srgbClr val="7DF3E5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63360" tIns="6336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1672" name="Google Shape;2227;p23"/>
                <p:cNvSpPr/>
                <p:nvPr/>
              </p:nvSpPr>
              <p:spPr>
                <a:xfrm>
                  <a:off x="8461440" y="1468080"/>
                  <a:ext cx="117360" cy="117720"/>
                </a:xfrm>
                <a:prstGeom prst="rect"/>
                <a:gradFill rotWithShape="0">
                  <a:gsLst>
                    <a:gs pos="0">
                      <a:srgbClr val="B6F8F0"/>
                    </a:gs>
                    <a:gs pos="100000">
                      <a:srgbClr val="7DF3E5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59040" tIns="5904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1673" name="Google Shape;2228;p23"/>
                <p:cNvSpPr/>
                <p:nvPr/>
              </p:nvSpPr>
              <p:spPr>
                <a:xfrm>
                  <a:off x="8461440" y="1257480"/>
                  <a:ext cx="117360" cy="117720"/>
                </a:xfrm>
                <a:prstGeom prst="rect"/>
                <a:gradFill rotWithShape="0">
                  <a:gsLst>
                    <a:gs pos="0">
                      <a:srgbClr val="B6F8F0"/>
                    </a:gs>
                    <a:gs pos="100000">
                      <a:srgbClr val="7DF3E5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59040" tIns="5904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1674" name="Google Shape;2229;p23"/>
                <p:cNvSpPr/>
                <p:nvPr/>
              </p:nvSpPr>
              <p:spPr>
                <a:xfrm>
                  <a:off x="8463600" y="1046520"/>
                  <a:ext cx="113040" cy="113040"/>
                </a:xfrm>
                <a:prstGeom prst="rect"/>
                <a:gradFill rotWithShape="0">
                  <a:gsLst>
                    <a:gs pos="0">
                      <a:srgbClr val="B6F8F0"/>
                    </a:gs>
                    <a:gs pos="100000">
                      <a:srgbClr val="7DF3E5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56520" tIns="5652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1675" name="Google Shape;2230;p23"/>
                <p:cNvSpPr/>
                <p:nvPr/>
              </p:nvSpPr>
              <p:spPr>
                <a:xfrm>
                  <a:off x="8465760" y="835920"/>
                  <a:ext cx="108720" cy="108720"/>
                </a:xfrm>
                <a:prstGeom prst="rect"/>
                <a:gradFill rotWithShape="0">
                  <a:gsLst>
                    <a:gs pos="0">
                      <a:srgbClr val="B6F8F0"/>
                    </a:gs>
                    <a:gs pos="100000">
                      <a:srgbClr val="7DF3E5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54360" tIns="5436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1676" name="Google Shape;2231;p23"/>
                <p:cNvSpPr/>
                <p:nvPr/>
              </p:nvSpPr>
              <p:spPr>
                <a:xfrm>
                  <a:off x="8470800" y="629640"/>
                  <a:ext cx="98640" cy="98640"/>
                </a:xfrm>
                <a:prstGeom prst="rect"/>
                <a:gradFill rotWithShape="0">
                  <a:gsLst>
                    <a:gs pos="0">
                      <a:srgbClr val="B6F8F0"/>
                    </a:gs>
                    <a:gs pos="100000">
                      <a:srgbClr val="7DF3E5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49320" tIns="4932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1677" name="Google Shape;2232;p23"/>
                <p:cNvSpPr/>
                <p:nvPr/>
              </p:nvSpPr>
              <p:spPr>
                <a:xfrm>
                  <a:off x="8475480" y="423360"/>
                  <a:ext cx="88920" cy="88920"/>
                </a:xfrm>
                <a:prstGeom prst="rect"/>
                <a:gradFill rotWithShape="0">
                  <a:gsLst>
                    <a:gs pos="0">
                      <a:srgbClr val="B6F8F0"/>
                    </a:gs>
                    <a:gs pos="100000">
                      <a:srgbClr val="7DF3E5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44640" tIns="4464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1678" name="Google Shape;2233;p23"/>
                <p:cNvSpPr/>
                <p:nvPr/>
              </p:nvSpPr>
              <p:spPr>
                <a:xfrm>
                  <a:off x="8475480" y="217080"/>
                  <a:ext cx="88920" cy="88920"/>
                </a:xfrm>
                <a:prstGeom prst="rect"/>
                <a:gradFill rotWithShape="0">
                  <a:gsLst>
                    <a:gs pos="0">
                      <a:srgbClr val="B6F8F0"/>
                    </a:gs>
                    <a:gs pos="100000">
                      <a:srgbClr val="7DF3E5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44640" tIns="4464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1679" name="Google Shape;2234;p23"/>
                <p:cNvSpPr/>
                <p:nvPr/>
              </p:nvSpPr>
              <p:spPr>
                <a:xfrm>
                  <a:off x="8480520" y="0"/>
                  <a:ext cx="79200" cy="79200"/>
                </a:xfrm>
                <a:prstGeom prst="rect"/>
                <a:gradFill rotWithShape="0">
                  <a:gsLst>
                    <a:gs pos="0">
                      <a:srgbClr val="B6F8F0"/>
                    </a:gs>
                    <a:gs pos="100000">
                      <a:srgbClr val="7DF3E5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39600" tIns="3960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</p:grpSp>
          <p:grpSp>
            <p:nvGrpSpPr>
              <p:cNvPr id="505" name="Google Shape;2235;p23"/>
              <p:cNvGrpSpPr/>
              <p:nvPr/>
            </p:nvGrpSpPr>
            <p:grpSpPr>
              <a:xfrm>
                <a:off x="8448480" y="0"/>
                <a:ext cx="142920" cy="2453760"/>
                <a:chOff x="8448480" y="0"/>
                <a:chExt cx="142920" cy="2453760"/>
              </a:xfrm>
            </p:grpSpPr>
            <p:sp>
              <p:nvSpPr>
                <p:cNvPr id="1051680" name="Google Shape;2236;p23"/>
                <p:cNvSpPr/>
                <p:nvPr/>
              </p:nvSpPr>
              <p:spPr>
                <a:xfrm>
                  <a:off x="8448480" y="2310840"/>
                  <a:ext cx="142920" cy="142920"/>
                </a:xfrm>
                <a:prstGeom prst="rect"/>
                <a:noFill/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71640" tIns="7164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1681" name="Google Shape;2237;p23"/>
                <p:cNvSpPr/>
                <p:nvPr/>
              </p:nvSpPr>
              <p:spPr>
                <a:xfrm>
                  <a:off x="8457120" y="2100240"/>
                  <a:ext cx="126000" cy="126360"/>
                </a:xfrm>
                <a:prstGeom prst="rect"/>
                <a:solidFill>
                  <a:srgbClr val="009F8C">
                    <a:alpha val="5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63360" tIns="6336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1682" name="Google Shape;2238;p23"/>
                <p:cNvSpPr/>
                <p:nvPr/>
              </p:nvSpPr>
              <p:spPr>
                <a:xfrm>
                  <a:off x="8457120" y="1889640"/>
                  <a:ext cx="126000" cy="126360"/>
                </a:xfrm>
                <a:prstGeom prst="rect"/>
                <a:solidFill>
                  <a:srgbClr val="009F8C">
                    <a:alpha val="10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63360" tIns="6336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1683" name="Google Shape;2239;p23"/>
                <p:cNvSpPr/>
                <p:nvPr/>
              </p:nvSpPr>
              <p:spPr>
                <a:xfrm>
                  <a:off x="8457120" y="1678680"/>
                  <a:ext cx="126000" cy="126360"/>
                </a:xfrm>
                <a:prstGeom prst="rect"/>
                <a:solidFill>
                  <a:srgbClr val="009F8C">
                    <a:alpha val="20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63360" tIns="6336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1684" name="Google Shape;2240;p23"/>
                <p:cNvSpPr/>
                <p:nvPr/>
              </p:nvSpPr>
              <p:spPr>
                <a:xfrm>
                  <a:off x="8461440" y="1468080"/>
                  <a:ext cx="117360" cy="117720"/>
                </a:xfrm>
                <a:prstGeom prst="rect"/>
                <a:solidFill>
                  <a:srgbClr val="009F8C">
                    <a:alpha val="30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59040" tIns="5904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1685" name="Google Shape;2241;p23"/>
                <p:cNvSpPr/>
                <p:nvPr/>
              </p:nvSpPr>
              <p:spPr>
                <a:xfrm>
                  <a:off x="8461440" y="1257480"/>
                  <a:ext cx="117360" cy="117720"/>
                </a:xfrm>
                <a:prstGeom prst="rect"/>
                <a:solidFill>
                  <a:srgbClr val="009F8C">
                    <a:alpha val="40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59040" tIns="5904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1686" name="Google Shape;2242;p23"/>
                <p:cNvSpPr/>
                <p:nvPr/>
              </p:nvSpPr>
              <p:spPr>
                <a:xfrm>
                  <a:off x="8463600" y="1046520"/>
                  <a:ext cx="113040" cy="113040"/>
                </a:xfrm>
                <a:prstGeom prst="rect"/>
                <a:solidFill>
                  <a:srgbClr val="009F8C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56520" tIns="5652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1687" name="Google Shape;2243;p23"/>
                <p:cNvSpPr/>
                <p:nvPr/>
              </p:nvSpPr>
              <p:spPr>
                <a:xfrm>
                  <a:off x="8465760" y="835920"/>
                  <a:ext cx="108720" cy="108720"/>
                </a:xfrm>
                <a:prstGeom prst="rect"/>
                <a:solidFill>
                  <a:srgbClr val="009F8C">
                    <a:alpha val="55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54360" tIns="5436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1688" name="Google Shape;2244;p23"/>
                <p:cNvSpPr/>
                <p:nvPr/>
              </p:nvSpPr>
              <p:spPr>
                <a:xfrm>
                  <a:off x="8470800" y="629640"/>
                  <a:ext cx="98640" cy="98640"/>
                </a:xfrm>
                <a:prstGeom prst="rect"/>
                <a:solidFill>
                  <a:srgbClr val="009F8C">
                    <a:alpha val="60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49320" tIns="4932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1689" name="Google Shape;2245;p23"/>
                <p:cNvSpPr/>
                <p:nvPr/>
              </p:nvSpPr>
              <p:spPr>
                <a:xfrm>
                  <a:off x="8475480" y="423360"/>
                  <a:ext cx="88920" cy="88920"/>
                </a:xfrm>
                <a:prstGeom prst="rect"/>
                <a:solidFill>
                  <a:srgbClr val="009F8C">
                    <a:alpha val="65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44640" tIns="4464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1690" name="Google Shape;2246;p23"/>
                <p:cNvSpPr/>
                <p:nvPr/>
              </p:nvSpPr>
              <p:spPr>
                <a:xfrm>
                  <a:off x="8475480" y="217080"/>
                  <a:ext cx="88920" cy="88920"/>
                </a:xfrm>
                <a:prstGeom prst="rect"/>
                <a:solidFill>
                  <a:srgbClr val="009F8C">
                    <a:alpha val="70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44640" tIns="4464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1691" name="Google Shape;2247;p23"/>
                <p:cNvSpPr/>
                <p:nvPr/>
              </p:nvSpPr>
              <p:spPr>
                <a:xfrm>
                  <a:off x="8480520" y="0"/>
                  <a:ext cx="79200" cy="79200"/>
                </a:xfrm>
                <a:prstGeom prst="rect"/>
                <a:solidFill>
                  <a:srgbClr val="009F8C">
                    <a:alpha val="80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39600" tIns="3960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</p:grpSp>
        </p:grpSp>
        <p:grpSp>
          <p:nvGrpSpPr>
            <p:cNvPr id="506" name="Google Shape;2248;p23"/>
            <p:cNvGrpSpPr/>
            <p:nvPr/>
          </p:nvGrpSpPr>
          <p:grpSpPr>
            <a:xfrm>
              <a:off x="8832960" y="761040"/>
              <a:ext cx="142920" cy="2454120"/>
              <a:chOff x="8832960" y="761040"/>
              <a:chExt cx="142920" cy="2454120"/>
            </a:xfrm>
          </p:grpSpPr>
          <p:grpSp>
            <p:nvGrpSpPr>
              <p:cNvPr id="507" name="Google Shape;2249;p23"/>
              <p:cNvGrpSpPr/>
              <p:nvPr/>
            </p:nvGrpSpPr>
            <p:grpSpPr>
              <a:xfrm>
                <a:off x="8832960" y="761040"/>
                <a:ext cx="142920" cy="2454120"/>
                <a:chOff x="8832960" y="761040"/>
                <a:chExt cx="142920" cy="2454120"/>
              </a:xfrm>
            </p:grpSpPr>
            <p:sp>
              <p:nvSpPr>
                <p:cNvPr id="1051692" name="Google Shape;2250;p23"/>
                <p:cNvSpPr/>
                <p:nvPr/>
              </p:nvSpPr>
              <p:spPr>
                <a:xfrm>
                  <a:off x="8832960" y="3072240"/>
                  <a:ext cx="142920" cy="142920"/>
                </a:xfrm>
                <a:prstGeom prst="rect"/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71640" tIns="7164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1693" name="Google Shape;2251;p23"/>
                <p:cNvSpPr/>
                <p:nvPr/>
              </p:nvSpPr>
              <p:spPr>
                <a:xfrm>
                  <a:off x="8841600" y="2861280"/>
                  <a:ext cx="126000" cy="126360"/>
                </a:xfrm>
                <a:prstGeom prst="rect"/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63360" tIns="6336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1694" name="Google Shape;2252;p23"/>
                <p:cNvSpPr/>
                <p:nvPr/>
              </p:nvSpPr>
              <p:spPr>
                <a:xfrm>
                  <a:off x="8841600" y="2650680"/>
                  <a:ext cx="126000" cy="126360"/>
                </a:xfrm>
                <a:prstGeom prst="rect"/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63360" tIns="6336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1695" name="Google Shape;2253;p23"/>
                <p:cNvSpPr/>
                <p:nvPr/>
              </p:nvSpPr>
              <p:spPr>
                <a:xfrm>
                  <a:off x="8841600" y="2440080"/>
                  <a:ext cx="126000" cy="126360"/>
                </a:xfrm>
                <a:prstGeom prst="rect"/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63360" tIns="6336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1696" name="Google Shape;2254;p23"/>
                <p:cNvSpPr/>
                <p:nvPr/>
              </p:nvSpPr>
              <p:spPr>
                <a:xfrm>
                  <a:off x="8845920" y="2229120"/>
                  <a:ext cx="117360" cy="117720"/>
                </a:xfrm>
                <a:prstGeom prst="rect"/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59040" tIns="5904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1697" name="Google Shape;2255;p23"/>
                <p:cNvSpPr/>
                <p:nvPr/>
              </p:nvSpPr>
              <p:spPr>
                <a:xfrm>
                  <a:off x="8845920" y="2018520"/>
                  <a:ext cx="117360" cy="117720"/>
                </a:xfrm>
                <a:prstGeom prst="rect"/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59040" tIns="5904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1698" name="Google Shape;2256;p23"/>
                <p:cNvSpPr/>
                <p:nvPr/>
              </p:nvSpPr>
              <p:spPr>
                <a:xfrm>
                  <a:off x="8848080" y="1807920"/>
                  <a:ext cx="113040" cy="113040"/>
                </a:xfrm>
                <a:prstGeom prst="rect"/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56520" tIns="5652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1699" name="Google Shape;2257;p23"/>
                <p:cNvSpPr/>
                <p:nvPr/>
              </p:nvSpPr>
              <p:spPr>
                <a:xfrm>
                  <a:off x="8850240" y="1596960"/>
                  <a:ext cx="108720" cy="108720"/>
                </a:xfrm>
                <a:prstGeom prst="rect"/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54360" tIns="5436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1700" name="Google Shape;2258;p23"/>
                <p:cNvSpPr/>
                <p:nvPr/>
              </p:nvSpPr>
              <p:spPr>
                <a:xfrm>
                  <a:off x="8855280" y="1390680"/>
                  <a:ext cx="98640" cy="98640"/>
                </a:xfrm>
                <a:prstGeom prst="rect"/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49320" tIns="4932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1701" name="Google Shape;2259;p23"/>
                <p:cNvSpPr/>
                <p:nvPr/>
              </p:nvSpPr>
              <p:spPr>
                <a:xfrm>
                  <a:off x="8859960" y="1184400"/>
                  <a:ext cx="88920" cy="88920"/>
                </a:xfrm>
                <a:prstGeom prst="rect"/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44640" tIns="4464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1702" name="Google Shape;2260;p23"/>
                <p:cNvSpPr/>
                <p:nvPr/>
              </p:nvSpPr>
              <p:spPr>
                <a:xfrm>
                  <a:off x="8859960" y="978480"/>
                  <a:ext cx="88920" cy="88920"/>
                </a:xfrm>
                <a:prstGeom prst="rect"/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44640" tIns="4464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1703" name="Google Shape;2261;p23"/>
                <p:cNvSpPr/>
                <p:nvPr/>
              </p:nvSpPr>
              <p:spPr>
                <a:xfrm>
                  <a:off x="8865000" y="761040"/>
                  <a:ext cx="79200" cy="79200"/>
                </a:xfrm>
                <a:prstGeom prst="rect"/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39600" tIns="3960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</p:grpSp>
          <p:grpSp>
            <p:nvGrpSpPr>
              <p:cNvPr id="508" name="Google Shape;2262;p23"/>
              <p:cNvGrpSpPr/>
              <p:nvPr/>
            </p:nvGrpSpPr>
            <p:grpSpPr>
              <a:xfrm>
                <a:off x="8832960" y="761040"/>
                <a:ext cx="142920" cy="2454120"/>
                <a:chOff x="8832960" y="761040"/>
                <a:chExt cx="142920" cy="2454120"/>
              </a:xfrm>
            </p:grpSpPr>
            <p:sp>
              <p:nvSpPr>
                <p:cNvPr id="1051704" name="Google Shape;2263;p23"/>
                <p:cNvSpPr/>
                <p:nvPr/>
              </p:nvSpPr>
              <p:spPr>
                <a:xfrm>
                  <a:off x="8832960" y="3072240"/>
                  <a:ext cx="142920" cy="142920"/>
                </a:xfrm>
                <a:prstGeom prst="rect"/>
                <a:noFill/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71640" tIns="7164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1705" name="Google Shape;2264;p23"/>
                <p:cNvSpPr/>
                <p:nvPr/>
              </p:nvSpPr>
              <p:spPr>
                <a:xfrm>
                  <a:off x="8841600" y="2861280"/>
                  <a:ext cx="126000" cy="126360"/>
                </a:xfrm>
                <a:prstGeom prst="rect"/>
                <a:solidFill>
                  <a:srgbClr val="009F8C">
                    <a:alpha val="5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63360" tIns="6336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1706" name="Google Shape;2265;p23"/>
                <p:cNvSpPr/>
                <p:nvPr/>
              </p:nvSpPr>
              <p:spPr>
                <a:xfrm>
                  <a:off x="8841600" y="2650680"/>
                  <a:ext cx="126000" cy="126360"/>
                </a:xfrm>
                <a:prstGeom prst="rect"/>
                <a:solidFill>
                  <a:srgbClr val="009F8C">
                    <a:alpha val="10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63360" tIns="6336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1707" name="Google Shape;2266;p23"/>
                <p:cNvSpPr/>
                <p:nvPr/>
              </p:nvSpPr>
              <p:spPr>
                <a:xfrm>
                  <a:off x="8841600" y="2440080"/>
                  <a:ext cx="126000" cy="126360"/>
                </a:xfrm>
                <a:prstGeom prst="rect"/>
                <a:solidFill>
                  <a:srgbClr val="009F8C">
                    <a:alpha val="20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63360" tIns="6336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1708" name="Google Shape;2267;p23"/>
                <p:cNvSpPr/>
                <p:nvPr/>
              </p:nvSpPr>
              <p:spPr>
                <a:xfrm>
                  <a:off x="8845920" y="2229120"/>
                  <a:ext cx="117360" cy="117720"/>
                </a:xfrm>
                <a:prstGeom prst="rect"/>
                <a:solidFill>
                  <a:srgbClr val="009F8C">
                    <a:alpha val="30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59040" tIns="5904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1709" name="Google Shape;2268;p23"/>
                <p:cNvSpPr/>
                <p:nvPr/>
              </p:nvSpPr>
              <p:spPr>
                <a:xfrm>
                  <a:off x="8845920" y="2018520"/>
                  <a:ext cx="117360" cy="117720"/>
                </a:xfrm>
                <a:prstGeom prst="rect"/>
                <a:solidFill>
                  <a:srgbClr val="009F8C">
                    <a:alpha val="40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59040" tIns="5904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1710" name="Google Shape;2269;p23"/>
                <p:cNvSpPr/>
                <p:nvPr/>
              </p:nvSpPr>
              <p:spPr>
                <a:xfrm>
                  <a:off x="8848080" y="1807920"/>
                  <a:ext cx="113040" cy="113040"/>
                </a:xfrm>
                <a:prstGeom prst="rect"/>
                <a:solidFill>
                  <a:srgbClr val="009F8C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56520" tIns="5652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1711" name="Google Shape;2270;p23"/>
                <p:cNvSpPr/>
                <p:nvPr/>
              </p:nvSpPr>
              <p:spPr>
                <a:xfrm>
                  <a:off x="8850240" y="1596960"/>
                  <a:ext cx="108720" cy="108720"/>
                </a:xfrm>
                <a:prstGeom prst="rect"/>
                <a:solidFill>
                  <a:srgbClr val="009F8C">
                    <a:alpha val="55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54360" tIns="5436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1712" name="Google Shape;2271;p23"/>
                <p:cNvSpPr/>
                <p:nvPr/>
              </p:nvSpPr>
              <p:spPr>
                <a:xfrm>
                  <a:off x="8855280" y="1390680"/>
                  <a:ext cx="98640" cy="98640"/>
                </a:xfrm>
                <a:prstGeom prst="rect"/>
                <a:solidFill>
                  <a:srgbClr val="009F8C">
                    <a:alpha val="60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49320" tIns="4932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1713" name="Google Shape;2272;p23"/>
                <p:cNvSpPr/>
                <p:nvPr/>
              </p:nvSpPr>
              <p:spPr>
                <a:xfrm>
                  <a:off x="8859960" y="1184400"/>
                  <a:ext cx="88920" cy="88920"/>
                </a:xfrm>
                <a:prstGeom prst="rect"/>
                <a:solidFill>
                  <a:srgbClr val="009F8C">
                    <a:alpha val="65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44640" tIns="4464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1714" name="Google Shape;2273;p23"/>
                <p:cNvSpPr/>
                <p:nvPr/>
              </p:nvSpPr>
              <p:spPr>
                <a:xfrm>
                  <a:off x="8859960" y="978480"/>
                  <a:ext cx="88920" cy="88920"/>
                </a:xfrm>
                <a:prstGeom prst="rect"/>
                <a:solidFill>
                  <a:srgbClr val="009F8C">
                    <a:alpha val="70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44640" tIns="4464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1715" name="Google Shape;2274;p23"/>
                <p:cNvSpPr/>
                <p:nvPr/>
              </p:nvSpPr>
              <p:spPr>
                <a:xfrm>
                  <a:off x="8865000" y="761040"/>
                  <a:ext cx="79200" cy="79200"/>
                </a:xfrm>
                <a:prstGeom prst="rect"/>
                <a:solidFill>
                  <a:srgbClr val="009F8C">
                    <a:alpha val="80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39600" tIns="3960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</p:grpSp>
        </p:grpSp>
        <p:grpSp>
          <p:nvGrpSpPr>
            <p:cNvPr id="509" name="Google Shape;2275;p23"/>
            <p:cNvGrpSpPr/>
            <p:nvPr/>
          </p:nvGrpSpPr>
          <p:grpSpPr>
            <a:xfrm>
              <a:off x="8577720" y="3086280"/>
              <a:ext cx="142920" cy="2453760"/>
              <a:chOff x="8577720" y="3086280"/>
              <a:chExt cx="142920" cy="2453760"/>
            </a:xfrm>
          </p:grpSpPr>
          <p:grpSp>
            <p:nvGrpSpPr>
              <p:cNvPr id="510" name="Google Shape;2276;p23"/>
              <p:cNvGrpSpPr/>
              <p:nvPr/>
            </p:nvGrpSpPr>
            <p:grpSpPr>
              <a:xfrm>
                <a:off x="8577720" y="3086280"/>
                <a:ext cx="142920" cy="2453760"/>
                <a:chOff x="8577720" y="3086280"/>
                <a:chExt cx="142920" cy="2453760"/>
              </a:xfrm>
            </p:grpSpPr>
            <p:sp>
              <p:nvSpPr>
                <p:cNvPr id="1051716" name="Google Shape;2277;p23"/>
                <p:cNvSpPr/>
                <p:nvPr/>
              </p:nvSpPr>
              <p:spPr>
                <a:xfrm>
                  <a:off x="8577720" y="5397120"/>
                  <a:ext cx="142920" cy="142920"/>
                </a:xfrm>
                <a:prstGeom prst="rect"/>
                <a:gradFill rotWithShape="0">
                  <a:gsLst>
                    <a:gs pos="0">
                      <a:srgbClr val="B6F8F0"/>
                    </a:gs>
                    <a:gs pos="100000">
                      <a:srgbClr val="7DF3E5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71640" tIns="7164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1717" name="Google Shape;2278;p23"/>
                <p:cNvSpPr/>
                <p:nvPr/>
              </p:nvSpPr>
              <p:spPr>
                <a:xfrm>
                  <a:off x="8586360" y="5186520"/>
                  <a:ext cx="126000" cy="126360"/>
                </a:xfrm>
                <a:prstGeom prst="rect"/>
                <a:gradFill rotWithShape="0">
                  <a:gsLst>
                    <a:gs pos="0">
                      <a:srgbClr val="B6F8F0"/>
                    </a:gs>
                    <a:gs pos="100000">
                      <a:srgbClr val="7DF3E5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63360" tIns="6336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1718" name="Google Shape;2279;p23"/>
                <p:cNvSpPr/>
                <p:nvPr/>
              </p:nvSpPr>
              <p:spPr>
                <a:xfrm>
                  <a:off x="8586360" y="4975560"/>
                  <a:ext cx="126000" cy="126360"/>
                </a:xfrm>
                <a:prstGeom prst="rect"/>
                <a:gradFill rotWithShape="0">
                  <a:gsLst>
                    <a:gs pos="0">
                      <a:srgbClr val="B6F8F0"/>
                    </a:gs>
                    <a:gs pos="100000">
                      <a:srgbClr val="7DF3E5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63360" tIns="6336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1719" name="Google Shape;2280;p23"/>
                <p:cNvSpPr/>
                <p:nvPr/>
              </p:nvSpPr>
              <p:spPr>
                <a:xfrm>
                  <a:off x="8586360" y="4764960"/>
                  <a:ext cx="126000" cy="126360"/>
                </a:xfrm>
                <a:prstGeom prst="rect"/>
                <a:gradFill rotWithShape="0">
                  <a:gsLst>
                    <a:gs pos="0">
                      <a:srgbClr val="B6F8F0"/>
                    </a:gs>
                    <a:gs pos="100000">
                      <a:srgbClr val="7DF3E5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63360" tIns="6336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1720" name="Google Shape;2281;p23"/>
                <p:cNvSpPr/>
                <p:nvPr/>
              </p:nvSpPr>
              <p:spPr>
                <a:xfrm>
                  <a:off x="8590680" y="4554360"/>
                  <a:ext cx="117360" cy="117720"/>
                </a:xfrm>
                <a:prstGeom prst="rect"/>
                <a:gradFill rotWithShape="0">
                  <a:gsLst>
                    <a:gs pos="0">
                      <a:srgbClr val="B6F8F0"/>
                    </a:gs>
                    <a:gs pos="100000">
                      <a:srgbClr val="7DF3E5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59040" tIns="5904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1721" name="Google Shape;2282;p23"/>
                <p:cNvSpPr/>
                <p:nvPr/>
              </p:nvSpPr>
              <p:spPr>
                <a:xfrm>
                  <a:off x="8590680" y="4343400"/>
                  <a:ext cx="117360" cy="117720"/>
                </a:xfrm>
                <a:prstGeom prst="rect"/>
                <a:gradFill rotWithShape="0">
                  <a:gsLst>
                    <a:gs pos="0">
                      <a:srgbClr val="B6F8F0"/>
                    </a:gs>
                    <a:gs pos="100000">
                      <a:srgbClr val="7DF3E5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59040" tIns="5904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1722" name="Google Shape;2283;p23"/>
                <p:cNvSpPr/>
                <p:nvPr/>
              </p:nvSpPr>
              <p:spPr>
                <a:xfrm>
                  <a:off x="8592840" y="4132800"/>
                  <a:ext cx="113040" cy="113040"/>
                </a:xfrm>
                <a:prstGeom prst="rect"/>
                <a:gradFill rotWithShape="0">
                  <a:gsLst>
                    <a:gs pos="0">
                      <a:srgbClr val="B6F8F0"/>
                    </a:gs>
                    <a:gs pos="100000">
                      <a:srgbClr val="7DF3E5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56520" tIns="5652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1723" name="Google Shape;2284;p23"/>
                <p:cNvSpPr/>
                <p:nvPr/>
              </p:nvSpPr>
              <p:spPr>
                <a:xfrm>
                  <a:off x="8595000" y="3922200"/>
                  <a:ext cx="108720" cy="108720"/>
                </a:xfrm>
                <a:prstGeom prst="rect"/>
                <a:gradFill rotWithShape="0">
                  <a:gsLst>
                    <a:gs pos="0">
                      <a:srgbClr val="B6F8F0"/>
                    </a:gs>
                    <a:gs pos="100000">
                      <a:srgbClr val="7DF3E5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54360" tIns="5436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1724" name="Google Shape;2285;p23"/>
                <p:cNvSpPr/>
                <p:nvPr/>
              </p:nvSpPr>
              <p:spPr>
                <a:xfrm>
                  <a:off x="8600040" y="3715920"/>
                  <a:ext cx="98640" cy="98640"/>
                </a:xfrm>
                <a:prstGeom prst="rect"/>
                <a:gradFill rotWithShape="0">
                  <a:gsLst>
                    <a:gs pos="0">
                      <a:srgbClr val="B6F8F0"/>
                    </a:gs>
                    <a:gs pos="100000">
                      <a:srgbClr val="7DF3E5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49320" tIns="4932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1725" name="Google Shape;2286;p23"/>
                <p:cNvSpPr/>
                <p:nvPr/>
              </p:nvSpPr>
              <p:spPr>
                <a:xfrm>
                  <a:off x="8604720" y="3509640"/>
                  <a:ext cx="88920" cy="88920"/>
                </a:xfrm>
                <a:prstGeom prst="rect"/>
                <a:gradFill rotWithShape="0">
                  <a:gsLst>
                    <a:gs pos="0">
                      <a:srgbClr val="B6F8F0"/>
                    </a:gs>
                    <a:gs pos="100000">
                      <a:srgbClr val="7DF3E5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44640" tIns="4464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1726" name="Google Shape;2287;p23"/>
                <p:cNvSpPr/>
                <p:nvPr/>
              </p:nvSpPr>
              <p:spPr>
                <a:xfrm>
                  <a:off x="8604720" y="3303360"/>
                  <a:ext cx="88920" cy="88920"/>
                </a:xfrm>
                <a:prstGeom prst="rect"/>
                <a:gradFill rotWithShape="0">
                  <a:gsLst>
                    <a:gs pos="0">
                      <a:srgbClr val="B6F8F0"/>
                    </a:gs>
                    <a:gs pos="100000">
                      <a:srgbClr val="7DF3E5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44640" tIns="4464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1727" name="Google Shape;2288;p23"/>
                <p:cNvSpPr/>
                <p:nvPr/>
              </p:nvSpPr>
              <p:spPr>
                <a:xfrm>
                  <a:off x="8609760" y="3086280"/>
                  <a:ext cx="79200" cy="79200"/>
                </a:xfrm>
                <a:prstGeom prst="rect"/>
                <a:gradFill rotWithShape="0">
                  <a:gsLst>
                    <a:gs pos="0">
                      <a:srgbClr val="B6F8F0"/>
                    </a:gs>
                    <a:gs pos="100000">
                      <a:srgbClr val="7DF3E5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39600" tIns="3960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</p:grpSp>
          <p:grpSp>
            <p:nvGrpSpPr>
              <p:cNvPr id="511" name="Google Shape;2289;p23"/>
              <p:cNvGrpSpPr/>
              <p:nvPr/>
            </p:nvGrpSpPr>
            <p:grpSpPr>
              <a:xfrm>
                <a:off x="8577720" y="3086280"/>
                <a:ext cx="142920" cy="2453760"/>
                <a:chOff x="8577720" y="3086280"/>
                <a:chExt cx="142920" cy="2453760"/>
              </a:xfrm>
            </p:grpSpPr>
            <p:sp>
              <p:nvSpPr>
                <p:cNvPr id="1051728" name="Google Shape;2290;p23"/>
                <p:cNvSpPr/>
                <p:nvPr/>
              </p:nvSpPr>
              <p:spPr>
                <a:xfrm>
                  <a:off x="8577720" y="5397120"/>
                  <a:ext cx="142920" cy="142920"/>
                </a:xfrm>
                <a:prstGeom prst="rect"/>
                <a:noFill/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71640" tIns="7164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1729" name="Google Shape;2291;p23"/>
                <p:cNvSpPr/>
                <p:nvPr/>
              </p:nvSpPr>
              <p:spPr>
                <a:xfrm>
                  <a:off x="8586360" y="5186520"/>
                  <a:ext cx="126000" cy="126360"/>
                </a:xfrm>
                <a:prstGeom prst="rect"/>
                <a:solidFill>
                  <a:srgbClr val="009F8C">
                    <a:alpha val="5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63360" tIns="6336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1730" name="Google Shape;2292;p23"/>
                <p:cNvSpPr/>
                <p:nvPr/>
              </p:nvSpPr>
              <p:spPr>
                <a:xfrm>
                  <a:off x="8586360" y="4975560"/>
                  <a:ext cx="126000" cy="126360"/>
                </a:xfrm>
                <a:prstGeom prst="rect"/>
                <a:solidFill>
                  <a:srgbClr val="009F8C">
                    <a:alpha val="10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63360" tIns="6336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1731" name="Google Shape;2293;p23"/>
                <p:cNvSpPr/>
                <p:nvPr/>
              </p:nvSpPr>
              <p:spPr>
                <a:xfrm>
                  <a:off x="8586360" y="4764960"/>
                  <a:ext cx="126000" cy="126360"/>
                </a:xfrm>
                <a:prstGeom prst="rect"/>
                <a:solidFill>
                  <a:srgbClr val="009F8C">
                    <a:alpha val="20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63360" tIns="6336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1732" name="Google Shape;2294;p23"/>
                <p:cNvSpPr/>
                <p:nvPr/>
              </p:nvSpPr>
              <p:spPr>
                <a:xfrm>
                  <a:off x="8590680" y="4554360"/>
                  <a:ext cx="117360" cy="117720"/>
                </a:xfrm>
                <a:prstGeom prst="rect"/>
                <a:solidFill>
                  <a:srgbClr val="009F8C">
                    <a:alpha val="30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59040" tIns="5904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1733" name="Google Shape;2295;p23"/>
                <p:cNvSpPr/>
                <p:nvPr/>
              </p:nvSpPr>
              <p:spPr>
                <a:xfrm>
                  <a:off x="8590680" y="4343400"/>
                  <a:ext cx="117360" cy="117720"/>
                </a:xfrm>
                <a:prstGeom prst="rect"/>
                <a:solidFill>
                  <a:srgbClr val="009F8C">
                    <a:alpha val="40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59040" tIns="5904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1734" name="Google Shape;2296;p23"/>
                <p:cNvSpPr/>
                <p:nvPr/>
              </p:nvSpPr>
              <p:spPr>
                <a:xfrm>
                  <a:off x="8592840" y="4132800"/>
                  <a:ext cx="113040" cy="113040"/>
                </a:xfrm>
                <a:prstGeom prst="rect"/>
                <a:solidFill>
                  <a:srgbClr val="009F8C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56520" tIns="5652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1735" name="Google Shape;2297;p23"/>
                <p:cNvSpPr/>
                <p:nvPr/>
              </p:nvSpPr>
              <p:spPr>
                <a:xfrm>
                  <a:off x="8595000" y="3922200"/>
                  <a:ext cx="108720" cy="108720"/>
                </a:xfrm>
                <a:prstGeom prst="rect"/>
                <a:solidFill>
                  <a:srgbClr val="009F8C">
                    <a:alpha val="55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54360" tIns="5436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1736" name="Google Shape;2298;p23"/>
                <p:cNvSpPr/>
                <p:nvPr/>
              </p:nvSpPr>
              <p:spPr>
                <a:xfrm>
                  <a:off x="8600040" y="3715920"/>
                  <a:ext cx="98640" cy="98640"/>
                </a:xfrm>
                <a:prstGeom prst="rect"/>
                <a:solidFill>
                  <a:srgbClr val="009F8C">
                    <a:alpha val="60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49320" tIns="4932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1737" name="Google Shape;2299;p23"/>
                <p:cNvSpPr/>
                <p:nvPr/>
              </p:nvSpPr>
              <p:spPr>
                <a:xfrm>
                  <a:off x="8604720" y="3509640"/>
                  <a:ext cx="88920" cy="88920"/>
                </a:xfrm>
                <a:prstGeom prst="rect"/>
                <a:solidFill>
                  <a:srgbClr val="009F8C">
                    <a:alpha val="65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44640" tIns="4464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1738" name="Google Shape;2300;p23"/>
                <p:cNvSpPr/>
                <p:nvPr/>
              </p:nvSpPr>
              <p:spPr>
                <a:xfrm>
                  <a:off x="8604720" y="3303360"/>
                  <a:ext cx="88920" cy="88920"/>
                </a:xfrm>
                <a:prstGeom prst="rect"/>
                <a:solidFill>
                  <a:srgbClr val="009F8C">
                    <a:alpha val="70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44640" tIns="4464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1739" name="Google Shape;2301;p23"/>
                <p:cNvSpPr/>
                <p:nvPr/>
              </p:nvSpPr>
              <p:spPr>
                <a:xfrm>
                  <a:off x="8609760" y="3086280"/>
                  <a:ext cx="79200" cy="79200"/>
                </a:xfrm>
                <a:prstGeom prst="rect"/>
                <a:solidFill>
                  <a:srgbClr val="009F8C">
                    <a:alpha val="80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39600" tIns="3960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</p:grpSp>
        </p:grpSp>
      </p:grpSp>
      <p:sp>
        <p:nvSpPr>
          <p:cNvPr id="1051740" name="PlaceHolder 1"/>
          <p:cNvSpPr>
            <a:spLocks noGrp="1"/>
          </p:cNvSpPr>
          <p:nvPr>
            <p:ph type="title"/>
          </p:nvPr>
        </p:nvSpPr>
        <p:spPr>
          <a:xfrm>
            <a:off x="720000" y="444960"/>
            <a:ext cx="7703640" cy="572400"/>
          </a:xfrm>
          <a:prstGeom prst="rect"/>
          <a:noFill/>
          <a:ln w="0">
            <a:noFill/>
          </a:ln>
        </p:spPr>
        <p:txBody>
          <a:bodyPr anchor="t" bIns="91440" lIns="91440" rIns="91440" tIns="91440">
            <a:noAutofit/>
          </a:bodyPr>
          <a:p>
            <a:pPr indent="0">
              <a:buNone/>
            </a:pPr>
            <a:r>
              <a:rPr b="0" sz="3500" lang="fr-FR" strike="noStrike" u="none">
                <a:solidFill>
                  <a:schemeClr val="dk1"/>
                </a:solidFill>
                <a:effectLst/>
                <a:latin typeface="Arial"/>
              </a:rPr>
              <a:t>Click to edit the title text format</a:t>
            </a:r>
            <a:endParaRPr b="0" sz="3500" lang="fr-FR" strike="noStrike" u="none">
              <a:solidFill>
                <a:schemeClr val="dk1"/>
              </a:solidFill>
              <a:effectLst/>
              <a:latin typeface="Arial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blank">
  <p:cSld name="CUSTOM_5">
    <p:bg>
      <p:bgPr>
        <a:solidFill>
          <a:schemeClr val="lt1"/>
        </a:solidFill>
      </p:bgPr>
    </p:bg>
    <p:spTree>
      <p:nvGrpSpPr>
        <p:cNvPr id="21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9" name="Google Shape;2310;p24"/>
          <p:cNvGrpSpPr/>
          <p:nvPr/>
        </p:nvGrpSpPr>
        <p:grpSpPr>
          <a:xfrm>
            <a:off x="96840" y="-2068560"/>
            <a:ext cx="8885520" cy="6968520"/>
            <a:chOff x="96840" y="-2068560"/>
            <a:chExt cx="8885520" cy="6968520"/>
          </a:xfrm>
        </p:grpSpPr>
        <p:grpSp>
          <p:nvGrpSpPr>
            <p:cNvPr id="220" name="Google Shape;2311;p24"/>
            <p:cNvGrpSpPr/>
            <p:nvPr/>
          </p:nvGrpSpPr>
          <p:grpSpPr>
            <a:xfrm>
              <a:off x="96840" y="969480"/>
              <a:ext cx="142920" cy="2454120"/>
              <a:chOff x="96840" y="969480"/>
              <a:chExt cx="142920" cy="2454120"/>
            </a:xfrm>
          </p:grpSpPr>
          <p:grpSp>
            <p:nvGrpSpPr>
              <p:cNvPr id="221" name="Google Shape;2312;p24"/>
              <p:cNvGrpSpPr/>
              <p:nvPr/>
            </p:nvGrpSpPr>
            <p:grpSpPr>
              <a:xfrm>
                <a:off x="96840" y="969480"/>
                <a:ext cx="142920" cy="2454120"/>
                <a:chOff x="96840" y="969480"/>
                <a:chExt cx="142920" cy="2454120"/>
              </a:xfrm>
            </p:grpSpPr>
            <p:sp>
              <p:nvSpPr>
                <p:cNvPr id="1049697" name="Google Shape;2313;p24"/>
                <p:cNvSpPr/>
                <p:nvPr/>
              </p:nvSpPr>
              <p:spPr>
                <a:xfrm>
                  <a:off x="96840" y="3280680"/>
                  <a:ext cx="142920" cy="142920"/>
                </a:xfrm>
                <a:prstGeom prst="rect"/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71640" tIns="7164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49698" name="Google Shape;2314;p24"/>
                <p:cNvSpPr/>
                <p:nvPr/>
              </p:nvSpPr>
              <p:spPr>
                <a:xfrm>
                  <a:off x="105120" y="3069720"/>
                  <a:ext cx="126000" cy="126360"/>
                </a:xfrm>
                <a:prstGeom prst="rect"/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63360" tIns="6336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49699" name="Google Shape;2315;p24"/>
                <p:cNvSpPr/>
                <p:nvPr/>
              </p:nvSpPr>
              <p:spPr>
                <a:xfrm>
                  <a:off x="105120" y="2859120"/>
                  <a:ext cx="126000" cy="126360"/>
                </a:xfrm>
                <a:prstGeom prst="rect"/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63360" tIns="6336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49700" name="Google Shape;2316;p24"/>
                <p:cNvSpPr/>
                <p:nvPr/>
              </p:nvSpPr>
              <p:spPr>
                <a:xfrm>
                  <a:off x="105120" y="2648520"/>
                  <a:ext cx="126000" cy="126360"/>
                </a:xfrm>
                <a:prstGeom prst="rect"/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63360" tIns="6336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49701" name="Google Shape;2317;p24"/>
                <p:cNvSpPr/>
                <p:nvPr/>
              </p:nvSpPr>
              <p:spPr>
                <a:xfrm>
                  <a:off x="109440" y="2437560"/>
                  <a:ext cx="117360" cy="117720"/>
                </a:xfrm>
                <a:prstGeom prst="rect"/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59040" tIns="5904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49702" name="Google Shape;2318;p24"/>
                <p:cNvSpPr/>
                <p:nvPr/>
              </p:nvSpPr>
              <p:spPr>
                <a:xfrm>
                  <a:off x="109440" y="2226960"/>
                  <a:ext cx="117360" cy="117720"/>
                </a:xfrm>
                <a:prstGeom prst="rect"/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59040" tIns="5904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49703" name="Google Shape;2319;p24"/>
                <p:cNvSpPr/>
                <p:nvPr/>
              </p:nvSpPr>
              <p:spPr>
                <a:xfrm>
                  <a:off x="111600" y="2016360"/>
                  <a:ext cx="113040" cy="113040"/>
                </a:xfrm>
                <a:prstGeom prst="rect"/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56520" tIns="5652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49704" name="Google Shape;2320;p24"/>
                <p:cNvSpPr/>
                <p:nvPr/>
              </p:nvSpPr>
              <p:spPr>
                <a:xfrm>
                  <a:off x="114120" y="1805400"/>
                  <a:ext cx="108720" cy="108720"/>
                </a:xfrm>
                <a:prstGeom prst="rect"/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54360" tIns="5436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49705" name="Google Shape;2321;p24"/>
                <p:cNvSpPr/>
                <p:nvPr/>
              </p:nvSpPr>
              <p:spPr>
                <a:xfrm>
                  <a:off x="118800" y="1599120"/>
                  <a:ext cx="98640" cy="98640"/>
                </a:xfrm>
                <a:prstGeom prst="rect"/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49320" tIns="4932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49706" name="Google Shape;2322;p24"/>
                <p:cNvSpPr/>
                <p:nvPr/>
              </p:nvSpPr>
              <p:spPr>
                <a:xfrm>
                  <a:off x="123840" y="1393200"/>
                  <a:ext cx="88920" cy="88920"/>
                </a:xfrm>
                <a:prstGeom prst="rect"/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44640" tIns="4464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49707" name="Google Shape;2323;p24"/>
                <p:cNvSpPr/>
                <p:nvPr/>
              </p:nvSpPr>
              <p:spPr>
                <a:xfrm>
                  <a:off x="123840" y="1186920"/>
                  <a:ext cx="88920" cy="88920"/>
                </a:xfrm>
                <a:prstGeom prst="rect"/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44640" tIns="4464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49708" name="Google Shape;2324;p24"/>
                <p:cNvSpPr/>
                <p:nvPr/>
              </p:nvSpPr>
              <p:spPr>
                <a:xfrm>
                  <a:off x="128520" y="969480"/>
                  <a:ext cx="79200" cy="79200"/>
                </a:xfrm>
                <a:prstGeom prst="rect"/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39600" tIns="3960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</p:grpSp>
          <p:grpSp>
            <p:nvGrpSpPr>
              <p:cNvPr id="222" name="Google Shape;2325;p24"/>
              <p:cNvGrpSpPr/>
              <p:nvPr/>
            </p:nvGrpSpPr>
            <p:grpSpPr>
              <a:xfrm>
                <a:off x="96840" y="969480"/>
                <a:ext cx="142920" cy="2454120"/>
                <a:chOff x="96840" y="969480"/>
                <a:chExt cx="142920" cy="2454120"/>
              </a:xfrm>
            </p:grpSpPr>
            <p:sp>
              <p:nvSpPr>
                <p:cNvPr id="1049709" name="Google Shape;2326;p24"/>
                <p:cNvSpPr/>
                <p:nvPr/>
              </p:nvSpPr>
              <p:spPr>
                <a:xfrm>
                  <a:off x="96840" y="3280680"/>
                  <a:ext cx="142920" cy="142920"/>
                </a:xfrm>
                <a:prstGeom prst="rect"/>
                <a:noFill/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71640" tIns="7164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49710" name="Google Shape;2327;p24"/>
                <p:cNvSpPr/>
                <p:nvPr/>
              </p:nvSpPr>
              <p:spPr>
                <a:xfrm>
                  <a:off x="105120" y="3069720"/>
                  <a:ext cx="126000" cy="126360"/>
                </a:xfrm>
                <a:prstGeom prst="rect"/>
                <a:solidFill>
                  <a:srgbClr val="009F8C">
                    <a:alpha val="5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63360" tIns="6336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49711" name="Google Shape;2328;p24"/>
                <p:cNvSpPr/>
                <p:nvPr/>
              </p:nvSpPr>
              <p:spPr>
                <a:xfrm>
                  <a:off x="105120" y="2859120"/>
                  <a:ext cx="126000" cy="126360"/>
                </a:xfrm>
                <a:prstGeom prst="rect"/>
                <a:solidFill>
                  <a:srgbClr val="009F8C">
                    <a:alpha val="10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63360" tIns="6336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49712" name="Google Shape;2329;p24"/>
                <p:cNvSpPr/>
                <p:nvPr/>
              </p:nvSpPr>
              <p:spPr>
                <a:xfrm>
                  <a:off x="105120" y="2648520"/>
                  <a:ext cx="126000" cy="126360"/>
                </a:xfrm>
                <a:prstGeom prst="rect"/>
                <a:solidFill>
                  <a:srgbClr val="009F8C">
                    <a:alpha val="20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63360" tIns="6336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49713" name="Google Shape;2330;p24"/>
                <p:cNvSpPr/>
                <p:nvPr/>
              </p:nvSpPr>
              <p:spPr>
                <a:xfrm>
                  <a:off x="109440" y="2437560"/>
                  <a:ext cx="117360" cy="117720"/>
                </a:xfrm>
                <a:prstGeom prst="rect"/>
                <a:solidFill>
                  <a:srgbClr val="009F8C">
                    <a:alpha val="30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59040" tIns="5904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49714" name="Google Shape;2331;p24"/>
                <p:cNvSpPr/>
                <p:nvPr/>
              </p:nvSpPr>
              <p:spPr>
                <a:xfrm>
                  <a:off x="109440" y="2226960"/>
                  <a:ext cx="117360" cy="117720"/>
                </a:xfrm>
                <a:prstGeom prst="rect"/>
                <a:solidFill>
                  <a:srgbClr val="009F8C">
                    <a:alpha val="40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59040" tIns="5904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49715" name="Google Shape;2332;p24"/>
                <p:cNvSpPr/>
                <p:nvPr/>
              </p:nvSpPr>
              <p:spPr>
                <a:xfrm>
                  <a:off x="111600" y="2016360"/>
                  <a:ext cx="113040" cy="113040"/>
                </a:xfrm>
                <a:prstGeom prst="rect"/>
                <a:solidFill>
                  <a:srgbClr val="009F8C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56520" tIns="5652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49716" name="Google Shape;2333;p24"/>
                <p:cNvSpPr/>
                <p:nvPr/>
              </p:nvSpPr>
              <p:spPr>
                <a:xfrm>
                  <a:off x="114120" y="1805400"/>
                  <a:ext cx="108720" cy="108720"/>
                </a:xfrm>
                <a:prstGeom prst="rect"/>
                <a:solidFill>
                  <a:srgbClr val="009F8C">
                    <a:alpha val="55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54360" tIns="5436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49717" name="Google Shape;2334;p24"/>
                <p:cNvSpPr/>
                <p:nvPr/>
              </p:nvSpPr>
              <p:spPr>
                <a:xfrm>
                  <a:off x="118800" y="1599120"/>
                  <a:ext cx="98640" cy="98640"/>
                </a:xfrm>
                <a:prstGeom prst="rect"/>
                <a:solidFill>
                  <a:srgbClr val="009F8C">
                    <a:alpha val="60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49320" tIns="4932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49718" name="Google Shape;2335;p24"/>
                <p:cNvSpPr/>
                <p:nvPr/>
              </p:nvSpPr>
              <p:spPr>
                <a:xfrm>
                  <a:off x="123840" y="1393200"/>
                  <a:ext cx="88920" cy="88920"/>
                </a:xfrm>
                <a:prstGeom prst="rect"/>
                <a:solidFill>
                  <a:srgbClr val="009F8C">
                    <a:alpha val="65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44640" tIns="4464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49719" name="Google Shape;2336;p24"/>
                <p:cNvSpPr/>
                <p:nvPr/>
              </p:nvSpPr>
              <p:spPr>
                <a:xfrm>
                  <a:off x="123840" y="1186920"/>
                  <a:ext cx="88920" cy="88920"/>
                </a:xfrm>
                <a:prstGeom prst="rect"/>
                <a:solidFill>
                  <a:srgbClr val="009F8C">
                    <a:alpha val="70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44640" tIns="4464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49720" name="Google Shape;2337;p24"/>
                <p:cNvSpPr/>
                <p:nvPr/>
              </p:nvSpPr>
              <p:spPr>
                <a:xfrm>
                  <a:off x="128520" y="969480"/>
                  <a:ext cx="79200" cy="79200"/>
                </a:xfrm>
                <a:prstGeom prst="rect"/>
                <a:solidFill>
                  <a:srgbClr val="009F8C">
                    <a:alpha val="80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39600" tIns="3960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</p:grpSp>
        </p:grpSp>
        <p:grpSp>
          <p:nvGrpSpPr>
            <p:cNvPr id="223" name="Google Shape;2338;p24"/>
            <p:cNvGrpSpPr/>
            <p:nvPr/>
          </p:nvGrpSpPr>
          <p:grpSpPr>
            <a:xfrm>
              <a:off x="408240" y="-1008720"/>
              <a:ext cx="142920" cy="2453760"/>
              <a:chOff x="408240" y="-1008720"/>
              <a:chExt cx="142920" cy="2453760"/>
            </a:xfrm>
          </p:grpSpPr>
          <p:grpSp>
            <p:nvGrpSpPr>
              <p:cNvPr id="224" name="Google Shape;2339;p24"/>
              <p:cNvGrpSpPr/>
              <p:nvPr/>
            </p:nvGrpSpPr>
            <p:grpSpPr>
              <a:xfrm>
                <a:off x="408240" y="-1008720"/>
                <a:ext cx="142920" cy="2453760"/>
                <a:chOff x="408240" y="-1008720"/>
                <a:chExt cx="142920" cy="2453760"/>
              </a:xfrm>
            </p:grpSpPr>
            <p:sp>
              <p:nvSpPr>
                <p:cNvPr id="1049721" name="Google Shape;2340;p24"/>
                <p:cNvSpPr/>
                <p:nvPr/>
              </p:nvSpPr>
              <p:spPr>
                <a:xfrm>
                  <a:off x="408240" y="1302120"/>
                  <a:ext cx="142920" cy="142920"/>
                </a:xfrm>
                <a:prstGeom prst="rect"/>
                <a:gradFill rotWithShape="0">
                  <a:gsLst>
                    <a:gs pos="0">
                      <a:srgbClr val="B6F8F0"/>
                    </a:gs>
                    <a:gs pos="100000">
                      <a:srgbClr val="7DF3E5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71640" tIns="7164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49722" name="Google Shape;2341;p24"/>
                <p:cNvSpPr/>
                <p:nvPr/>
              </p:nvSpPr>
              <p:spPr>
                <a:xfrm>
                  <a:off x="416880" y="1091520"/>
                  <a:ext cx="126000" cy="126360"/>
                </a:xfrm>
                <a:prstGeom prst="rect"/>
                <a:gradFill rotWithShape="0">
                  <a:gsLst>
                    <a:gs pos="0">
                      <a:srgbClr val="B6F8F0"/>
                    </a:gs>
                    <a:gs pos="100000">
                      <a:srgbClr val="7DF3E5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63360" tIns="6336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49723" name="Google Shape;2342;p24"/>
                <p:cNvSpPr/>
                <p:nvPr/>
              </p:nvSpPr>
              <p:spPr>
                <a:xfrm>
                  <a:off x="416880" y="880560"/>
                  <a:ext cx="126000" cy="126360"/>
                </a:xfrm>
                <a:prstGeom prst="rect"/>
                <a:gradFill rotWithShape="0">
                  <a:gsLst>
                    <a:gs pos="0">
                      <a:srgbClr val="B6F8F0"/>
                    </a:gs>
                    <a:gs pos="100000">
                      <a:srgbClr val="7DF3E5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63360" tIns="6336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49724" name="Google Shape;2343;p24"/>
                <p:cNvSpPr/>
                <p:nvPr/>
              </p:nvSpPr>
              <p:spPr>
                <a:xfrm>
                  <a:off x="416880" y="669960"/>
                  <a:ext cx="126000" cy="126360"/>
                </a:xfrm>
                <a:prstGeom prst="rect"/>
                <a:gradFill rotWithShape="0">
                  <a:gsLst>
                    <a:gs pos="0">
                      <a:srgbClr val="B6F8F0"/>
                    </a:gs>
                    <a:gs pos="100000">
                      <a:srgbClr val="7DF3E5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63360" tIns="6336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49725" name="Google Shape;2344;p24"/>
                <p:cNvSpPr/>
                <p:nvPr/>
              </p:nvSpPr>
              <p:spPr>
                <a:xfrm>
                  <a:off x="421200" y="459360"/>
                  <a:ext cx="117360" cy="117720"/>
                </a:xfrm>
                <a:prstGeom prst="rect"/>
                <a:gradFill rotWithShape="0">
                  <a:gsLst>
                    <a:gs pos="0">
                      <a:srgbClr val="B6F8F0"/>
                    </a:gs>
                    <a:gs pos="100000">
                      <a:srgbClr val="7DF3E5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59040" tIns="5904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49726" name="Google Shape;2345;p24"/>
                <p:cNvSpPr/>
                <p:nvPr/>
              </p:nvSpPr>
              <p:spPr>
                <a:xfrm>
                  <a:off x="421200" y="248400"/>
                  <a:ext cx="117360" cy="117720"/>
                </a:xfrm>
                <a:prstGeom prst="rect"/>
                <a:gradFill rotWithShape="0">
                  <a:gsLst>
                    <a:gs pos="0">
                      <a:srgbClr val="B6F8F0"/>
                    </a:gs>
                    <a:gs pos="100000">
                      <a:srgbClr val="7DF3E5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59040" tIns="5904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49727" name="Google Shape;2346;p24"/>
                <p:cNvSpPr/>
                <p:nvPr/>
              </p:nvSpPr>
              <p:spPr>
                <a:xfrm>
                  <a:off x="423360" y="37800"/>
                  <a:ext cx="113040" cy="113040"/>
                </a:xfrm>
                <a:prstGeom prst="rect"/>
                <a:gradFill rotWithShape="0">
                  <a:gsLst>
                    <a:gs pos="0">
                      <a:srgbClr val="B6F8F0"/>
                    </a:gs>
                    <a:gs pos="100000">
                      <a:srgbClr val="7DF3E5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56520" tIns="5652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49728" name="Google Shape;2347;p24"/>
                <p:cNvSpPr/>
                <p:nvPr/>
              </p:nvSpPr>
              <p:spPr>
                <a:xfrm>
                  <a:off x="425520" y="-172800"/>
                  <a:ext cx="108720" cy="108720"/>
                </a:xfrm>
                <a:prstGeom prst="rect"/>
                <a:gradFill rotWithShape="0">
                  <a:gsLst>
                    <a:gs pos="0">
                      <a:srgbClr val="B6F8F0"/>
                    </a:gs>
                    <a:gs pos="100000">
                      <a:srgbClr val="7DF3E5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54360" tIns="5436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49729" name="Google Shape;2348;p24"/>
                <p:cNvSpPr/>
                <p:nvPr/>
              </p:nvSpPr>
              <p:spPr>
                <a:xfrm>
                  <a:off x="430560" y="-379080"/>
                  <a:ext cx="98640" cy="98640"/>
                </a:xfrm>
                <a:prstGeom prst="rect"/>
                <a:gradFill rotWithShape="0">
                  <a:gsLst>
                    <a:gs pos="0">
                      <a:srgbClr val="B6F8F0"/>
                    </a:gs>
                    <a:gs pos="100000">
                      <a:srgbClr val="7DF3E5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49320" tIns="4932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49730" name="Google Shape;2349;p24"/>
                <p:cNvSpPr/>
                <p:nvPr/>
              </p:nvSpPr>
              <p:spPr>
                <a:xfrm>
                  <a:off x="435240" y="-585360"/>
                  <a:ext cx="88920" cy="88920"/>
                </a:xfrm>
                <a:prstGeom prst="rect"/>
                <a:gradFill rotWithShape="0">
                  <a:gsLst>
                    <a:gs pos="0">
                      <a:srgbClr val="B6F8F0"/>
                    </a:gs>
                    <a:gs pos="100000">
                      <a:srgbClr val="7DF3E5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44640" tIns="4464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49731" name="Google Shape;2350;p24"/>
                <p:cNvSpPr/>
                <p:nvPr/>
              </p:nvSpPr>
              <p:spPr>
                <a:xfrm>
                  <a:off x="435240" y="-791640"/>
                  <a:ext cx="88920" cy="88920"/>
                </a:xfrm>
                <a:prstGeom prst="rect"/>
                <a:gradFill rotWithShape="0">
                  <a:gsLst>
                    <a:gs pos="0">
                      <a:srgbClr val="B6F8F0"/>
                    </a:gs>
                    <a:gs pos="100000">
                      <a:srgbClr val="7DF3E5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44640" tIns="4464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49732" name="Google Shape;2351;p24"/>
                <p:cNvSpPr/>
                <p:nvPr/>
              </p:nvSpPr>
              <p:spPr>
                <a:xfrm>
                  <a:off x="440280" y="-1008720"/>
                  <a:ext cx="79200" cy="79200"/>
                </a:xfrm>
                <a:prstGeom prst="rect"/>
                <a:gradFill rotWithShape="0">
                  <a:gsLst>
                    <a:gs pos="0">
                      <a:srgbClr val="B6F8F0"/>
                    </a:gs>
                    <a:gs pos="100000">
                      <a:srgbClr val="7DF3E5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39600" tIns="3960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</p:grpSp>
          <p:grpSp>
            <p:nvGrpSpPr>
              <p:cNvPr id="225" name="Google Shape;2352;p24"/>
              <p:cNvGrpSpPr/>
              <p:nvPr/>
            </p:nvGrpSpPr>
            <p:grpSpPr>
              <a:xfrm>
                <a:off x="408240" y="-1008720"/>
                <a:ext cx="142920" cy="2453760"/>
                <a:chOff x="408240" y="-1008720"/>
                <a:chExt cx="142920" cy="2453760"/>
              </a:xfrm>
            </p:grpSpPr>
            <p:sp>
              <p:nvSpPr>
                <p:cNvPr id="1049733" name="Google Shape;2353;p24"/>
                <p:cNvSpPr/>
                <p:nvPr/>
              </p:nvSpPr>
              <p:spPr>
                <a:xfrm>
                  <a:off x="408240" y="1302120"/>
                  <a:ext cx="142920" cy="142920"/>
                </a:xfrm>
                <a:prstGeom prst="rect"/>
                <a:noFill/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71640" tIns="7164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49734" name="Google Shape;2354;p24"/>
                <p:cNvSpPr/>
                <p:nvPr/>
              </p:nvSpPr>
              <p:spPr>
                <a:xfrm>
                  <a:off x="416880" y="1091520"/>
                  <a:ext cx="126000" cy="126360"/>
                </a:xfrm>
                <a:prstGeom prst="rect"/>
                <a:solidFill>
                  <a:srgbClr val="009F8C">
                    <a:alpha val="5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63360" tIns="6336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49735" name="Google Shape;2355;p24"/>
                <p:cNvSpPr/>
                <p:nvPr/>
              </p:nvSpPr>
              <p:spPr>
                <a:xfrm>
                  <a:off x="416880" y="880560"/>
                  <a:ext cx="126000" cy="126360"/>
                </a:xfrm>
                <a:prstGeom prst="rect"/>
                <a:solidFill>
                  <a:srgbClr val="009F8C">
                    <a:alpha val="10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63360" tIns="6336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49736" name="Google Shape;2356;p24"/>
                <p:cNvSpPr/>
                <p:nvPr/>
              </p:nvSpPr>
              <p:spPr>
                <a:xfrm>
                  <a:off x="416880" y="669960"/>
                  <a:ext cx="126000" cy="126360"/>
                </a:xfrm>
                <a:prstGeom prst="rect"/>
                <a:solidFill>
                  <a:srgbClr val="009F8C">
                    <a:alpha val="20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63360" tIns="6336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49737" name="Google Shape;2357;p24"/>
                <p:cNvSpPr/>
                <p:nvPr/>
              </p:nvSpPr>
              <p:spPr>
                <a:xfrm>
                  <a:off x="421200" y="459360"/>
                  <a:ext cx="117360" cy="117720"/>
                </a:xfrm>
                <a:prstGeom prst="rect"/>
                <a:solidFill>
                  <a:srgbClr val="009F8C">
                    <a:alpha val="30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59040" tIns="5904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49738" name="Google Shape;2358;p24"/>
                <p:cNvSpPr/>
                <p:nvPr/>
              </p:nvSpPr>
              <p:spPr>
                <a:xfrm>
                  <a:off x="421200" y="248400"/>
                  <a:ext cx="117360" cy="117720"/>
                </a:xfrm>
                <a:prstGeom prst="rect"/>
                <a:solidFill>
                  <a:srgbClr val="009F8C">
                    <a:alpha val="40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59040" tIns="5904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49739" name="Google Shape;2359;p24"/>
                <p:cNvSpPr/>
                <p:nvPr/>
              </p:nvSpPr>
              <p:spPr>
                <a:xfrm>
                  <a:off x="423360" y="37800"/>
                  <a:ext cx="113040" cy="113040"/>
                </a:xfrm>
                <a:prstGeom prst="rect"/>
                <a:solidFill>
                  <a:srgbClr val="009F8C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56520" tIns="5652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49740" name="Google Shape;2360;p24"/>
                <p:cNvSpPr/>
                <p:nvPr/>
              </p:nvSpPr>
              <p:spPr>
                <a:xfrm>
                  <a:off x="425520" y="-172800"/>
                  <a:ext cx="108720" cy="108720"/>
                </a:xfrm>
                <a:prstGeom prst="rect"/>
                <a:solidFill>
                  <a:srgbClr val="009F8C">
                    <a:alpha val="55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54360" tIns="5436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49741" name="Google Shape;2361;p24"/>
                <p:cNvSpPr/>
                <p:nvPr/>
              </p:nvSpPr>
              <p:spPr>
                <a:xfrm>
                  <a:off x="430560" y="-379080"/>
                  <a:ext cx="98640" cy="98640"/>
                </a:xfrm>
                <a:prstGeom prst="rect"/>
                <a:solidFill>
                  <a:srgbClr val="009F8C">
                    <a:alpha val="60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49320" tIns="4932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49742" name="Google Shape;2362;p24"/>
                <p:cNvSpPr/>
                <p:nvPr/>
              </p:nvSpPr>
              <p:spPr>
                <a:xfrm>
                  <a:off x="435240" y="-585360"/>
                  <a:ext cx="88920" cy="88920"/>
                </a:xfrm>
                <a:prstGeom prst="rect"/>
                <a:solidFill>
                  <a:srgbClr val="009F8C">
                    <a:alpha val="65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44640" tIns="4464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49743" name="Google Shape;2363;p24"/>
                <p:cNvSpPr/>
                <p:nvPr/>
              </p:nvSpPr>
              <p:spPr>
                <a:xfrm>
                  <a:off x="435240" y="-791640"/>
                  <a:ext cx="88920" cy="88920"/>
                </a:xfrm>
                <a:prstGeom prst="rect"/>
                <a:solidFill>
                  <a:srgbClr val="009F8C">
                    <a:alpha val="70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44640" tIns="4464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49744" name="Google Shape;2364;p24"/>
                <p:cNvSpPr/>
                <p:nvPr/>
              </p:nvSpPr>
              <p:spPr>
                <a:xfrm>
                  <a:off x="440280" y="-1008720"/>
                  <a:ext cx="79200" cy="79200"/>
                </a:xfrm>
                <a:prstGeom prst="rect"/>
                <a:solidFill>
                  <a:srgbClr val="009F8C">
                    <a:alpha val="80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39600" tIns="3960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</p:grpSp>
        </p:grpSp>
        <p:grpSp>
          <p:nvGrpSpPr>
            <p:cNvPr id="226" name="Google Shape;2365;p24"/>
            <p:cNvGrpSpPr/>
            <p:nvPr/>
          </p:nvGrpSpPr>
          <p:grpSpPr>
            <a:xfrm>
              <a:off x="468720" y="2446200"/>
              <a:ext cx="142920" cy="2453760"/>
              <a:chOff x="468720" y="2446200"/>
              <a:chExt cx="142920" cy="2453760"/>
            </a:xfrm>
          </p:grpSpPr>
          <p:grpSp>
            <p:nvGrpSpPr>
              <p:cNvPr id="227" name="Google Shape;2366;p24"/>
              <p:cNvGrpSpPr/>
              <p:nvPr/>
            </p:nvGrpSpPr>
            <p:grpSpPr>
              <a:xfrm>
                <a:off x="468720" y="2446200"/>
                <a:ext cx="142920" cy="2453760"/>
                <a:chOff x="468720" y="2446200"/>
                <a:chExt cx="142920" cy="2453760"/>
              </a:xfrm>
            </p:grpSpPr>
            <p:sp>
              <p:nvSpPr>
                <p:cNvPr id="1049745" name="Google Shape;2367;p24"/>
                <p:cNvSpPr/>
                <p:nvPr/>
              </p:nvSpPr>
              <p:spPr>
                <a:xfrm>
                  <a:off x="468720" y="4757040"/>
                  <a:ext cx="142920" cy="142920"/>
                </a:xfrm>
                <a:prstGeom prst="rect"/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71640" tIns="7164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49746" name="Google Shape;2368;p24"/>
                <p:cNvSpPr/>
                <p:nvPr/>
              </p:nvSpPr>
              <p:spPr>
                <a:xfrm>
                  <a:off x="477360" y="4546440"/>
                  <a:ext cx="126000" cy="126360"/>
                </a:xfrm>
                <a:prstGeom prst="rect"/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63360" tIns="6336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49747" name="Google Shape;2369;p24"/>
                <p:cNvSpPr/>
                <p:nvPr/>
              </p:nvSpPr>
              <p:spPr>
                <a:xfrm>
                  <a:off x="477360" y="4335840"/>
                  <a:ext cx="126000" cy="126360"/>
                </a:xfrm>
                <a:prstGeom prst="rect"/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63360" tIns="6336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49748" name="Google Shape;2370;p24"/>
                <p:cNvSpPr/>
                <p:nvPr/>
              </p:nvSpPr>
              <p:spPr>
                <a:xfrm>
                  <a:off x="477360" y="4124880"/>
                  <a:ext cx="126000" cy="126360"/>
                </a:xfrm>
                <a:prstGeom prst="rect"/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63360" tIns="6336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49749" name="Google Shape;2371;p24"/>
                <p:cNvSpPr/>
                <p:nvPr/>
              </p:nvSpPr>
              <p:spPr>
                <a:xfrm>
                  <a:off x="481680" y="3914280"/>
                  <a:ext cx="117360" cy="117720"/>
                </a:xfrm>
                <a:prstGeom prst="rect"/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59040" tIns="5904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49750" name="Google Shape;2372;p24"/>
                <p:cNvSpPr/>
                <p:nvPr/>
              </p:nvSpPr>
              <p:spPr>
                <a:xfrm>
                  <a:off x="481680" y="3703680"/>
                  <a:ext cx="117360" cy="117720"/>
                </a:xfrm>
                <a:prstGeom prst="rect"/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59040" tIns="5904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49751" name="Google Shape;2373;p24"/>
                <p:cNvSpPr/>
                <p:nvPr/>
              </p:nvSpPr>
              <p:spPr>
                <a:xfrm>
                  <a:off x="483840" y="3492720"/>
                  <a:ext cx="113040" cy="113040"/>
                </a:xfrm>
                <a:prstGeom prst="rect"/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56520" tIns="5652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49752" name="Google Shape;2374;p24"/>
                <p:cNvSpPr/>
                <p:nvPr/>
              </p:nvSpPr>
              <p:spPr>
                <a:xfrm>
                  <a:off x="486000" y="3282120"/>
                  <a:ext cx="108720" cy="108720"/>
                </a:xfrm>
                <a:prstGeom prst="rect"/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54360" tIns="5436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49753" name="Google Shape;2375;p24"/>
                <p:cNvSpPr/>
                <p:nvPr/>
              </p:nvSpPr>
              <p:spPr>
                <a:xfrm>
                  <a:off x="491040" y="3075840"/>
                  <a:ext cx="98640" cy="98640"/>
                </a:xfrm>
                <a:prstGeom prst="rect"/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49320" tIns="4932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49754" name="Google Shape;2376;p24"/>
                <p:cNvSpPr/>
                <p:nvPr/>
              </p:nvSpPr>
              <p:spPr>
                <a:xfrm>
                  <a:off x="495720" y="2869560"/>
                  <a:ext cx="88920" cy="88920"/>
                </a:xfrm>
                <a:prstGeom prst="rect"/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44640" tIns="4464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49755" name="Google Shape;2377;p24"/>
                <p:cNvSpPr/>
                <p:nvPr/>
              </p:nvSpPr>
              <p:spPr>
                <a:xfrm>
                  <a:off x="495720" y="2663280"/>
                  <a:ext cx="88920" cy="88920"/>
                </a:xfrm>
                <a:prstGeom prst="rect"/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44640" tIns="4464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49756" name="Google Shape;2378;p24"/>
                <p:cNvSpPr/>
                <p:nvPr/>
              </p:nvSpPr>
              <p:spPr>
                <a:xfrm>
                  <a:off x="500760" y="2446200"/>
                  <a:ext cx="79200" cy="79200"/>
                </a:xfrm>
                <a:prstGeom prst="rect"/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39600" tIns="3960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</p:grpSp>
          <p:grpSp>
            <p:nvGrpSpPr>
              <p:cNvPr id="228" name="Google Shape;2379;p24"/>
              <p:cNvGrpSpPr/>
              <p:nvPr/>
            </p:nvGrpSpPr>
            <p:grpSpPr>
              <a:xfrm>
                <a:off x="468720" y="2446200"/>
                <a:ext cx="142920" cy="2453760"/>
                <a:chOff x="468720" y="2446200"/>
                <a:chExt cx="142920" cy="2453760"/>
              </a:xfrm>
            </p:grpSpPr>
            <p:sp>
              <p:nvSpPr>
                <p:cNvPr id="1049757" name="Google Shape;2380;p24"/>
                <p:cNvSpPr/>
                <p:nvPr/>
              </p:nvSpPr>
              <p:spPr>
                <a:xfrm>
                  <a:off x="468720" y="4757040"/>
                  <a:ext cx="142920" cy="142920"/>
                </a:xfrm>
                <a:prstGeom prst="rect"/>
                <a:noFill/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71640" tIns="7164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49758" name="Google Shape;2381;p24"/>
                <p:cNvSpPr/>
                <p:nvPr/>
              </p:nvSpPr>
              <p:spPr>
                <a:xfrm>
                  <a:off x="477360" y="4546440"/>
                  <a:ext cx="126000" cy="126360"/>
                </a:xfrm>
                <a:prstGeom prst="rect"/>
                <a:solidFill>
                  <a:srgbClr val="009F8C">
                    <a:alpha val="5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63360" tIns="6336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49759" name="Google Shape;2382;p24"/>
                <p:cNvSpPr/>
                <p:nvPr/>
              </p:nvSpPr>
              <p:spPr>
                <a:xfrm>
                  <a:off x="477360" y="4335840"/>
                  <a:ext cx="126000" cy="126360"/>
                </a:xfrm>
                <a:prstGeom prst="rect"/>
                <a:solidFill>
                  <a:srgbClr val="009F8C">
                    <a:alpha val="10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63360" tIns="6336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49760" name="Google Shape;2383;p24"/>
                <p:cNvSpPr/>
                <p:nvPr/>
              </p:nvSpPr>
              <p:spPr>
                <a:xfrm>
                  <a:off x="477360" y="4124880"/>
                  <a:ext cx="126000" cy="126360"/>
                </a:xfrm>
                <a:prstGeom prst="rect"/>
                <a:solidFill>
                  <a:srgbClr val="009F8C">
                    <a:alpha val="20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63360" tIns="6336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49761" name="Google Shape;2384;p24"/>
                <p:cNvSpPr/>
                <p:nvPr/>
              </p:nvSpPr>
              <p:spPr>
                <a:xfrm>
                  <a:off x="481680" y="3914280"/>
                  <a:ext cx="117360" cy="117720"/>
                </a:xfrm>
                <a:prstGeom prst="rect"/>
                <a:solidFill>
                  <a:srgbClr val="009F8C">
                    <a:alpha val="30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59040" tIns="5904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49762" name="Google Shape;2385;p24"/>
                <p:cNvSpPr/>
                <p:nvPr/>
              </p:nvSpPr>
              <p:spPr>
                <a:xfrm>
                  <a:off x="481680" y="3703680"/>
                  <a:ext cx="117360" cy="117720"/>
                </a:xfrm>
                <a:prstGeom prst="rect"/>
                <a:solidFill>
                  <a:srgbClr val="009F8C">
                    <a:alpha val="40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59040" tIns="5904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49763" name="Google Shape;2386;p24"/>
                <p:cNvSpPr/>
                <p:nvPr/>
              </p:nvSpPr>
              <p:spPr>
                <a:xfrm>
                  <a:off x="483840" y="3492720"/>
                  <a:ext cx="113040" cy="113040"/>
                </a:xfrm>
                <a:prstGeom prst="rect"/>
                <a:solidFill>
                  <a:srgbClr val="009F8C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56520" tIns="5652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49764" name="Google Shape;2387;p24"/>
                <p:cNvSpPr/>
                <p:nvPr/>
              </p:nvSpPr>
              <p:spPr>
                <a:xfrm>
                  <a:off x="486000" y="3282120"/>
                  <a:ext cx="108720" cy="108720"/>
                </a:xfrm>
                <a:prstGeom prst="rect"/>
                <a:solidFill>
                  <a:srgbClr val="009F8C">
                    <a:alpha val="55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54360" tIns="5436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49765" name="Google Shape;2388;p24"/>
                <p:cNvSpPr/>
                <p:nvPr/>
              </p:nvSpPr>
              <p:spPr>
                <a:xfrm>
                  <a:off x="491040" y="3075840"/>
                  <a:ext cx="98640" cy="98640"/>
                </a:xfrm>
                <a:prstGeom prst="rect"/>
                <a:solidFill>
                  <a:srgbClr val="009F8C">
                    <a:alpha val="60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49320" tIns="4932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49766" name="Google Shape;2389;p24"/>
                <p:cNvSpPr/>
                <p:nvPr/>
              </p:nvSpPr>
              <p:spPr>
                <a:xfrm>
                  <a:off x="495720" y="2869560"/>
                  <a:ext cx="88920" cy="88920"/>
                </a:xfrm>
                <a:prstGeom prst="rect"/>
                <a:solidFill>
                  <a:srgbClr val="009F8C">
                    <a:alpha val="65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44640" tIns="4464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49767" name="Google Shape;2390;p24"/>
                <p:cNvSpPr/>
                <p:nvPr/>
              </p:nvSpPr>
              <p:spPr>
                <a:xfrm>
                  <a:off x="495720" y="2663280"/>
                  <a:ext cx="88920" cy="88920"/>
                </a:xfrm>
                <a:prstGeom prst="rect"/>
                <a:solidFill>
                  <a:srgbClr val="009F8C">
                    <a:alpha val="70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44640" tIns="4464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49768" name="Google Shape;2391;p24"/>
                <p:cNvSpPr/>
                <p:nvPr/>
              </p:nvSpPr>
              <p:spPr>
                <a:xfrm>
                  <a:off x="500760" y="2446200"/>
                  <a:ext cx="79200" cy="79200"/>
                </a:xfrm>
                <a:prstGeom prst="rect"/>
                <a:solidFill>
                  <a:srgbClr val="009F8C">
                    <a:alpha val="80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39600" tIns="3960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</p:grpSp>
        </p:grpSp>
        <p:grpSp>
          <p:nvGrpSpPr>
            <p:cNvPr id="229" name="Google Shape;2392;p24"/>
            <p:cNvGrpSpPr/>
            <p:nvPr/>
          </p:nvGrpSpPr>
          <p:grpSpPr>
            <a:xfrm>
              <a:off x="7830000" y="-2068560"/>
              <a:ext cx="142920" cy="2453760"/>
              <a:chOff x="7830000" y="-2068560"/>
              <a:chExt cx="142920" cy="2453760"/>
            </a:xfrm>
          </p:grpSpPr>
          <p:grpSp>
            <p:nvGrpSpPr>
              <p:cNvPr id="230" name="Google Shape;2393;p24"/>
              <p:cNvGrpSpPr/>
              <p:nvPr/>
            </p:nvGrpSpPr>
            <p:grpSpPr>
              <a:xfrm>
                <a:off x="7830000" y="-2068560"/>
                <a:ext cx="142920" cy="2453760"/>
                <a:chOff x="7830000" y="-2068560"/>
                <a:chExt cx="142920" cy="2453760"/>
              </a:xfrm>
            </p:grpSpPr>
            <p:sp>
              <p:nvSpPr>
                <p:cNvPr id="1049769" name="Google Shape;2394;p24"/>
                <p:cNvSpPr/>
                <p:nvPr/>
              </p:nvSpPr>
              <p:spPr>
                <a:xfrm>
                  <a:off x="7830000" y="242280"/>
                  <a:ext cx="142920" cy="142920"/>
                </a:xfrm>
                <a:prstGeom prst="rect"/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71640" tIns="7164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49770" name="Google Shape;2395;p24"/>
                <p:cNvSpPr/>
                <p:nvPr/>
              </p:nvSpPr>
              <p:spPr>
                <a:xfrm>
                  <a:off x="7838640" y="31680"/>
                  <a:ext cx="126000" cy="126360"/>
                </a:xfrm>
                <a:prstGeom prst="rect"/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63360" tIns="6336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49771" name="Google Shape;2396;p24"/>
                <p:cNvSpPr/>
                <p:nvPr/>
              </p:nvSpPr>
              <p:spPr>
                <a:xfrm>
                  <a:off x="7838640" y="-179280"/>
                  <a:ext cx="126000" cy="126360"/>
                </a:xfrm>
                <a:prstGeom prst="rect"/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63360" tIns="6336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49772" name="Google Shape;2397;p24"/>
                <p:cNvSpPr/>
                <p:nvPr/>
              </p:nvSpPr>
              <p:spPr>
                <a:xfrm>
                  <a:off x="7838640" y="-389880"/>
                  <a:ext cx="126000" cy="126360"/>
                </a:xfrm>
                <a:prstGeom prst="rect"/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63360" tIns="6336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49773" name="Google Shape;2398;p24"/>
                <p:cNvSpPr/>
                <p:nvPr/>
              </p:nvSpPr>
              <p:spPr>
                <a:xfrm>
                  <a:off x="7842960" y="-600480"/>
                  <a:ext cx="117360" cy="117720"/>
                </a:xfrm>
                <a:prstGeom prst="rect"/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59040" tIns="5904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49774" name="Google Shape;2399;p24"/>
                <p:cNvSpPr/>
                <p:nvPr/>
              </p:nvSpPr>
              <p:spPr>
                <a:xfrm>
                  <a:off x="7842960" y="-811440"/>
                  <a:ext cx="117360" cy="117720"/>
                </a:xfrm>
                <a:prstGeom prst="rect"/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59040" tIns="5904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49775" name="Google Shape;2400;p24"/>
                <p:cNvSpPr/>
                <p:nvPr/>
              </p:nvSpPr>
              <p:spPr>
                <a:xfrm>
                  <a:off x="7844760" y="-1022040"/>
                  <a:ext cx="113040" cy="113040"/>
                </a:xfrm>
                <a:prstGeom prst="rect"/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56520" tIns="5652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49776" name="Google Shape;2401;p24"/>
                <p:cNvSpPr/>
                <p:nvPr/>
              </p:nvSpPr>
              <p:spPr>
                <a:xfrm>
                  <a:off x="7847280" y="-1232640"/>
                  <a:ext cx="108720" cy="108720"/>
                </a:xfrm>
                <a:prstGeom prst="rect"/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54360" tIns="5436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49777" name="Google Shape;2402;p24"/>
                <p:cNvSpPr/>
                <p:nvPr/>
              </p:nvSpPr>
              <p:spPr>
                <a:xfrm>
                  <a:off x="7851960" y="-1438920"/>
                  <a:ext cx="98640" cy="98640"/>
                </a:xfrm>
                <a:prstGeom prst="rect"/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49320" tIns="4932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49778" name="Google Shape;2403;p24"/>
                <p:cNvSpPr/>
                <p:nvPr/>
              </p:nvSpPr>
              <p:spPr>
                <a:xfrm>
                  <a:off x="7857000" y="-1645200"/>
                  <a:ext cx="88920" cy="88920"/>
                </a:xfrm>
                <a:prstGeom prst="rect"/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44640" tIns="4464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49779" name="Google Shape;2404;p24"/>
                <p:cNvSpPr/>
                <p:nvPr/>
              </p:nvSpPr>
              <p:spPr>
                <a:xfrm>
                  <a:off x="7857000" y="-1851480"/>
                  <a:ext cx="88920" cy="88920"/>
                </a:xfrm>
                <a:prstGeom prst="rect"/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44640" tIns="4464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49780" name="Google Shape;2405;p24"/>
                <p:cNvSpPr/>
                <p:nvPr/>
              </p:nvSpPr>
              <p:spPr>
                <a:xfrm>
                  <a:off x="7862040" y="-2068560"/>
                  <a:ext cx="79200" cy="79200"/>
                </a:xfrm>
                <a:prstGeom prst="rect"/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39600" tIns="3960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</p:grpSp>
          <p:grpSp>
            <p:nvGrpSpPr>
              <p:cNvPr id="231" name="Google Shape;2406;p24"/>
              <p:cNvGrpSpPr/>
              <p:nvPr/>
            </p:nvGrpSpPr>
            <p:grpSpPr>
              <a:xfrm>
                <a:off x="7830000" y="-2068560"/>
                <a:ext cx="142920" cy="2453760"/>
                <a:chOff x="7830000" y="-2068560"/>
                <a:chExt cx="142920" cy="2453760"/>
              </a:xfrm>
            </p:grpSpPr>
            <p:sp>
              <p:nvSpPr>
                <p:cNvPr id="1049781" name="Google Shape;2407;p24"/>
                <p:cNvSpPr/>
                <p:nvPr/>
              </p:nvSpPr>
              <p:spPr>
                <a:xfrm>
                  <a:off x="7830000" y="242280"/>
                  <a:ext cx="142920" cy="142920"/>
                </a:xfrm>
                <a:prstGeom prst="rect"/>
                <a:noFill/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71640" tIns="7164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49782" name="Google Shape;2408;p24"/>
                <p:cNvSpPr/>
                <p:nvPr/>
              </p:nvSpPr>
              <p:spPr>
                <a:xfrm>
                  <a:off x="7838640" y="31680"/>
                  <a:ext cx="126000" cy="126360"/>
                </a:xfrm>
                <a:prstGeom prst="rect"/>
                <a:solidFill>
                  <a:srgbClr val="009F8C">
                    <a:alpha val="5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63360" tIns="6336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49783" name="Google Shape;2409;p24"/>
                <p:cNvSpPr/>
                <p:nvPr/>
              </p:nvSpPr>
              <p:spPr>
                <a:xfrm>
                  <a:off x="7838640" y="-179280"/>
                  <a:ext cx="126000" cy="126360"/>
                </a:xfrm>
                <a:prstGeom prst="rect"/>
                <a:solidFill>
                  <a:srgbClr val="009F8C">
                    <a:alpha val="10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63360" tIns="6336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49784" name="Google Shape;2410;p24"/>
                <p:cNvSpPr/>
                <p:nvPr/>
              </p:nvSpPr>
              <p:spPr>
                <a:xfrm>
                  <a:off x="7838640" y="-389880"/>
                  <a:ext cx="126000" cy="126360"/>
                </a:xfrm>
                <a:prstGeom prst="rect"/>
                <a:solidFill>
                  <a:srgbClr val="009F8C">
                    <a:alpha val="20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63360" tIns="6336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49785" name="Google Shape;2411;p24"/>
                <p:cNvSpPr/>
                <p:nvPr/>
              </p:nvSpPr>
              <p:spPr>
                <a:xfrm>
                  <a:off x="7842960" y="-600480"/>
                  <a:ext cx="117360" cy="117720"/>
                </a:xfrm>
                <a:prstGeom prst="rect"/>
                <a:solidFill>
                  <a:srgbClr val="009F8C">
                    <a:alpha val="30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59040" tIns="5904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49786" name="Google Shape;2412;p24"/>
                <p:cNvSpPr/>
                <p:nvPr/>
              </p:nvSpPr>
              <p:spPr>
                <a:xfrm>
                  <a:off x="7842960" y="-811440"/>
                  <a:ext cx="117360" cy="117720"/>
                </a:xfrm>
                <a:prstGeom prst="rect"/>
                <a:solidFill>
                  <a:srgbClr val="009F8C">
                    <a:alpha val="40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59040" tIns="5904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49787" name="Google Shape;2413;p24"/>
                <p:cNvSpPr/>
                <p:nvPr/>
              </p:nvSpPr>
              <p:spPr>
                <a:xfrm>
                  <a:off x="7844760" y="-1022040"/>
                  <a:ext cx="113040" cy="113040"/>
                </a:xfrm>
                <a:prstGeom prst="rect"/>
                <a:solidFill>
                  <a:srgbClr val="009F8C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56520" tIns="5652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49788" name="Google Shape;2414;p24"/>
                <p:cNvSpPr/>
                <p:nvPr/>
              </p:nvSpPr>
              <p:spPr>
                <a:xfrm>
                  <a:off x="7847280" y="-1232640"/>
                  <a:ext cx="108720" cy="108720"/>
                </a:xfrm>
                <a:prstGeom prst="rect"/>
                <a:solidFill>
                  <a:srgbClr val="009F8C">
                    <a:alpha val="55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54360" tIns="5436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49789" name="Google Shape;2415;p24"/>
                <p:cNvSpPr/>
                <p:nvPr/>
              </p:nvSpPr>
              <p:spPr>
                <a:xfrm>
                  <a:off x="7851960" y="-1438920"/>
                  <a:ext cx="98640" cy="98640"/>
                </a:xfrm>
                <a:prstGeom prst="rect"/>
                <a:solidFill>
                  <a:srgbClr val="009F8C">
                    <a:alpha val="60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49320" tIns="4932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49790" name="Google Shape;2416;p24"/>
                <p:cNvSpPr/>
                <p:nvPr/>
              </p:nvSpPr>
              <p:spPr>
                <a:xfrm>
                  <a:off x="7857000" y="-1645200"/>
                  <a:ext cx="88920" cy="88920"/>
                </a:xfrm>
                <a:prstGeom prst="rect"/>
                <a:solidFill>
                  <a:srgbClr val="009F8C">
                    <a:alpha val="65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44640" tIns="4464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49791" name="Google Shape;2417;p24"/>
                <p:cNvSpPr/>
                <p:nvPr/>
              </p:nvSpPr>
              <p:spPr>
                <a:xfrm>
                  <a:off x="7857000" y="-1851480"/>
                  <a:ext cx="88920" cy="88920"/>
                </a:xfrm>
                <a:prstGeom prst="rect"/>
                <a:solidFill>
                  <a:srgbClr val="009F8C">
                    <a:alpha val="70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44640" tIns="4464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49792" name="Google Shape;2418;p24"/>
                <p:cNvSpPr/>
                <p:nvPr/>
              </p:nvSpPr>
              <p:spPr>
                <a:xfrm>
                  <a:off x="7862040" y="-2068560"/>
                  <a:ext cx="79200" cy="79200"/>
                </a:xfrm>
                <a:prstGeom prst="rect"/>
                <a:solidFill>
                  <a:srgbClr val="009F8C">
                    <a:alpha val="80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39600" tIns="3960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</p:grpSp>
        </p:grpSp>
        <p:grpSp>
          <p:nvGrpSpPr>
            <p:cNvPr id="232" name="Google Shape;2419;p24"/>
            <p:cNvGrpSpPr/>
            <p:nvPr/>
          </p:nvGrpSpPr>
          <p:grpSpPr>
            <a:xfrm>
              <a:off x="8503200" y="-127800"/>
              <a:ext cx="142920" cy="2453760"/>
              <a:chOff x="8503200" y="-127800"/>
              <a:chExt cx="142920" cy="2453760"/>
            </a:xfrm>
          </p:grpSpPr>
          <p:grpSp>
            <p:nvGrpSpPr>
              <p:cNvPr id="233" name="Google Shape;2420;p24"/>
              <p:cNvGrpSpPr/>
              <p:nvPr/>
            </p:nvGrpSpPr>
            <p:grpSpPr>
              <a:xfrm>
                <a:off x="8503200" y="-127800"/>
                <a:ext cx="142920" cy="2453760"/>
                <a:chOff x="8503200" y="-127800"/>
                <a:chExt cx="142920" cy="2453760"/>
              </a:xfrm>
            </p:grpSpPr>
            <p:sp>
              <p:nvSpPr>
                <p:cNvPr id="1049793" name="Google Shape;2421;p24"/>
                <p:cNvSpPr/>
                <p:nvPr/>
              </p:nvSpPr>
              <p:spPr>
                <a:xfrm>
                  <a:off x="8503200" y="2183040"/>
                  <a:ext cx="142920" cy="142920"/>
                </a:xfrm>
                <a:prstGeom prst="rect"/>
                <a:gradFill rotWithShape="0">
                  <a:gsLst>
                    <a:gs pos="0">
                      <a:srgbClr val="B6F8F0"/>
                    </a:gs>
                    <a:gs pos="100000">
                      <a:srgbClr val="7DF3E5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71640" tIns="7164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49794" name="Google Shape;2422;p24"/>
                <p:cNvSpPr/>
                <p:nvPr/>
              </p:nvSpPr>
              <p:spPr>
                <a:xfrm>
                  <a:off x="8511840" y="1972440"/>
                  <a:ext cx="126000" cy="126360"/>
                </a:xfrm>
                <a:prstGeom prst="rect"/>
                <a:gradFill rotWithShape="0">
                  <a:gsLst>
                    <a:gs pos="0">
                      <a:srgbClr val="B6F8F0"/>
                    </a:gs>
                    <a:gs pos="100000">
                      <a:srgbClr val="7DF3E5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63360" tIns="6336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49795" name="Google Shape;2423;p24"/>
                <p:cNvSpPr/>
                <p:nvPr/>
              </p:nvSpPr>
              <p:spPr>
                <a:xfrm>
                  <a:off x="8511840" y="1761840"/>
                  <a:ext cx="126000" cy="126360"/>
                </a:xfrm>
                <a:prstGeom prst="rect"/>
                <a:gradFill rotWithShape="0">
                  <a:gsLst>
                    <a:gs pos="0">
                      <a:srgbClr val="B6F8F0"/>
                    </a:gs>
                    <a:gs pos="100000">
                      <a:srgbClr val="7DF3E5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63360" tIns="6336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49796" name="Google Shape;2424;p24"/>
                <p:cNvSpPr/>
                <p:nvPr/>
              </p:nvSpPr>
              <p:spPr>
                <a:xfrm>
                  <a:off x="8511840" y="1550880"/>
                  <a:ext cx="126000" cy="126360"/>
                </a:xfrm>
                <a:prstGeom prst="rect"/>
                <a:gradFill rotWithShape="0">
                  <a:gsLst>
                    <a:gs pos="0">
                      <a:srgbClr val="B6F8F0"/>
                    </a:gs>
                    <a:gs pos="100000">
                      <a:srgbClr val="7DF3E5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63360" tIns="6336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49797" name="Google Shape;2425;p24"/>
                <p:cNvSpPr/>
                <p:nvPr/>
              </p:nvSpPr>
              <p:spPr>
                <a:xfrm>
                  <a:off x="8516160" y="1340280"/>
                  <a:ext cx="117360" cy="117720"/>
                </a:xfrm>
                <a:prstGeom prst="rect"/>
                <a:gradFill rotWithShape="0">
                  <a:gsLst>
                    <a:gs pos="0">
                      <a:srgbClr val="B6F8F0"/>
                    </a:gs>
                    <a:gs pos="100000">
                      <a:srgbClr val="7DF3E5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59040" tIns="5904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49798" name="Google Shape;2426;p24"/>
                <p:cNvSpPr/>
                <p:nvPr/>
              </p:nvSpPr>
              <p:spPr>
                <a:xfrm>
                  <a:off x="8516160" y="1129680"/>
                  <a:ext cx="117360" cy="117720"/>
                </a:xfrm>
                <a:prstGeom prst="rect"/>
                <a:gradFill rotWithShape="0">
                  <a:gsLst>
                    <a:gs pos="0">
                      <a:srgbClr val="B6F8F0"/>
                    </a:gs>
                    <a:gs pos="100000">
                      <a:srgbClr val="7DF3E5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59040" tIns="5904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49799" name="Google Shape;2427;p24"/>
                <p:cNvSpPr/>
                <p:nvPr/>
              </p:nvSpPr>
              <p:spPr>
                <a:xfrm>
                  <a:off x="8518320" y="918720"/>
                  <a:ext cx="113040" cy="113040"/>
                </a:xfrm>
                <a:prstGeom prst="rect"/>
                <a:gradFill rotWithShape="0">
                  <a:gsLst>
                    <a:gs pos="0">
                      <a:srgbClr val="B6F8F0"/>
                    </a:gs>
                    <a:gs pos="100000">
                      <a:srgbClr val="7DF3E5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56520" tIns="5652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49800" name="Google Shape;2428;p24"/>
                <p:cNvSpPr/>
                <p:nvPr/>
              </p:nvSpPr>
              <p:spPr>
                <a:xfrm>
                  <a:off x="8520480" y="708120"/>
                  <a:ext cx="108720" cy="108720"/>
                </a:xfrm>
                <a:prstGeom prst="rect"/>
                <a:gradFill rotWithShape="0">
                  <a:gsLst>
                    <a:gs pos="0">
                      <a:srgbClr val="B6F8F0"/>
                    </a:gs>
                    <a:gs pos="100000">
                      <a:srgbClr val="7DF3E5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54360" tIns="5436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49801" name="Google Shape;2429;p24"/>
                <p:cNvSpPr/>
                <p:nvPr/>
              </p:nvSpPr>
              <p:spPr>
                <a:xfrm>
                  <a:off x="8525520" y="501840"/>
                  <a:ext cx="98640" cy="98640"/>
                </a:xfrm>
                <a:prstGeom prst="rect"/>
                <a:gradFill rotWithShape="0">
                  <a:gsLst>
                    <a:gs pos="0">
                      <a:srgbClr val="B6F8F0"/>
                    </a:gs>
                    <a:gs pos="100000">
                      <a:srgbClr val="7DF3E5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49320" tIns="4932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49802" name="Google Shape;2430;p24"/>
                <p:cNvSpPr/>
                <p:nvPr/>
              </p:nvSpPr>
              <p:spPr>
                <a:xfrm>
                  <a:off x="8530200" y="295560"/>
                  <a:ext cx="88920" cy="88920"/>
                </a:xfrm>
                <a:prstGeom prst="rect"/>
                <a:gradFill rotWithShape="0">
                  <a:gsLst>
                    <a:gs pos="0">
                      <a:srgbClr val="B6F8F0"/>
                    </a:gs>
                    <a:gs pos="100000">
                      <a:srgbClr val="7DF3E5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44640" tIns="4464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49803" name="Google Shape;2431;p24"/>
                <p:cNvSpPr/>
                <p:nvPr/>
              </p:nvSpPr>
              <p:spPr>
                <a:xfrm>
                  <a:off x="8530200" y="89280"/>
                  <a:ext cx="88920" cy="88920"/>
                </a:xfrm>
                <a:prstGeom prst="rect"/>
                <a:gradFill rotWithShape="0">
                  <a:gsLst>
                    <a:gs pos="0">
                      <a:srgbClr val="B6F8F0"/>
                    </a:gs>
                    <a:gs pos="100000">
                      <a:srgbClr val="7DF3E5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44640" tIns="4464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49804" name="Google Shape;2432;p24"/>
                <p:cNvSpPr/>
                <p:nvPr/>
              </p:nvSpPr>
              <p:spPr>
                <a:xfrm>
                  <a:off x="8535240" y="-127800"/>
                  <a:ext cx="79200" cy="79200"/>
                </a:xfrm>
                <a:prstGeom prst="rect"/>
                <a:gradFill rotWithShape="0">
                  <a:gsLst>
                    <a:gs pos="0">
                      <a:srgbClr val="B6F8F0"/>
                    </a:gs>
                    <a:gs pos="100000">
                      <a:srgbClr val="7DF3E5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39600" tIns="3960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</p:grpSp>
          <p:grpSp>
            <p:nvGrpSpPr>
              <p:cNvPr id="234" name="Google Shape;2433;p24"/>
              <p:cNvGrpSpPr/>
              <p:nvPr/>
            </p:nvGrpSpPr>
            <p:grpSpPr>
              <a:xfrm>
                <a:off x="8503200" y="-127800"/>
                <a:ext cx="142920" cy="2453760"/>
                <a:chOff x="8503200" y="-127800"/>
                <a:chExt cx="142920" cy="2453760"/>
              </a:xfrm>
            </p:grpSpPr>
            <p:sp>
              <p:nvSpPr>
                <p:cNvPr id="1049805" name="Google Shape;2434;p24"/>
                <p:cNvSpPr/>
                <p:nvPr/>
              </p:nvSpPr>
              <p:spPr>
                <a:xfrm>
                  <a:off x="8503200" y="2183040"/>
                  <a:ext cx="142920" cy="142920"/>
                </a:xfrm>
                <a:prstGeom prst="rect"/>
                <a:noFill/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71640" tIns="7164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49806" name="Google Shape;2435;p24"/>
                <p:cNvSpPr/>
                <p:nvPr/>
              </p:nvSpPr>
              <p:spPr>
                <a:xfrm>
                  <a:off x="8511840" y="1972440"/>
                  <a:ext cx="126000" cy="126360"/>
                </a:xfrm>
                <a:prstGeom prst="rect"/>
                <a:solidFill>
                  <a:srgbClr val="009F8C">
                    <a:alpha val="5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63360" tIns="6336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49807" name="Google Shape;2436;p24"/>
                <p:cNvSpPr/>
                <p:nvPr/>
              </p:nvSpPr>
              <p:spPr>
                <a:xfrm>
                  <a:off x="8511840" y="1761840"/>
                  <a:ext cx="126000" cy="126360"/>
                </a:xfrm>
                <a:prstGeom prst="rect"/>
                <a:solidFill>
                  <a:srgbClr val="009F8C">
                    <a:alpha val="10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63360" tIns="6336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49808" name="Google Shape;2437;p24"/>
                <p:cNvSpPr/>
                <p:nvPr/>
              </p:nvSpPr>
              <p:spPr>
                <a:xfrm>
                  <a:off x="8511840" y="1550880"/>
                  <a:ext cx="126000" cy="126360"/>
                </a:xfrm>
                <a:prstGeom prst="rect"/>
                <a:solidFill>
                  <a:srgbClr val="009F8C">
                    <a:alpha val="20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63360" tIns="6336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49809" name="Google Shape;2438;p24"/>
                <p:cNvSpPr/>
                <p:nvPr/>
              </p:nvSpPr>
              <p:spPr>
                <a:xfrm>
                  <a:off x="8516160" y="1340280"/>
                  <a:ext cx="117360" cy="117720"/>
                </a:xfrm>
                <a:prstGeom prst="rect"/>
                <a:solidFill>
                  <a:srgbClr val="009F8C">
                    <a:alpha val="30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59040" tIns="5904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49810" name="Google Shape;2439;p24"/>
                <p:cNvSpPr/>
                <p:nvPr/>
              </p:nvSpPr>
              <p:spPr>
                <a:xfrm>
                  <a:off x="8516160" y="1129680"/>
                  <a:ext cx="117360" cy="117720"/>
                </a:xfrm>
                <a:prstGeom prst="rect"/>
                <a:solidFill>
                  <a:srgbClr val="009F8C">
                    <a:alpha val="40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59040" tIns="5904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49811" name="Google Shape;2440;p24"/>
                <p:cNvSpPr/>
                <p:nvPr/>
              </p:nvSpPr>
              <p:spPr>
                <a:xfrm>
                  <a:off x="8518320" y="918720"/>
                  <a:ext cx="113040" cy="113040"/>
                </a:xfrm>
                <a:prstGeom prst="rect"/>
                <a:solidFill>
                  <a:srgbClr val="009F8C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56520" tIns="5652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49812" name="Google Shape;2441;p24"/>
                <p:cNvSpPr/>
                <p:nvPr/>
              </p:nvSpPr>
              <p:spPr>
                <a:xfrm>
                  <a:off x="8520480" y="708120"/>
                  <a:ext cx="108720" cy="108720"/>
                </a:xfrm>
                <a:prstGeom prst="rect"/>
                <a:solidFill>
                  <a:srgbClr val="009F8C">
                    <a:alpha val="55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54360" tIns="5436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49813" name="Google Shape;2442;p24"/>
                <p:cNvSpPr/>
                <p:nvPr/>
              </p:nvSpPr>
              <p:spPr>
                <a:xfrm>
                  <a:off x="8525520" y="501840"/>
                  <a:ext cx="98640" cy="98640"/>
                </a:xfrm>
                <a:prstGeom prst="rect"/>
                <a:solidFill>
                  <a:srgbClr val="009F8C">
                    <a:alpha val="60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49320" tIns="4932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49814" name="Google Shape;2443;p24"/>
                <p:cNvSpPr/>
                <p:nvPr/>
              </p:nvSpPr>
              <p:spPr>
                <a:xfrm>
                  <a:off x="8530200" y="295560"/>
                  <a:ext cx="88920" cy="88920"/>
                </a:xfrm>
                <a:prstGeom prst="rect"/>
                <a:solidFill>
                  <a:srgbClr val="009F8C">
                    <a:alpha val="65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44640" tIns="4464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49815" name="Google Shape;2444;p24"/>
                <p:cNvSpPr/>
                <p:nvPr/>
              </p:nvSpPr>
              <p:spPr>
                <a:xfrm>
                  <a:off x="8530200" y="89280"/>
                  <a:ext cx="88920" cy="88920"/>
                </a:xfrm>
                <a:prstGeom prst="rect"/>
                <a:solidFill>
                  <a:srgbClr val="009F8C">
                    <a:alpha val="70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44640" tIns="4464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49816" name="Google Shape;2445;p24"/>
                <p:cNvSpPr/>
                <p:nvPr/>
              </p:nvSpPr>
              <p:spPr>
                <a:xfrm>
                  <a:off x="8535240" y="-127800"/>
                  <a:ext cx="79200" cy="79200"/>
                </a:xfrm>
                <a:prstGeom prst="rect"/>
                <a:solidFill>
                  <a:srgbClr val="009F8C">
                    <a:alpha val="80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39600" tIns="3960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</p:grpSp>
        </p:grpSp>
        <p:grpSp>
          <p:nvGrpSpPr>
            <p:cNvPr id="235" name="Google Shape;2446;p24"/>
            <p:cNvGrpSpPr/>
            <p:nvPr/>
          </p:nvGrpSpPr>
          <p:grpSpPr>
            <a:xfrm>
              <a:off x="8839440" y="2071440"/>
              <a:ext cx="142920" cy="2453760"/>
              <a:chOff x="8839440" y="2071440"/>
              <a:chExt cx="142920" cy="2453760"/>
            </a:xfrm>
          </p:grpSpPr>
          <p:grpSp>
            <p:nvGrpSpPr>
              <p:cNvPr id="236" name="Google Shape;2447;p24"/>
              <p:cNvGrpSpPr/>
              <p:nvPr/>
            </p:nvGrpSpPr>
            <p:grpSpPr>
              <a:xfrm>
                <a:off x="8839440" y="2071440"/>
                <a:ext cx="142920" cy="2453760"/>
                <a:chOff x="8839440" y="2071440"/>
                <a:chExt cx="142920" cy="2453760"/>
              </a:xfrm>
            </p:grpSpPr>
            <p:sp>
              <p:nvSpPr>
                <p:cNvPr id="1049817" name="Google Shape;2448;p24"/>
                <p:cNvSpPr/>
                <p:nvPr/>
              </p:nvSpPr>
              <p:spPr>
                <a:xfrm>
                  <a:off x="8839440" y="4382280"/>
                  <a:ext cx="142920" cy="142920"/>
                </a:xfrm>
                <a:prstGeom prst="rect"/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71640" tIns="7164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49818" name="Google Shape;2449;p24"/>
                <p:cNvSpPr/>
                <p:nvPr/>
              </p:nvSpPr>
              <p:spPr>
                <a:xfrm>
                  <a:off x="8847720" y="4171680"/>
                  <a:ext cx="126000" cy="126360"/>
                </a:xfrm>
                <a:prstGeom prst="rect"/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63360" tIns="6336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49819" name="Google Shape;2450;p24"/>
                <p:cNvSpPr/>
                <p:nvPr/>
              </p:nvSpPr>
              <p:spPr>
                <a:xfrm>
                  <a:off x="8847720" y="3961080"/>
                  <a:ext cx="126000" cy="126360"/>
                </a:xfrm>
                <a:prstGeom prst="rect"/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63360" tIns="6336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49820" name="Google Shape;2451;p24"/>
                <p:cNvSpPr/>
                <p:nvPr/>
              </p:nvSpPr>
              <p:spPr>
                <a:xfrm>
                  <a:off x="8847720" y="3750120"/>
                  <a:ext cx="126000" cy="126360"/>
                </a:xfrm>
                <a:prstGeom prst="rect"/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63360" tIns="6336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49821" name="Google Shape;2452;p24"/>
                <p:cNvSpPr/>
                <p:nvPr/>
              </p:nvSpPr>
              <p:spPr>
                <a:xfrm>
                  <a:off x="8852400" y="3539520"/>
                  <a:ext cx="117360" cy="117720"/>
                </a:xfrm>
                <a:prstGeom prst="rect"/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59040" tIns="5904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49822" name="Google Shape;2453;p24"/>
                <p:cNvSpPr/>
                <p:nvPr/>
              </p:nvSpPr>
              <p:spPr>
                <a:xfrm>
                  <a:off x="8852400" y="3328560"/>
                  <a:ext cx="117360" cy="117720"/>
                </a:xfrm>
                <a:prstGeom prst="rect"/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59040" tIns="5904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49823" name="Google Shape;2454;p24"/>
                <p:cNvSpPr/>
                <p:nvPr/>
              </p:nvSpPr>
              <p:spPr>
                <a:xfrm>
                  <a:off x="8854200" y="3117960"/>
                  <a:ext cx="113040" cy="113040"/>
                </a:xfrm>
                <a:prstGeom prst="rect"/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56520" tIns="5652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49824" name="Google Shape;2455;p24"/>
                <p:cNvSpPr/>
                <p:nvPr/>
              </p:nvSpPr>
              <p:spPr>
                <a:xfrm>
                  <a:off x="8856720" y="2907360"/>
                  <a:ext cx="108720" cy="108720"/>
                </a:xfrm>
                <a:prstGeom prst="rect"/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54360" tIns="5436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49825" name="Google Shape;2456;p24"/>
                <p:cNvSpPr/>
                <p:nvPr/>
              </p:nvSpPr>
              <p:spPr>
                <a:xfrm>
                  <a:off x="8861400" y="2701080"/>
                  <a:ext cx="98640" cy="98640"/>
                </a:xfrm>
                <a:prstGeom prst="rect"/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49320" tIns="4932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49826" name="Google Shape;2457;p24"/>
                <p:cNvSpPr/>
                <p:nvPr/>
              </p:nvSpPr>
              <p:spPr>
                <a:xfrm>
                  <a:off x="8866440" y="2494800"/>
                  <a:ext cx="88920" cy="88920"/>
                </a:xfrm>
                <a:prstGeom prst="rect"/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44640" tIns="4464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49827" name="Google Shape;2458;p24"/>
                <p:cNvSpPr/>
                <p:nvPr/>
              </p:nvSpPr>
              <p:spPr>
                <a:xfrm>
                  <a:off x="8866440" y="2288520"/>
                  <a:ext cx="88920" cy="88920"/>
                </a:xfrm>
                <a:prstGeom prst="rect"/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44640" tIns="4464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49828" name="Google Shape;2459;p24"/>
                <p:cNvSpPr/>
                <p:nvPr/>
              </p:nvSpPr>
              <p:spPr>
                <a:xfrm>
                  <a:off x="8871120" y="2071440"/>
                  <a:ext cx="79200" cy="79200"/>
                </a:xfrm>
                <a:prstGeom prst="rect"/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39600" tIns="3960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</p:grpSp>
          <p:grpSp>
            <p:nvGrpSpPr>
              <p:cNvPr id="237" name="Google Shape;2460;p24"/>
              <p:cNvGrpSpPr/>
              <p:nvPr/>
            </p:nvGrpSpPr>
            <p:grpSpPr>
              <a:xfrm>
                <a:off x="8839440" y="2071440"/>
                <a:ext cx="142920" cy="2453760"/>
                <a:chOff x="8839440" y="2071440"/>
                <a:chExt cx="142920" cy="2453760"/>
              </a:xfrm>
            </p:grpSpPr>
            <p:sp>
              <p:nvSpPr>
                <p:cNvPr id="1049829" name="Google Shape;2461;p24"/>
                <p:cNvSpPr/>
                <p:nvPr/>
              </p:nvSpPr>
              <p:spPr>
                <a:xfrm>
                  <a:off x="8839440" y="4382280"/>
                  <a:ext cx="142920" cy="142920"/>
                </a:xfrm>
                <a:prstGeom prst="rect"/>
                <a:noFill/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71640" tIns="7164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49830" name="Google Shape;2462;p24"/>
                <p:cNvSpPr/>
                <p:nvPr/>
              </p:nvSpPr>
              <p:spPr>
                <a:xfrm>
                  <a:off x="8847720" y="4171680"/>
                  <a:ext cx="126000" cy="126360"/>
                </a:xfrm>
                <a:prstGeom prst="rect"/>
                <a:solidFill>
                  <a:srgbClr val="009F8C">
                    <a:alpha val="5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63360" tIns="6336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49831" name="Google Shape;2463;p24"/>
                <p:cNvSpPr/>
                <p:nvPr/>
              </p:nvSpPr>
              <p:spPr>
                <a:xfrm>
                  <a:off x="8847720" y="3961080"/>
                  <a:ext cx="126000" cy="126360"/>
                </a:xfrm>
                <a:prstGeom prst="rect"/>
                <a:solidFill>
                  <a:srgbClr val="009F8C">
                    <a:alpha val="10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63360" tIns="6336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49832" name="Google Shape;2464;p24"/>
                <p:cNvSpPr/>
                <p:nvPr/>
              </p:nvSpPr>
              <p:spPr>
                <a:xfrm>
                  <a:off x="8847720" y="3750120"/>
                  <a:ext cx="126000" cy="126360"/>
                </a:xfrm>
                <a:prstGeom prst="rect"/>
                <a:solidFill>
                  <a:srgbClr val="009F8C">
                    <a:alpha val="20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63360" tIns="6336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49833" name="Google Shape;2465;p24"/>
                <p:cNvSpPr/>
                <p:nvPr/>
              </p:nvSpPr>
              <p:spPr>
                <a:xfrm>
                  <a:off x="8852400" y="3539520"/>
                  <a:ext cx="117360" cy="117720"/>
                </a:xfrm>
                <a:prstGeom prst="rect"/>
                <a:solidFill>
                  <a:srgbClr val="009F8C">
                    <a:alpha val="30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59040" tIns="5904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49834" name="Google Shape;2466;p24"/>
                <p:cNvSpPr/>
                <p:nvPr/>
              </p:nvSpPr>
              <p:spPr>
                <a:xfrm>
                  <a:off x="8852400" y="3328560"/>
                  <a:ext cx="117360" cy="117720"/>
                </a:xfrm>
                <a:prstGeom prst="rect"/>
                <a:solidFill>
                  <a:srgbClr val="009F8C">
                    <a:alpha val="40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59040" tIns="5904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49835" name="Google Shape;2467;p24"/>
                <p:cNvSpPr/>
                <p:nvPr/>
              </p:nvSpPr>
              <p:spPr>
                <a:xfrm>
                  <a:off x="8854200" y="3117960"/>
                  <a:ext cx="113040" cy="113040"/>
                </a:xfrm>
                <a:prstGeom prst="rect"/>
                <a:solidFill>
                  <a:srgbClr val="009F8C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56520" tIns="5652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49836" name="Google Shape;2468;p24"/>
                <p:cNvSpPr/>
                <p:nvPr/>
              </p:nvSpPr>
              <p:spPr>
                <a:xfrm>
                  <a:off x="8856720" y="2907360"/>
                  <a:ext cx="108720" cy="108720"/>
                </a:xfrm>
                <a:prstGeom prst="rect"/>
                <a:solidFill>
                  <a:srgbClr val="009F8C">
                    <a:alpha val="55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54360" tIns="5436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49837" name="Google Shape;2469;p24"/>
                <p:cNvSpPr/>
                <p:nvPr/>
              </p:nvSpPr>
              <p:spPr>
                <a:xfrm>
                  <a:off x="8861400" y="2701080"/>
                  <a:ext cx="98640" cy="98640"/>
                </a:xfrm>
                <a:prstGeom prst="rect"/>
                <a:solidFill>
                  <a:srgbClr val="009F8C">
                    <a:alpha val="60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49320" tIns="4932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49838" name="Google Shape;2470;p24"/>
                <p:cNvSpPr/>
                <p:nvPr/>
              </p:nvSpPr>
              <p:spPr>
                <a:xfrm>
                  <a:off x="8866440" y="2494800"/>
                  <a:ext cx="88920" cy="88920"/>
                </a:xfrm>
                <a:prstGeom prst="rect"/>
                <a:solidFill>
                  <a:srgbClr val="009F8C">
                    <a:alpha val="65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44640" tIns="4464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49839" name="Google Shape;2471;p24"/>
                <p:cNvSpPr/>
                <p:nvPr/>
              </p:nvSpPr>
              <p:spPr>
                <a:xfrm>
                  <a:off x="8866440" y="2288520"/>
                  <a:ext cx="88920" cy="88920"/>
                </a:xfrm>
                <a:prstGeom prst="rect"/>
                <a:solidFill>
                  <a:srgbClr val="009F8C">
                    <a:alpha val="70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44640" tIns="4464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49840" name="Google Shape;2472;p24"/>
                <p:cNvSpPr/>
                <p:nvPr/>
              </p:nvSpPr>
              <p:spPr>
                <a:xfrm>
                  <a:off x="8871120" y="2071440"/>
                  <a:ext cx="79200" cy="79200"/>
                </a:xfrm>
                <a:prstGeom prst="rect"/>
                <a:solidFill>
                  <a:srgbClr val="009F8C">
                    <a:alpha val="80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39600" tIns="3960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</p:grpSp>
        </p:grpSp>
      </p:grpSp>
      <p:sp>
        <p:nvSpPr>
          <p:cNvPr id="1049841" name="PlaceHolder 1"/>
          <p:cNvSpPr>
            <a:spLocks noGrp="1"/>
          </p:cNvSpPr>
          <p:nvPr>
            <p:ph type="title"/>
          </p:nvPr>
        </p:nvSpPr>
        <p:spPr>
          <a:xfrm>
            <a:off x="720000" y="444960"/>
            <a:ext cx="7703640" cy="572400"/>
          </a:xfrm>
          <a:prstGeom prst="rect"/>
          <a:noFill/>
          <a:ln w="0">
            <a:noFill/>
          </a:ln>
        </p:spPr>
        <p:txBody>
          <a:bodyPr anchor="t" bIns="91440" lIns="91440" rIns="91440" tIns="91440">
            <a:noAutofit/>
          </a:bodyPr>
          <a:p>
            <a:pPr indent="0">
              <a:buNone/>
            </a:pPr>
            <a:r>
              <a:rPr b="0" sz="3500" lang="fr-FR" strike="noStrike" u="none">
                <a:solidFill>
                  <a:schemeClr val="dk1"/>
                </a:solidFill>
                <a:effectLst/>
                <a:latin typeface="Arial"/>
              </a:rPr>
              <a:t>Click to edit the title text format</a:t>
            </a:r>
            <a:endParaRPr b="0" sz="3500" lang="fr-FR" strike="noStrike" u="none">
              <a:solidFill>
                <a:schemeClr val="dk1"/>
              </a:solidFill>
              <a:effectLst/>
              <a:latin typeface="Arial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blank">
  <p:cSld name="CUSTOM_12">
    <p:bg>
      <p:bgPr>
        <a:solidFill>
          <a:schemeClr val="lt1"/>
        </a:solidFill>
      </p:bgPr>
    </p:bg>
    <p:spTree>
      <p:nvGrpSpPr>
        <p:cNvPr id="30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1" name="Google Shape;2483;p25"/>
          <p:cNvGrpSpPr/>
          <p:nvPr/>
        </p:nvGrpSpPr>
        <p:grpSpPr>
          <a:xfrm>
            <a:off x="189000" y="-1075680"/>
            <a:ext cx="8870760" cy="6399360"/>
            <a:chOff x="189000" y="-1075680"/>
            <a:chExt cx="8870760" cy="6399360"/>
          </a:xfrm>
        </p:grpSpPr>
        <p:grpSp>
          <p:nvGrpSpPr>
            <p:cNvPr id="302" name="Google Shape;2484;p25"/>
            <p:cNvGrpSpPr/>
            <p:nvPr/>
          </p:nvGrpSpPr>
          <p:grpSpPr>
            <a:xfrm>
              <a:off x="492480" y="-1075680"/>
              <a:ext cx="142920" cy="2453760"/>
              <a:chOff x="492480" y="-1075680"/>
              <a:chExt cx="142920" cy="2453760"/>
            </a:xfrm>
          </p:grpSpPr>
          <p:grpSp>
            <p:nvGrpSpPr>
              <p:cNvPr id="303" name="Google Shape;2485;p25"/>
              <p:cNvGrpSpPr/>
              <p:nvPr/>
            </p:nvGrpSpPr>
            <p:grpSpPr>
              <a:xfrm>
                <a:off x="492480" y="-1075680"/>
                <a:ext cx="142920" cy="2453760"/>
                <a:chOff x="492480" y="-1075680"/>
                <a:chExt cx="142920" cy="2453760"/>
              </a:xfrm>
            </p:grpSpPr>
            <p:sp>
              <p:nvSpPr>
                <p:cNvPr id="1050283" name="Google Shape;2486;p25"/>
                <p:cNvSpPr/>
                <p:nvPr/>
              </p:nvSpPr>
              <p:spPr>
                <a:xfrm>
                  <a:off x="492480" y="1235160"/>
                  <a:ext cx="142920" cy="142920"/>
                </a:xfrm>
                <a:prstGeom prst="rect"/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71640" tIns="7164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0284" name="Google Shape;2487;p25"/>
                <p:cNvSpPr/>
                <p:nvPr/>
              </p:nvSpPr>
              <p:spPr>
                <a:xfrm>
                  <a:off x="501120" y="1024560"/>
                  <a:ext cx="126000" cy="126360"/>
                </a:xfrm>
                <a:prstGeom prst="rect"/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63360" tIns="6336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0285" name="Google Shape;2488;p25"/>
                <p:cNvSpPr/>
                <p:nvPr/>
              </p:nvSpPr>
              <p:spPr>
                <a:xfrm>
                  <a:off x="501120" y="813960"/>
                  <a:ext cx="126000" cy="126360"/>
                </a:xfrm>
                <a:prstGeom prst="rect"/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63360" tIns="6336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0286" name="Google Shape;2489;p25"/>
                <p:cNvSpPr/>
                <p:nvPr/>
              </p:nvSpPr>
              <p:spPr>
                <a:xfrm>
                  <a:off x="501120" y="603000"/>
                  <a:ext cx="126000" cy="126360"/>
                </a:xfrm>
                <a:prstGeom prst="rect"/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63360" tIns="6336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0287" name="Google Shape;2490;p25"/>
                <p:cNvSpPr/>
                <p:nvPr/>
              </p:nvSpPr>
              <p:spPr>
                <a:xfrm>
                  <a:off x="505440" y="392400"/>
                  <a:ext cx="117360" cy="117720"/>
                </a:xfrm>
                <a:prstGeom prst="rect"/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59040" tIns="5904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0288" name="Google Shape;2491;p25"/>
                <p:cNvSpPr/>
                <p:nvPr/>
              </p:nvSpPr>
              <p:spPr>
                <a:xfrm>
                  <a:off x="505440" y="181800"/>
                  <a:ext cx="117360" cy="117720"/>
                </a:xfrm>
                <a:prstGeom prst="rect"/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59040" tIns="5904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0289" name="Google Shape;2492;p25"/>
                <p:cNvSpPr/>
                <p:nvPr/>
              </p:nvSpPr>
              <p:spPr>
                <a:xfrm>
                  <a:off x="507600" y="-29160"/>
                  <a:ext cx="113040" cy="113040"/>
                </a:xfrm>
                <a:prstGeom prst="rect"/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56520" tIns="5652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0290" name="Google Shape;2493;p25"/>
                <p:cNvSpPr/>
                <p:nvPr/>
              </p:nvSpPr>
              <p:spPr>
                <a:xfrm>
                  <a:off x="509760" y="-239760"/>
                  <a:ext cx="108720" cy="108720"/>
                </a:xfrm>
                <a:prstGeom prst="rect"/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54360" tIns="5436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0291" name="Google Shape;2494;p25"/>
                <p:cNvSpPr/>
                <p:nvPr/>
              </p:nvSpPr>
              <p:spPr>
                <a:xfrm>
                  <a:off x="514800" y="-446040"/>
                  <a:ext cx="98640" cy="98640"/>
                </a:xfrm>
                <a:prstGeom prst="rect"/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49320" tIns="4932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0292" name="Google Shape;2495;p25"/>
                <p:cNvSpPr/>
                <p:nvPr/>
              </p:nvSpPr>
              <p:spPr>
                <a:xfrm>
                  <a:off x="519480" y="-652320"/>
                  <a:ext cx="88920" cy="88920"/>
                </a:xfrm>
                <a:prstGeom prst="rect"/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44640" tIns="4464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0293" name="Google Shape;2496;p25"/>
                <p:cNvSpPr/>
                <p:nvPr/>
              </p:nvSpPr>
              <p:spPr>
                <a:xfrm>
                  <a:off x="519480" y="-858600"/>
                  <a:ext cx="88920" cy="88920"/>
                </a:xfrm>
                <a:prstGeom prst="rect"/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44640" tIns="4464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0294" name="Google Shape;2497;p25"/>
                <p:cNvSpPr/>
                <p:nvPr/>
              </p:nvSpPr>
              <p:spPr>
                <a:xfrm>
                  <a:off x="524520" y="-1075680"/>
                  <a:ext cx="79200" cy="79200"/>
                </a:xfrm>
                <a:prstGeom prst="rect"/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39600" tIns="3960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</p:grpSp>
          <p:grpSp>
            <p:nvGrpSpPr>
              <p:cNvPr id="304" name="Google Shape;2498;p25"/>
              <p:cNvGrpSpPr/>
              <p:nvPr/>
            </p:nvGrpSpPr>
            <p:grpSpPr>
              <a:xfrm>
                <a:off x="492480" y="-1075680"/>
                <a:ext cx="142920" cy="2453760"/>
                <a:chOff x="492480" y="-1075680"/>
                <a:chExt cx="142920" cy="2453760"/>
              </a:xfrm>
            </p:grpSpPr>
            <p:sp>
              <p:nvSpPr>
                <p:cNvPr id="1050295" name="Google Shape;2499;p25"/>
                <p:cNvSpPr/>
                <p:nvPr/>
              </p:nvSpPr>
              <p:spPr>
                <a:xfrm>
                  <a:off x="492480" y="1235160"/>
                  <a:ext cx="142920" cy="142920"/>
                </a:xfrm>
                <a:prstGeom prst="rect"/>
                <a:noFill/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71640" tIns="7164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0296" name="Google Shape;2500;p25"/>
                <p:cNvSpPr/>
                <p:nvPr/>
              </p:nvSpPr>
              <p:spPr>
                <a:xfrm>
                  <a:off x="501120" y="1024560"/>
                  <a:ext cx="126000" cy="126360"/>
                </a:xfrm>
                <a:prstGeom prst="rect"/>
                <a:solidFill>
                  <a:srgbClr val="009F8C">
                    <a:alpha val="5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63360" tIns="6336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0297" name="Google Shape;2501;p25"/>
                <p:cNvSpPr/>
                <p:nvPr/>
              </p:nvSpPr>
              <p:spPr>
                <a:xfrm>
                  <a:off x="501120" y="813960"/>
                  <a:ext cx="126000" cy="126360"/>
                </a:xfrm>
                <a:prstGeom prst="rect"/>
                <a:solidFill>
                  <a:srgbClr val="009F8C">
                    <a:alpha val="10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63360" tIns="6336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0298" name="Google Shape;2502;p25"/>
                <p:cNvSpPr/>
                <p:nvPr/>
              </p:nvSpPr>
              <p:spPr>
                <a:xfrm>
                  <a:off x="501120" y="603000"/>
                  <a:ext cx="126000" cy="126360"/>
                </a:xfrm>
                <a:prstGeom prst="rect"/>
                <a:solidFill>
                  <a:srgbClr val="009F8C">
                    <a:alpha val="20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63360" tIns="6336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0299" name="Google Shape;2503;p25"/>
                <p:cNvSpPr/>
                <p:nvPr/>
              </p:nvSpPr>
              <p:spPr>
                <a:xfrm>
                  <a:off x="505440" y="392400"/>
                  <a:ext cx="117360" cy="117720"/>
                </a:xfrm>
                <a:prstGeom prst="rect"/>
                <a:solidFill>
                  <a:srgbClr val="009F8C">
                    <a:alpha val="30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59040" tIns="5904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0300" name="Google Shape;2504;p25"/>
                <p:cNvSpPr/>
                <p:nvPr/>
              </p:nvSpPr>
              <p:spPr>
                <a:xfrm>
                  <a:off x="505440" y="181800"/>
                  <a:ext cx="117360" cy="117720"/>
                </a:xfrm>
                <a:prstGeom prst="rect"/>
                <a:solidFill>
                  <a:srgbClr val="009F8C">
                    <a:alpha val="40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59040" tIns="5904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0301" name="Google Shape;2505;p25"/>
                <p:cNvSpPr/>
                <p:nvPr/>
              </p:nvSpPr>
              <p:spPr>
                <a:xfrm>
                  <a:off x="507600" y="-29160"/>
                  <a:ext cx="113040" cy="113040"/>
                </a:xfrm>
                <a:prstGeom prst="rect"/>
                <a:solidFill>
                  <a:srgbClr val="009F8C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56520" tIns="5652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0302" name="Google Shape;2506;p25"/>
                <p:cNvSpPr/>
                <p:nvPr/>
              </p:nvSpPr>
              <p:spPr>
                <a:xfrm>
                  <a:off x="509760" y="-239760"/>
                  <a:ext cx="108720" cy="108720"/>
                </a:xfrm>
                <a:prstGeom prst="rect"/>
                <a:solidFill>
                  <a:srgbClr val="009F8C">
                    <a:alpha val="55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54360" tIns="5436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0303" name="Google Shape;2507;p25"/>
                <p:cNvSpPr/>
                <p:nvPr/>
              </p:nvSpPr>
              <p:spPr>
                <a:xfrm>
                  <a:off x="514800" y="-446040"/>
                  <a:ext cx="98640" cy="98640"/>
                </a:xfrm>
                <a:prstGeom prst="rect"/>
                <a:solidFill>
                  <a:srgbClr val="009F8C">
                    <a:alpha val="60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49320" tIns="4932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0304" name="Google Shape;2508;p25"/>
                <p:cNvSpPr/>
                <p:nvPr/>
              </p:nvSpPr>
              <p:spPr>
                <a:xfrm>
                  <a:off x="519480" y="-652320"/>
                  <a:ext cx="88920" cy="88920"/>
                </a:xfrm>
                <a:prstGeom prst="rect"/>
                <a:solidFill>
                  <a:srgbClr val="009F8C">
                    <a:alpha val="65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44640" tIns="4464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0305" name="Google Shape;2509;p25"/>
                <p:cNvSpPr/>
                <p:nvPr/>
              </p:nvSpPr>
              <p:spPr>
                <a:xfrm>
                  <a:off x="519480" y="-858600"/>
                  <a:ext cx="88920" cy="88920"/>
                </a:xfrm>
                <a:prstGeom prst="rect"/>
                <a:solidFill>
                  <a:srgbClr val="009F8C">
                    <a:alpha val="70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44640" tIns="4464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0306" name="Google Shape;2510;p25"/>
                <p:cNvSpPr/>
                <p:nvPr/>
              </p:nvSpPr>
              <p:spPr>
                <a:xfrm>
                  <a:off x="524520" y="-1075680"/>
                  <a:ext cx="79200" cy="79200"/>
                </a:xfrm>
                <a:prstGeom prst="rect"/>
                <a:solidFill>
                  <a:srgbClr val="009F8C">
                    <a:alpha val="80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39600" tIns="3960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</p:grpSp>
        </p:grpSp>
        <p:grpSp>
          <p:nvGrpSpPr>
            <p:cNvPr id="305" name="Google Shape;2511;p25"/>
            <p:cNvGrpSpPr/>
            <p:nvPr/>
          </p:nvGrpSpPr>
          <p:grpSpPr>
            <a:xfrm>
              <a:off x="189000" y="402840"/>
              <a:ext cx="142920" cy="2453760"/>
              <a:chOff x="189000" y="402840"/>
              <a:chExt cx="142920" cy="2453760"/>
            </a:xfrm>
          </p:grpSpPr>
          <p:grpSp>
            <p:nvGrpSpPr>
              <p:cNvPr id="306" name="Google Shape;2512;p25"/>
              <p:cNvGrpSpPr/>
              <p:nvPr/>
            </p:nvGrpSpPr>
            <p:grpSpPr>
              <a:xfrm>
                <a:off x="189000" y="402840"/>
                <a:ext cx="142920" cy="2453760"/>
                <a:chOff x="189000" y="402840"/>
                <a:chExt cx="142920" cy="2453760"/>
              </a:xfrm>
            </p:grpSpPr>
            <p:sp>
              <p:nvSpPr>
                <p:cNvPr id="1050307" name="Google Shape;2513;p25"/>
                <p:cNvSpPr/>
                <p:nvPr/>
              </p:nvSpPr>
              <p:spPr>
                <a:xfrm>
                  <a:off x="189000" y="2713680"/>
                  <a:ext cx="142920" cy="142920"/>
                </a:xfrm>
                <a:prstGeom prst="rect"/>
                <a:gradFill rotWithShape="0">
                  <a:gsLst>
                    <a:gs pos="0">
                      <a:srgbClr val="B6F8F0"/>
                    </a:gs>
                    <a:gs pos="100000">
                      <a:srgbClr val="7DF3E5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71640" tIns="7164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0308" name="Google Shape;2514;p25"/>
                <p:cNvSpPr/>
                <p:nvPr/>
              </p:nvSpPr>
              <p:spPr>
                <a:xfrm>
                  <a:off x="197280" y="2503080"/>
                  <a:ext cx="126000" cy="126360"/>
                </a:xfrm>
                <a:prstGeom prst="rect"/>
                <a:gradFill rotWithShape="0">
                  <a:gsLst>
                    <a:gs pos="0">
                      <a:srgbClr val="B6F8F0"/>
                    </a:gs>
                    <a:gs pos="100000">
                      <a:srgbClr val="7DF3E5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63360" tIns="6336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0309" name="Google Shape;2515;p25"/>
                <p:cNvSpPr/>
                <p:nvPr/>
              </p:nvSpPr>
              <p:spPr>
                <a:xfrm>
                  <a:off x="197280" y="2292480"/>
                  <a:ext cx="126000" cy="126360"/>
                </a:xfrm>
                <a:prstGeom prst="rect"/>
                <a:gradFill rotWithShape="0">
                  <a:gsLst>
                    <a:gs pos="0">
                      <a:srgbClr val="B6F8F0"/>
                    </a:gs>
                    <a:gs pos="100000">
                      <a:srgbClr val="7DF3E5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63360" tIns="6336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0310" name="Google Shape;2516;p25"/>
                <p:cNvSpPr/>
                <p:nvPr/>
              </p:nvSpPr>
              <p:spPr>
                <a:xfrm>
                  <a:off x="197280" y="2081520"/>
                  <a:ext cx="126000" cy="126360"/>
                </a:xfrm>
                <a:prstGeom prst="rect"/>
                <a:gradFill rotWithShape="0">
                  <a:gsLst>
                    <a:gs pos="0">
                      <a:srgbClr val="B6F8F0"/>
                    </a:gs>
                    <a:gs pos="100000">
                      <a:srgbClr val="7DF3E5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63360" tIns="6336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0311" name="Google Shape;2517;p25"/>
                <p:cNvSpPr/>
                <p:nvPr/>
              </p:nvSpPr>
              <p:spPr>
                <a:xfrm>
                  <a:off x="201600" y="1870920"/>
                  <a:ext cx="117360" cy="117720"/>
                </a:xfrm>
                <a:prstGeom prst="rect"/>
                <a:gradFill rotWithShape="0">
                  <a:gsLst>
                    <a:gs pos="0">
                      <a:srgbClr val="B6F8F0"/>
                    </a:gs>
                    <a:gs pos="100000">
                      <a:srgbClr val="7DF3E5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59040" tIns="5904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0312" name="Google Shape;2518;p25"/>
                <p:cNvSpPr/>
                <p:nvPr/>
              </p:nvSpPr>
              <p:spPr>
                <a:xfrm>
                  <a:off x="201600" y="1660320"/>
                  <a:ext cx="117360" cy="117720"/>
                </a:xfrm>
                <a:prstGeom prst="rect"/>
                <a:gradFill rotWithShape="0">
                  <a:gsLst>
                    <a:gs pos="0">
                      <a:srgbClr val="B6F8F0"/>
                    </a:gs>
                    <a:gs pos="100000">
                      <a:srgbClr val="7DF3E5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59040" tIns="5904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0313" name="Google Shape;2519;p25"/>
                <p:cNvSpPr/>
                <p:nvPr/>
              </p:nvSpPr>
              <p:spPr>
                <a:xfrm>
                  <a:off x="203760" y="1449360"/>
                  <a:ext cx="113040" cy="113040"/>
                </a:xfrm>
                <a:prstGeom prst="rect"/>
                <a:gradFill rotWithShape="0">
                  <a:gsLst>
                    <a:gs pos="0">
                      <a:srgbClr val="B6F8F0"/>
                    </a:gs>
                    <a:gs pos="100000">
                      <a:srgbClr val="7DF3E5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56520" tIns="5652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0314" name="Google Shape;2520;p25"/>
                <p:cNvSpPr/>
                <p:nvPr/>
              </p:nvSpPr>
              <p:spPr>
                <a:xfrm>
                  <a:off x="205920" y="1238760"/>
                  <a:ext cx="108720" cy="108720"/>
                </a:xfrm>
                <a:prstGeom prst="rect"/>
                <a:gradFill rotWithShape="0">
                  <a:gsLst>
                    <a:gs pos="0">
                      <a:srgbClr val="B6F8F0"/>
                    </a:gs>
                    <a:gs pos="100000">
                      <a:srgbClr val="7DF3E5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54360" tIns="5436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0315" name="Google Shape;2521;p25"/>
                <p:cNvSpPr/>
                <p:nvPr/>
              </p:nvSpPr>
              <p:spPr>
                <a:xfrm>
                  <a:off x="210960" y="1032480"/>
                  <a:ext cx="98640" cy="98640"/>
                </a:xfrm>
                <a:prstGeom prst="rect"/>
                <a:gradFill rotWithShape="0">
                  <a:gsLst>
                    <a:gs pos="0">
                      <a:srgbClr val="B6F8F0"/>
                    </a:gs>
                    <a:gs pos="100000">
                      <a:srgbClr val="7DF3E5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49320" tIns="4932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0316" name="Google Shape;2522;p25"/>
                <p:cNvSpPr/>
                <p:nvPr/>
              </p:nvSpPr>
              <p:spPr>
                <a:xfrm>
                  <a:off x="216000" y="826200"/>
                  <a:ext cx="88920" cy="88920"/>
                </a:xfrm>
                <a:prstGeom prst="rect"/>
                <a:gradFill rotWithShape="0">
                  <a:gsLst>
                    <a:gs pos="0">
                      <a:srgbClr val="B6F8F0"/>
                    </a:gs>
                    <a:gs pos="100000">
                      <a:srgbClr val="7DF3E5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44640" tIns="4464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0317" name="Google Shape;2523;p25"/>
                <p:cNvSpPr/>
                <p:nvPr/>
              </p:nvSpPr>
              <p:spPr>
                <a:xfrm>
                  <a:off x="216000" y="619920"/>
                  <a:ext cx="88920" cy="88920"/>
                </a:xfrm>
                <a:prstGeom prst="rect"/>
                <a:gradFill rotWithShape="0">
                  <a:gsLst>
                    <a:gs pos="0">
                      <a:srgbClr val="B6F8F0"/>
                    </a:gs>
                    <a:gs pos="100000">
                      <a:srgbClr val="7DF3E5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44640" tIns="4464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0318" name="Google Shape;2524;p25"/>
                <p:cNvSpPr/>
                <p:nvPr/>
              </p:nvSpPr>
              <p:spPr>
                <a:xfrm>
                  <a:off x="220680" y="402840"/>
                  <a:ext cx="79200" cy="79200"/>
                </a:xfrm>
                <a:prstGeom prst="rect"/>
                <a:gradFill rotWithShape="0">
                  <a:gsLst>
                    <a:gs pos="0">
                      <a:srgbClr val="B6F8F0"/>
                    </a:gs>
                    <a:gs pos="100000">
                      <a:srgbClr val="7DF3E5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39600" tIns="3960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</p:grpSp>
          <p:grpSp>
            <p:nvGrpSpPr>
              <p:cNvPr id="307" name="Google Shape;2525;p25"/>
              <p:cNvGrpSpPr/>
              <p:nvPr/>
            </p:nvGrpSpPr>
            <p:grpSpPr>
              <a:xfrm>
                <a:off x="189000" y="402840"/>
                <a:ext cx="142920" cy="2453760"/>
                <a:chOff x="189000" y="402840"/>
                <a:chExt cx="142920" cy="2453760"/>
              </a:xfrm>
            </p:grpSpPr>
            <p:sp>
              <p:nvSpPr>
                <p:cNvPr id="1050319" name="Google Shape;2526;p25"/>
                <p:cNvSpPr/>
                <p:nvPr/>
              </p:nvSpPr>
              <p:spPr>
                <a:xfrm>
                  <a:off x="189000" y="2713680"/>
                  <a:ext cx="142920" cy="142920"/>
                </a:xfrm>
                <a:prstGeom prst="rect"/>
                <a:noFill/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71640" tIns="7164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0320" name="Google Shape;2527;p25"/>
                <p:cNvSpPr/>
                <p:nvPr/>
              </p:nvSpPr>
              <p:spPr>
                <a:xfrm>
                  <a:off x="197280" y="2503080"/>
                  <a:ext cx="126000" cy="126360"/>
                </a:xfrm>
                <a:prstGeom prst="rect"/>
                <a:solidFill>
                  <a:srgbClr val="009F8C">
                    <a:alpha val="5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63360" tIns="6336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0321" name="Google Shape;2528;p25"/>
                <p:cNvSpPr/>
                <p:nvPr/>
              </p:nvSpPr>
              <p:spPr>
                <a:xfrm>
                  <a:off x="197280" y="2292480"/>
                  <a:ext cx="126000" cy="126360"/>
                </a:xfrm>
                <a:prstGeom prst="rect"/>
                <a:solidFill>
                  <a:srgbClr val="009F8C">
                    <a:alpha val="10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63360" tIns="6336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0322" name="Google Shape;2529;p25"/>
                <p:cNvSpPr/>
                <p:nvPr/>
              </p:nvSpPr>
              <p:spPr>
                <a:xfrm>
                  <a:off x="197280" y="2081520"/>
                  <a:ext cx="126000" cy="126360"/>
                </a:xfrm>
                <a:prstGeom prst="rect"/>
                <a:solidFill>
                  <a:srgbClr val="009F8C">
                    <a:alpha val="20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63360" tIns="6336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0323" name="Google Shape;2530;p25"/>
                <p:cNvSpPr/>
                <p:nvPr/>
              </p:nvSpPr>
              <p:spPr>
                <a:xfrm>
                  <a:off x="201600" y="1870920"/>
                  <a:ext cx="117360" cy="117720"/>
                </a:xfrm>
                <a:prstGeom prst="rect"/>
                <a:solidFill>
                  <a:srgbClr val="009F8C">
                    <a:alpha val="30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59040" tIns="5904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0324" name="Google Shape;2531;p25"/>
                <p:cNvSpPr/>
                <p:nvPr/>
              </p:nvSpPr>
              <p:spPr>
                <a:xfrm>
                  <a:off x="201600" y="1660320"/>
                  <a:ext cx="117360" cy="117720"/>
                </a:xfrm>
                <a:prstGeom prst="rect"/>
                <a:solidFill>
                  <a:srgbClr val="009F8C">
                    <a:alpha val="40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59040" tIns="5904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0325" name="Google Shape;2532;p25"/>
                <p:cNvSpPr/>
                <p:nvPr/>
              </p:nvSpPr>
              <p:spPr>
                <a:xfrm>
                  <a:off x="203760" y="1449360"/>
                  <a:ext cx="113040" cy="113040"/>
                </a:xfrm>
                <a:prstGeom prst="rect"/>
                <a:solidFill>
                  <a:srgbClr val="009F8C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56520" tIns="5652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0326" name="Google Shape;2533;p25"/>
                <p:cNvSpPr/>
                <p:nvPr/>
              </p:nvSpPr>
              <p:spPr>
                <a:xfrm>
                  <a:off x="205920" y="1238760"/>
                  <a:ext cx="108720" cy="108720"/>
                </a:xfrm>
                <a:prstGeom prst="rect"/>
                <a:solidFill>
                  <a:srgbClr val="009F8C">
                    <a:alpha val="55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54360" tIns="5436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0327" name="Google Shape;2534;p25"/>
                <p:cNvSpPr/>
                <p:nvPr/>
              </p:nvSpPr>
              <p:spPr>
                <a:xfrm>
                  <a:off x="210960" y="1032480"/>
                  <a:ext cx="98640" cy="98640"/>
                </a:xfrm>
                <a:prstGeom prst="rect"/>
                <a:solidFill>
                  <a:srgbClr val="009F8C">
                    <a:alpha val="60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49320" tIns="4932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0328" name="Google Shape;2535;p25"/>
                <p:cNvSpPr/>
                <p:nvPr/>
              </p:nvSpPr>
              <p:spPr>
                <a:xfrm>
                  <a:off x="216000" y="826200"/>
                  <a:ext cx="88920" cy="88920"/>
                </a:xfrm>
                <a:prstGeom prst="rect"/>
                <a:solidFill>
                  <a:srgbClr val="009F8C">
                    <a:alpha val="65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44640" tIns="4464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0329" name="Google Shape;2536;p25"/>
                <p:cNvSpPr/>
                <p:nvPr/>
              </p:nvSpPr>
              <p:spPr>
                <a:xfrm>
                  <a:off x="216000" y="619920"/>
                  <a:ext cx="88920" cy="88920"/>
                </a:xfrm>
                <a:prstGeom prst="rect"/>
                <a:solidFill>
                  <a:srgbClr val="009F8C">
                    <a:alpha val="70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44640" tIns="4464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0330" name="Google Shape;2537;p25"/>
                <p:cNvSpPr/>
                <p:nvPr/>
              </p:nvSpPr>
              <p:spPr>
                <a:xfrm>
                  <a:off x="220680" y="402840"/>
                  <a:ext cx="79200" cy="79200"/>
                </a:xfrm>
                <a:prstGeom prst="rect"/>
                <a:solidFill>
                  <a:srgbClr val="009F8C">
                    <a:alpha val="80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39600" tIns="3960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</p:grpSp>
        </p:grpSp>
        <p:grpSp>
          <p:nvGrpSpPr>
            <p:cNvPr id="308" name="Google Shape;2538;p25"/>
            <p:cNvGrpSpPr/>
            <p:nvPr/>
          </p:nvGrpSpPr>
          <p:grpSpPr>
            <a:xfrm>
              <a:off x="641520" y="2869920"/>
              <a:ext cx="142920" cy="2453760"/>
              <a:chOff x="641520" y="2869920"/>
              <a:chExt cx="142920" cy="2453760"/>
            </a:xfrm>
          </p:grpSpPr>
          <p:grpSp>
            <p:nvGrpSpPr>
              <p:cNvPr id="309" name="Google Shape;2539;p25"/>
              <p:cNvGrpSpPr/>
              <p:nvPr/>
            </p:nvGrpSpPr>
            <p:grpSpPr>
              <a:xfrm>
                <a:off x="641520" y="2869920"/>
                <a:ext cx="142920" cy="2453760"/>
                <a:chOff x="641520" y="2869920"/>
                <a:chExt cx="142920" cy="2453760"/>
              </a:xfrm>
            </p:grpSpPr>
            <p:sp>
              <p:nvSpPr>
                <p:cNvPr id="1050331" name="Google Shape;2540;p25"/>
                <p:cNvSpPr/>
                <p:nvPr/>
              </p:nvSpPr>
              <p:spPr>
                <a:xfrm>
                  <a:off x="641520" y="5180760"/>
                  <a:ext cx="142920" cy="142920"/>
                </a:xfrm>
                <a:prstGeom prst="rect"/>
                <a:gradFill rotWithShape="0">
                  <a:gsLst>
                    <a:gs pos="0">
                      <a:srgbClr val="B6F8F0"/>
                    </a:gs>
                    <a:gs pos="100000">
                      <a:srgbClr val="7DF3E5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71640" tIns="7164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0332" name="Google Shape;2541;p25"/>
                <p:cNvSpPr/>
                <p:nvPr/>
              </p:nvSpPr>
              <p:spPr>
                <a:xfrm>
                  <a:off x="650160" y="4970160"/>
                  <a:ext cx="126000" cy="126360"/>
                </a:xfrm>
                <a:prstGeom prst="rect"/>
                <a:gradFill rotWithShape="0">
                  <a:gsLst>
                    <a:gs pos="0">
                      <a:srgbClr val="B6F8F0"/>
                    </a:gs>
                    <a:gs pos="100000">
                      <a:srgbClr val="7DF3E5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63360" tIns="6336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0333" name="Google Shape;2542;p25"/>
                <p:cNvSpPr/>
                <p:nvPr/>
              </p:nvSpPr>
              <p:spPr>
                <a:xfrm>
                  <a:off x="650160" y="4759200"/>
                  <a:ext cx="126000" cy="126360"/>
                </a:xfrm>
                <a:prstGeom prst="rect"/>
                <a:gradFill rotWithShape="0">
                  <a:gsLst>
                    <a:gs pos="0">
                      <a:srgbClr val="B6F8F0"/>
                    </a:gs>
                    <a:gs pos="100000">
                      <a:srgbClr val="7DF3E5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63360" tIns="6336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0334" name="Google Shape;2543;p25"/>
                <p:cNvSpPr/>
                <p:nvPr/>
              </p:nvSpPr>
              <p:spPr>
                <a:xfrm>
                  <a:off x="650160" y="4548600"/>
                  <a:ext cx="126000" cy="126360"/>
                </a:xfrm>
                <a:prstGeom prst="rect"/>
                <a:gradFill rotWithShape="0">
                  <a:gsLst>
                    <a:gs pos="0">
                      <a:srgbClr val="B6F8F0"/>
                    </a:gs>
                    <a:gs pos="100000">
                      <a:srgbClr val="7DF3E5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63360" tIns="6336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0335" name="Google Shape;2544;p25"/>
                <p:cNvSpPr/>
                <p:nvPr/>
              </p:nvSpPr>
              <p:spPr>
                <a:xfrm>
                  <a:off x="654480" y="4338000"/>
                  <a:ext cx="117360" cy="117720"/>
                </a:xfrm>
                <a:prstGeom prst="rect"/>
                <a:gradFill rotWithShape="0">
                  <a:gsLst>
                    <a:gs pos="0">
                      <a:srgbClr val="B6F8F0"/>
                    </a:gs>
                    <a:gs pos="100000">
                      <a:srgbClr val="7DF3E5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59040" tIns="5904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0336" name="Google Shape;2545;p25"/>
                <p:cNvSpPr/>
                <p:nvPr/>
              </p:nvSpPr>
              <p:spPr>
                <a:xfrm>
                  <a:off x="654480" y="4127040"/>
                  <a:ext cx="117360" cy="117720"/>
                </a:xfrm>
                <a:prstGeom prst="rect"/>
                <a:gradFill rotWithShape="0">
                  <a:gsLst>
                    <a:gs pos="0">
                      <a:srgbClr val="B6F8F0"/>
                    </a:gs>
                    <a:gs pos="100000">
                      <a:srgbClr val="7DF3E5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59040" tIns="5904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0337" name="Google Shape;2546;p25"/>
                <p:cNvSpPr/>
                <p:nvPr/>
              </p:nvSpPr>
              <p:spPr>
                <a:xfrm>
                  <a:off x="656640" y="3916440"/>
                  <a:ext cx="113040" cy="113040"/>
                </a:xfrm>
                <a:prstGeom prst="rect"/>
                <a:gradFill rotWithShape="0">
                  <a:gsLst>
                    <a:gs pos="0">
                      <a:srgbClr val="B6F8F0"/>
                    </a:gs>
                    <a:gs pos="100000">
                      <a:srgbClr val="7DF3E5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56520" tIns="5652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0338" name="Google Shape;2547;p25"/>
                <p:cNvSpPr/>
                <p:nvPr/>
              </p:nvSpPr>
              <p:spPr>
                <a:xfrm>
                  <a:off x="658800" y="3705480"/>
                  <a:ext cx="108720" cy="108720"/>
                </a:xfrm>
                <a:prstGeom prst="rect"/>
                <a:gradFill rotWithShape="0">
                  <a:gsLst>
                    <a:gs pos="0">
                      <a:srgbClr val="B6F8F0"/>
                    </a:gs>
                    <a:gs pos="100000">
                      <a:srgbClr val="7DF3E5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54360" tIns="5436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0339" name="Google Shape;2548;p25"/>
                <p:cNvSpPr/>
                <p:nvPr/>
              </p:nvSpPr>
              <p:spPr>
                <a:xfrm>
                  <a:off x="663840" y="3499560"/>
                  <a:ext cx="98640" cy="98640"/>
                </a:xfrm>
                <a:prstGeom prst="rect"/>
                <a:gradFill rotWithShape="0">
                  <a:gsLst>
                    <a:gs pos="0">
                      <a:srgbClr val="B6F8F0"/>
                    </a:gs>
                    <a:gs pos="100000">
                      <a:srgbClr val="7DF3E5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49320" tIns="4932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0340" name="Google Shape;2549;p25"/>
                <p:cNvSpPr/>
                <p:nvPr/>
              </p:nvSpPr>
              <p:spPr>
                <a:xfrm>
                  <a:off x="668520" y="3293280"/>
                  <a:ext cx="88920" cy="88920"/>
                </a:xfrm>
                <a:prstGeom prst="rect"/>
                <a:gradFill rotWithShape="0">
                  <a:gsLst>
                    <a:gs pos="0">
                      <a:srgbClr val="B6F8F0"/>
                    </a:gs>
                    <a:gs pos="100000">
                      <a:srgbClr val="7DF3E5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44640" tIns="4464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0341" name="Google Shape;2550;p25"/>
                <p:cNvSpPr/>
                <p:nvPr/>
              </p:nvSpPr>
              <p:spPr>
                <a:xfrm>
                  <a:off x="668520" y="3087000"/>
                  <a:ext cx="88920" cy="88920"/>
                </a:xfrm>
                <a:prstGeom prst="rect"/>
                <a:gradFill rotWithShape="0">
                  <a:gsLst>
                    <a:gs pos="0">
                      <a:srgbClr val="B6F8F0"/>
                    </a:gs>
                    <a:gs pos="100000">
                      <a:srgbClr val="7DF3E5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44640" tIns="4464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0342" name="Google Shape;2551;p25"/>
                <p:cNvSpPr/>
                <p:nvPr/>
              </p:nvSpPr>
              <p:spPr>
                <a:xfrm>
                  <a:off x="673560" y="2869920"/>
                  <a:ext cx="79200" cy="79200"/>
                </a:xfrm>
                <a:prstGeom prst="rect"/>
                <a:gradFill rotWithShape="0">
                  <a:gsLst>
                    <a:gs pos="0">
                      <a:srgbClr val="B6F8F0"/>
                    </a:gs>
                    <a:gs pos="100000">
                      <a:srgbClr val="7DF3E5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39600" tIns="3960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</p:grpSp>
          <p:grpSp>
            <p:nvGrpSpPr>
              <p:cNvPr id="310" name="Google Shape;2552;p25"/>
              <p:cNvGrpSpPr/>
              <p:nvPr/>
            </p:nvGrpSpPr>
            <p:grpSpPr>
              <a:xfrm>
                <a:off x="641520" y="2869920"/>
                <a:ext cx="142920" cy="2453760"/>
                <a:chOff x="641520" y="2869920"/>
                <a:chExt cx="142920" cy="2453760"/>
              </a:xfrm>
            </p:grpSpPr>
            <p:sp>
              <p:nvSpPr>
                <p:cNvPr id="1050343" name="Google Shape;2553;p25"/>
                <p:cNvSpPr/>
                <p:nvPr/>
              </p:nvSpPr>
              <p:spPr>
                <a:xfrm>
                  <a:off x="641520" y="5180760"/>
                  <a:ext cx="142920" cy="142920"/>
                </a:xfrm>
                <a:prstGeom prst="rect"/>
                <a:noFill/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71640" tIns="7164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0344" name="Google Shape;2554;p25"/>
                <p:cNvSpPr/>
                <p:nvPr/>
              </p:nvSpPr>
              <p:spPr>
                <a:xfrm>
                  <a:off x="650160" y="4970160"/>
                  <a:ext cx="126000" cy="126360"/>
                </a:xfrm>
                <a:prstGeom prst="rect"/>
                <a:solidFill>
                  <a:srgbClr val="009F8C">
                    <a:alpha val="5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63360" tIns="6336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0345" name="Google Shape;2555;p25"/>
                <p:cNvSpPr/>
                <p:nvPr/>
              </p:nvSpPr>
              <p:spPr>
                <a:xfrm>
                  <a:off x="650160" y="4759200"/>
                  <a:ext cx="126000" cy="126360"/>
                </a:xfrm>
                <a:prstGeom prst="rect"/>
                <a:solidFill>
                  <a:srgbClr val="009F8C">
                    <a:alpha val="10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63360" tIns="6336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0346" name="Google Shape;2556;p25"/>
                <p:cNvSpPr/>
                <p:nvPr/>
              </p:nvSpPr>
              <p:spPr>
                <a:xfrm>
                  <a:off x="650160" y="4548600"/>
                  <a:ext cx="126000" cy="126360"/>
                </a:xfrm>
                <a:prstGeom prst="rect"/>
                <a:solidFill>
                  <a:srgbClr val="009F8C">
                    <a:alpha val="20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63360" tIns="6336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0347" name="Google Shape;2557;p25"/>
                <p:cNvSpPr/>
                <p:nvPr/>
              </p:nvSpPr>
              <p:spPr>
                <a:xfrm>
                  <a:off x="654480" y="4338000"/>
                  <a:ext cx="117360" cy="117720"/>
                </a:xfrm>
                <a:prstGeom prst="rect"/>
                <a:solidFill>
                  <a:srgbClr val="009F8C">
                    <a:alpha val="30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59040" tIns="5904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0348" name="Google Shape;2558;p25"/>
                <p:cNvSpPr/>
                <p:nvPr/>
              </p:nvSpPr>
              <p:spPr>
                <a:xfrm>
                  <a:off x="654480" y="4127040"/>
                  <a:ext cx="117360" cy="117720"/>
                </a:xfrm>
                <a:prstGeom prst="rect"/>
                <a:solidFill>
                  <a:srgbClr val="009F8C">
                    <a:alpha val="40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59040" tIns="5904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0349" name="Google Shape;2559;p25"/>
                <p:cNvSpPr/>
                <p:nvPr/>
              </p:nvSpPr>
              <p:spPr>
                <a:xfrm>
                  <a:off x="656640" y="3916440"/>
                  <a:ext cx="113040" cy="113040"/>
                </a:xfrm>
                <a:prstGeom prst="rect"/>
                <a:solidFill>
                  <a:srgbClr val="009F8C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56520" tIns="5652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0350" name="Google Shape;2560;p25"/>
                <p:cNvSpPr/>
                <p:nvPr/>
              </p:nvSpPr>
              <p:spPr>
                <a:xfrm>
                  <a:off x="658800" y="3705480"/>
                  <a:ext cx="108720" cy="108720"/>
                </a:xfrm>
                <a:prstGeom prst="rect"/>
                <a:solidFill>
                  <a:srgbClr val="009F8C">
                    <a:alpha val="55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54360" tIns="5436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0351" name="Google Shape;2561;p25"/>
                <p:cNvSpPr/>
                <p:nvPr/>
              </p:nvSpPr>
              <p:spPr>
                <a:xfrm>
                  <a:off x="663840" y="3499560"/>
                  <a:ext cx="98640" cy="98640"/>
                </a:xfrm>
                <a:prstGeom prst="rect"/>
                <a:solidFill>
                  <a:srgbClr val="009F8C">
                    <a:alpha val="60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49320" tIns="4932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0352" name="Google Shape;2562;p25"/>
                <p:cNvSpPr/>
                <p:nvPr/>
              </p:nvSpPr>
              <p:spPr>
                <a:xfrm>
                  <a:off x="668520" y="3293280"/>
                  <a:ext cx="88920" cy="88920"/>
                </a:xfrm>
                <a:prstGeom prst="rect"/>
                <a:solidFill>
                  <a:srgbClr val="009F8C">
                    <a:alpha val="65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44640" tIns="4464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0353" name="Google Shape;2563;p25"/>
                <p:cNvSpPr/>
                <p:nvPr/>
              </p:nvSpPr>
              <p:spPr>
                <a:xfrm>
                  <a:off x="668520" y="3087000"/>
                  <a:ext cx="88920" cy="88920"/>
                </a:xfrm>
                <a:prstGeom prst="rect"/>
                <a:solidFill>
                  <a:srgbClr val="009F8C">
                    <a:alpha val="70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44640" tIns="4464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0354" name="Google Shape;2564;p25"/>
                <p:cNvSpPr/>
                <p:nvPr/>
              </p:nvSpPr>
              <p:spPr>
                <a:xfrm>
                  <a:off x="673560" y="2869920"/>
                  <a:ext cx="79200" cy="79200"/>
                </a:xfrm>
                <a:prstGeom prst="rect"/>
                <a:solidFill>
                  <a:srgbClr val="009F8C">
                    <a:alpha val="80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39600" tIns="3960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</p:grpSp>
        </p:grpSp>
        <p:grpSp>
          <p:nvGrpSpPr>
            <p:cNvPr id="311" name="Google Shape;2565;p25"/>
            <p:cNvGrpSpPr/>
            <p:nvPr/>
          </p:nvGrpSpPr>
          <p:grpSpPr>
            <a:xfrm>
              <a:off x="8508240" y="-1075680"/>
              <a:ext cx="142920" cy="2453760"/>
              <a:chOff x="8508240" y="-1075680"/>
              <a:chExt cx="142920" cy="2453760"/>
            </a:xfrm>
          </p:grpSpPr>
          <p:grpSp>
            <p:nvGrpSpPr>
              <p:cNvPr id="312" name="Google Shape;2566;p25"/>
              <p:cNvGrpSpPr/>
              <p:nvPr/>
            </p:nvGrpSpPr>
            <p:grpSpPr>
              <a:xfrm>
                <a:off x="8508240" y="-1075680"/>
                <a:ext cx="142920" cy="2453760"/>
                <a:chOff x="8508240" y="-1075680"/>
                <a:chExt cx="142920" cy="2453760"/>
              </a:xfrm>
            </p:grpSpPr>
            <p:sp>
              <p:nvSpPr>
                <p:cNvPr id="1050355" name="Google Shape;2567;p25"/>
                <p:cNvSpPr/>
                <p:nvPr/>
              </p:nvSpPr>
              <p:spPr>
                <a:xfrm>
                  <a:off x="8508240" y="1235160"/>
                  <a:ext cx="142920" cy="142920"/>
                </a:xfrm>
                <a:prstGeom prst="rect"/>
                <a:gradFill rotWithShape="0">
                  <a:gsLst>
                    <a:gs pos="0">
                      <a:srgbClr val="B6F8F0"/>
                    </a:gs>
                    <a:gs pos="100000">
                      <a:srgbClr val="7DF3E5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71640" tIns="7164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0356" name="Google Shape;2568;p25"/>
                <p:cNvSpPr/>
                <p:nvPr/>
              </p:nvSpPr>
              <p:spPr>
                <a:xfrm>
                  <a:off x="8516520" y="1024560"/>
                  <a:ext cx="126000" cy="126360"/>
                </a:xfrm>
                <a:prstGeom prst="rect"/>
                <a:gradFill rotWithShape="0">
                  <a:gsLst>
                    <a:gs pos="0">
                      <a:srgbClr val="B6F8F0"/>
                    </a:gs>
                    <a:gs pos="100000">
                      <a:srgbClr val="7DF3E5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63360" tIns="6336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0357" name="Google Shape;2569;p25"/>
                <p:cNvSpPr/>
                <p:nvPr/>
              </p:nvSpPr>
              <p:spPr>
                <a:xfrm>
                  <a:off x="8516520" y="813960"/>
                  <a:ext cx="126000" cy="126360"/>
                </a:xfrm>
                <a:prstGeom prst="rect"/>
                <a:gradFill rotWithShape="0">
                  <a:gsLst>
                    <a:gs pos="0">
                      <a:srgbClr val="B6F8F0"/>
                    </a:gs>
                    <a:gs pos="100000">
                      <a:srgbClr val="7DF3E5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63360" tIns="6336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0358" name="Google Shape;2570;p25"/>
                <p:cNvSpPr/>
                <p:nvPr/>
              </p:nvSpPr>
              <p:spPr>
                <a:xfrm>
                  <a:off x="8516520" y="603000"/>
                  <a:ext cx="126000" cy="126360"/>
                </a:xfrm>
                <a:prstGeom prst="rect"/>
                <a:gradFill rotWithShape="0">
                  <a:gsLst>
                    <a:gs pos="0">
                      <a:srgbClr val="B6F8F0"/>
                    </a:gs>
                    <a:gs pos="100000">
                      <a:srgbClr val="7DF3E5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63360" tIns="6336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0359" name="Google Shape;2571;p25"/>
                <p:cNvSpPr/>
                <p:nvPr/>
              </p:nvSpPr>
              <p:spPr>
                <a:xfrm>
                  <a:off x="8520840" y="392400"/>
                  <a:ext cx="117360" cy="117720"/>
                </a:xfrm>
                <a:prstGeom prst="rect"/>
                <a:gradFill rotWithShape="0">
                  <a:gsLst>
                    <a:gs pos="0">
                      <a:srgbClr val="B6F8F0"/>
                    </a:gs>
                    <a:gs pos="100000">
                      <a:srgbClr val="7DF3E5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59040" tIns="5904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0360" name="Google Shape;2572;p25"/>
                <p:cNvSpPr/>
                <p:nvPr/>
              </p:nvSpPr>
              <p:spPr>
                <a:xfrm>
                  <a:off x="8520840" y="181800"/>
                  <a:ext cx="117360" cy="117720"/>
                </a:xfrm>
                <a:prstGeom prst="rect"/>
                <a:gradFill rotWithShape="0">
                  <a:gsLst>
                    <a:gs pos="0">
                      <a:srgbClr val="B6F8F0"/>
                    </a:gs>
                    <a:gs pos="100000">
                      <a:srgbClr val="7DF3E5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59040" tIns="5904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0361" name="Google Shape;2573;p25"/>
                <p:cNvSpPr/>
                <p:nvPr/>
              </p:nvSpPr>
              <p:spPr>
                <a:xfrm>
                  <a:off x="8523000" y="-29160"/>
                  <a:ext cx="113040" cy="113040"/>
                </a:xfrm>
                <a:prstGeom prst="rect"/>
                <a:gradFill rotWithShape="0">
                  <a:gsLst>
                    <a:gs pos="0">
                      <a:srgbClr val="B6F8F0"/>
                    </a:gs>
                    <a:gs pos="100000">
                      <a:srgbClr val="7DF3E5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56520" tIns="5652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0362" name="Google Shape;2574;p25"/>
                <p:cNvSpPr/>
                <p:nvPr/>
              </p:nvSpPr>
              <p:spPr>
                <a:xfrm>
                  <a:off x="8525160" y="-239760"/>
                  <a:ext cx="108720" cy="108720"/>
                </a:xfrm>
                <a:prstGeom prst="rect"/>
                <a:gradFill rotWithShape="0">
                  <a:gsLst>
                    <a:gs pos="0">
                      <a:srgbClr val="B6F8F0"/>
                    </a:gs>
                    <a:gs pos="100000">
                      <a:srgbClr val="7DF3E5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54360" tIns="5436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0363" name="Google Shape;2575;p25"/>
                <p:cNvSpPr/>
                <p:nvPr/>
              </p:nvSpPr>
              <p:spPr>
                <a:xfrm>
                  <a:off x="8530200" y="-446040"/>
                  <a:ext cx="98640" cy="98640"/>
                </a:xfrm>
                <a:prstGeom prst="rect"/>
                <a:gradFill rotWithShape="0">
                  <a:gsLst>
                    <a:gs pos="0">
                      <a:srgbClr val="B6F8F0"/>
                    </a:gs>
                    <a:gs pos="100000">
                      <a:srgbClr val="7DF3E5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49320" tIns="4932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0364" name="Google Shape;2576;p25"/>
                <p:cNvSpPr/>
                <p:nvPr/>
              </p:nvSpPr>
              <p:spPr>
                <a:xfrm>
                  <a:off x="8535240" y="-652320"/>
                  <a:ext cx="88920" cy="88920"/>
                </a:xfrm>
                <a:prstGeom prst="rect"/>
                <a:gradFill rotWithShape="0">
                  <a:gsLst>
                    <a:gs pos="0">
                      <a:srgbClr val="B6F8F0"/>
                    </a:gs>
                    <a:gs pos="100000">
                      <a:srgbClr val="7DF3E5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44640" tIns="4464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0365" name="Google Shape;2577;p25"/>
                <p:cNvSpPr/>
                <p:nvPr/>
              </p:nvSpPr>
              <p:spPr>
                <a:xfrm>
                  <a:off x="8535240" y="-858600"/>
                  <a:ext cx="88920" cy="88920"/>
                </a:xfrm>
                <a:prstGeom prst="rect"/>
                <a:gradFill rotWithShape="0">
                  <a:gsLst>
                    <a:gs pos="0">
                      <a:srgbClr val="B6F8F0"/>
                    </a:gs>
                    <a:gs pos="100000">
                      <a:srgbClr val="7DF3E5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44640" tIns="4464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0366" name="Google Shape;2578;p25"/>
                <p:cNvSpPr/>
                <p:nvPr/>
              </p:nvSpPr>
              <p:spPr>
                <a:xfrm>
                  <a:off x="8539920" y="-1075680"/>
                  <a:ext cx="79200" cy="79200"/>
                </a:xfrm>
                <a:prstGeom prst="rect"/>
                <a:gradFill rotWithShape="0">
                  <a:gsLst>
                    <a:gs pos="0">
                      <a:srgbClr val="B6F8F0"/>
                    </a:gs>
                    <a:gs pos="100000">
                      <a:srgbClr val="7DF3E5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39600" tIns="3960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</p:grpSp>
          <p:grpSp>
            <p:nvGrpSpPr>
              <p:cNvPr id="313" name="Google Shape;2579;p25"/>
              <p:cNvGrpSpPr/>
              <p:nvPr/>
            </p:nvGrpSpPr>
            <p:grpSpPr>
              <a:xfrm>
                <a:off x="8508240" y="-1075680"/>
                <a:ext cx="142920" cy="2453760"/>
                <a:chOff x="8508240" y="-1075680"/>
                <a:chExt cx="142920" cy="2453760"/>
              </a:xfrm>
            </p:grpSpPr>
            <p:sp>
              <p:nvSpPr>
                <p:cNvPr id="1050367" name="Google Shape;2580;p25"/>
                <p:cNvSpPr/>
                <p:nvPr/>
              </p:nvSpPr>
              <p:spPr>
                <a:xfrm>
                  <a:off x="8508240" y="1235160"/>
                  <a:ext cx="142920" cy="142920"/>
                </a:xfrm>
                <a:prstGeom prst="rect"/>
                <a:noFill/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71640" tIns="7164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0368" name="Google Shape;2581;p25"/>
                <p:cNvSpPr/>
                <p:nvPr/>
              </p:nvSpPr>
              <p:spPr>
                <a:xfrm>
                  <a:off x="8516520" y="1024560"/>
                  <a:ext cx="126000" cy="126360"/>
                </a:xfrm>
                <a:prstGeom prst="rect"/>
                <a:solidFill>
                  <a:srgbClr val="009F8C">
                    <a:alpha val="5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63360" tIns="6336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0369" name="Google Shape;2582;p25"/>
                <p:cNvSpPr/>
                <p:nvPr/>
              </p:nvSpPr>
              <p:spPr>
                <a:xfrm>
                  <a:off x="8516520" y="813960"/>
                  <a:ext cx="126000" cy="126360"/>
                </a:xfrm>
                <a:prstGeom prst="rect"/>
                <a:solidFill>
                  <a:srgbClr val="009F8C">
                    <a:alpha val="10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63360" tIns="6336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0370" name="Google Shape;2583;p25"/>
                <p:cNvSpPr/>
                <p:nvPr/>
              </p:nvSpPr>
              <p:spPr>
                <a:xfrm>
                  <a:off x="8516520" y="603000"/>
                  <a:ext cx="126000" cy="126360"/>
                </a:xfrm>
                <a:prstGeom prst="rect"/>
                <a:solidFill>
                  <a:srgbClr val="009F8C">
                    <a:alpha val="20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63360" tIns="6336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0371" name="Google Shape;2584;p25"/>
                <p:cNvSpPr/>
                <p:nvPr/>
              </p:nvSpPr>
              <p:spPr>
                <a:xfrm>
                  <a:off x="8520840" y="392400"/>
                  <a:ext cx="117360" cy="117720"/>
                </a:xfrm>
                <a:prstGeom prst="rect"/>
                <a:solidFill>
                  <a:srgbClr val="009F8C">
                    <a:alpha val="30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59040" tIns="5904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0372" name="Google Shape;2585;p25"/>
                <p:cNvSpPr/>
                <p:nvPr/>
              </p:nvSpPr>
              <p:spPr>
                <a:xfrm>
                  <a:off x="8520840" y="181800"/>
                  <a:ext cx="117360" cy="117720"/>
                </a:xfrm>
                <a:prstGeom prst="rect"/>
                <a:solidFill>
                  <a:srgbClr val="009F8C">
                    <a:alpha val="40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59040" tIns="5904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0373" name="Google Shape;2586;p25"/>
                <p:cNvSpPr/>
                <p:nvPr/>
              </p:nvSpPr>
              <p:spPr>
                <a:xfrm>
                  <a:off x="8523000" y="-29160"/>
                  <a:ext cx="113040" cy="113040"/>
                </a:xfrm>
                <a:prstGeom prst="rect"/>
                <a:solidFill>
                  <a:srgbClr val="009F8C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56520" tIns="5652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0374" name="Google Shape;2587;p25"/>
                <p:cNvSpPr/>
                <p:nvPr/>
              </p:nvSpPr>
              <p:spPr>
                <a:xfrm>
                  <a:off x="8525160" y="-239760"/>
                  <a:ext cx="108720" cy="108720"/>
                </a:xfrm>
                <a:prstGeom prst="rect"/>
                <a:solidFill>
                  <a:srgbClr val="009F8C">
                    <a:alpha val="55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54360" tIns="5436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0375" name="Google Shape;2588;p25"/>
                <p:cNvSpPr/>
                <p:nvPr/>
              </p:nvSpPr>
              <p:spPr>
                <a:xfrm>
                  <a:off x="8530200" y="-446040"/>
                  <a:ext cx="98640" cy="98640"/>
                </a:xfrm>
                <a:prstGeom prst="rect"/>
                <a:solidFill>
                  <a:srgbClr val="009F8C">
                    <a:alpha val="60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49320" tIns="4932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0376" name="Google Shape;2589;p25"/>
                <p:cNvSpPr/>
                <p:nvPr/>
              </p:nvSpPr>
              <p:spPr>
                <a:xfrm>
                  <a:off x="8535240" y="-652320"/>
                  <a:ext cx="88920" cy="88920"/>
                </a:xfrm>
                <a:prstGeom prst="rect"/>
                <a:solidFill>
                  <a:srgbClr val="009F8C">
                    <a:alpha val="65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44640" tIns="4464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0377" name="Google Shape;2590;p25"/>
                <p:cNvSpPr/>
                <p:nvPr/>
              </p:nvSpPr>
              <p:spPr>
                <a:xfrm>
                  <a:off x="8535240" y="-858600"/>
                  <a:ext cx="88920" cy="88920"/>
                </a:xfrm>
                <a:prstGeom prst="rect"/>
                <a:solidFill>
                  <a:srgbClr val="009F8C">
                    <a:alpha val="70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44640" tIns="4464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0378" name="Google Shape;2591;p25"/>
                <p:cNvSpPr/>
                <p:nvPr/>
              </p:nvSpPr>
              <p:spPr>
                <a:xfrm>
                  <a:off x="8539920" y="-1075680"/>
                  <a:ext cx="79200" cy="79200"/>
                </a:xfrm>
                <a:prstGeom prst="rect"/>
                <a:solidFill>
                  <a:srgbClr val="009F8C">
                    <a:alpha val="80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39600" tIns="3960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</p:grpSp>
        </p:grpSp>
        <p:grpSp>
          <p:nvGrpSpPr>
            <p:cNvPr id="314" name="Google Shape;2592;p25"/>
            <p:cNvGrpSpPr/>
            <p:nvPr/>
          </p:nvGrpSpPr>
          <p:grpSpPr>
            <a:xfrm>
              <a:off x="8916840" y="539640"/>
              <a:ext cx="142920" cy="2453760"/>
              <a:chOff x="8916840" y="539640"/>
              <a:chExt cx="142920" cy="2453760"/>
            </a:xfrm>
          </p:grpSpPr>
          <p:grpSp>
            <p:nvGrpSpPr>
              <p:cNvPr id="315" name="Google Shape;2593;p25"/>
              <p:cNvGrpSpPr/>
              <p:nvPr/>
            </p:nvGrpSpPr>
            <p:grpSpPr>
              <a:xfrm>
                <a:off x="8916840" y="539640"/>
                <a:ext cx="142920" cy="2453760"/>
                <a:chOff x="8916840" y="539640"/>
                <a:chExt cx="142920" cy="2453760"/>
              </a:xfrm>
            </p:grpSpPr>
            <p:sp>
              <p:nvSpPr>
                <p:cNvPr id="1050379" name="Google Shape;2594;p25"/>
                <p:cNvSpPr/>
                <p:nvPr/>
              </p:nvSpPr>
              <p:spPr>
                <a:xfrm>
                  <a:off x="8916840" y="2850480"/>
                  <a:ext cx="142920" cy="142920"/>
                </a:xfrm>
                <a:prstGeom prst="rect"/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71640" tIns="7164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0380" name="Google Shape;2595;p25"/>
                <p:cNvSpPr/>
                <p:nvPr/>
              </p:nvSpPr>
              <p:spPr>
                <a:xfrm>
                  <a:off x="8925480" y="2639880"/>
                  <a:ext cx="126000" cy="126360"/>
                </a:xfrm>
                <a:prstGeom prst="rect"/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63360" tIns="6336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0381" name="Google Shape;2596;p25"/>
                <p:cNvSpPr/>
                <p:nvPr/>
              </p:nvSpPr>
              <p:spPr>
                <a:xfrm>
                  <a:off x="8925480" y="2428920"/>
                  <a:ext cx="126000" cy="126360"/>
                </a:xfrm>
                <a:prstGeom prst="rect"/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63360" tIns="6336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0382" name="Google Shape;2597;p25"/>
                <p:cNvSpPr/>
                <p:nvPr/>
              </p:nvSpPr>
              <p:spPr>
                <a:xfrm>
                  <a:off x="8925480" y="2218320"/>
                  <a:ext cx="126000" cy="126360"/>
                </a:xfrm>
                <a:prstGeom prst="rect"/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63360" tIns="6336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0383" name="Google Shape;2598;p25"/>
                <p:cNvSpPr/>
                <p:nvPr/>
              </p:nvSpPr>
              <p:spPr>
                <a:xfrm>
                  <a:off x="8929800" y="2007720"/>
                  <a:ext cx="117360" cy="117720"/>
                </a:xfrm>
                <a:prstGeom prst="rect"/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59040" tIns="5904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0384" name="Google Shape;2599;p25"/>
                <p:cNvSpPr/>
                <p:nvPr/>
              </p:nvSpPr>
              <p:spPr>
                <a:xfrm>
                  <a:off x="8929800" y="1796760"/>
                  <a:ext cx="117360" cy="117720"/>
                </a:xfrm>
                <a:prstGeom prst="rect"/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59040" tIns="5904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0385" name="Google Shape;2600;p25"/>
                <p:cNvSpPr/>
                <p:nvPr/>
              </p:nvSpPr>
              <p:spPr>
                <a:xfrm>
                  <a:off x="8931960" y="1586160"/>
                  <a:ext cx="113040" cy="113040"/>
                </a:xfrm>
                <a:prstGeom prst="rect"/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56520" tIns="5652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0386" name="Google Shape;2601;p25"/>
                <p:cNvSpPr/>
                <p:nvPr/>
              </p:nvSpPr>
              <p:spPr>
                <a:xfrm>
                  <a:off x="8934120" y="1375200"/>
                  <a:ext cx="108720" cy="108720"/>
                </a:xfrm>
                <a:prstGeom prst="rect"/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54360" tIns="5436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0387" name="Google Shape;2602;p25"/>
                <p:cNvSpPr/>
                <p:nvPr/>
              </p:nvSpPr>
              <p:spPr>
                <a:xfrm>
                  <a:off x="8939160" y="1169280"/>
                  <a:ext cx="98640" cy="98640"/>
                </a:xfrm>
                <a:prstGeom prst="rect"/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49320" tIns="4932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0388" name="Google Shape;2603;p25"/>
                <p:cNvSpPr/>
                <p:nvPr/>
              </p:nvSpPr>
              <p:spPr>
                <a:xfrm>
                  <a:off x="8943840" y="963000"/>
                  <a:ext cx="88920" cy="88920"/>
                </a:xfrm>
                <a:prstGeom prst="rect"/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44640" tIns="4464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0389" name="Google Shape;2604;p25"/>
                <p:cNvSpPr/>
                <p:nvPr/>
              </p:nvSpPr>
              <p:spPr>
                <a:xfrm>
                  <a:off x="8943840" y="756720"/>
                  <a:ext cx="88920" cy="88920"/>
                </a:xfrm>
                <a:prstGeom prst="rect"/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44640" tIns="4464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0390" name="Google Shape;2605;p25"/>
                <p:cNvSpPr/>
                <p:nvPr/>
              </p:nvSpPr>
              <p:spPr>
                <a:xfrm>
                  <a:off x="8948880" y="539640"/>
                  <a:ext cx="79200" cy="79200"/>
                </a:xfrm>
                <a:prstGeom prst="rect"/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39600" tIns="3960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</p:grpSp>
          <p:grpSp>
            <p:nvGrpSpPr>
              <p:cNvPr id="316" name="Google Shape;2606;p25"/>
              <p:cNvGrpSpPr/>
              <p:nvPr/>
            </p:nvGrpSpPr>
            <p:grpSpPr>
              <a:xfrm>
                <a:off x="8916840" y="539640"/>
                <a:ext cx="142920" cy="2453760"/>
                <a:chOff x="8916840" y="539640"/>
                <a:chExt cx="142920" cy="2453760"/>
              </a:xfrm>
            </p:grpSpPr>
            <p:sp>
              <p:nvSpPr>
                <p:cNvPr id="1050391" name="Google Shape;2607;p25"/>
                <p:cNvSpPr/>
                <p:nvPr/>
              </p:nvSpPr>
              <p:spPr>
                <a:xfrm>
                  <a:off x="8916840" y="2850480"/>
                  <a:ext cx="142920" cy="142920"/>
                </a:xfrm>
                <a:prstGeom prst="rect"/>
                <a:noFill/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71640" tIns="7164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0392" name="Google Shape;2608;p25"/>
                <p:cNvSpPr/>
                <p:nvPr/>
              </p:nvSpPr>
              <p:spPr>
                <a:xfrm>
                  <a:off x="8925480" y="2639880"/>
                  <a:ext cx="126000" cy="126360"/>
                </a:xfrm>
                <a:prstGeom prst="rect"/>
                <a:solidFill>
                  <a:srgbClr val="009F8C">
                    <a:alpha val="5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63360" tIns="6336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0393" name="Google Shape;2609;p25"/>
                <p:cNvSpPr/>
                <p:nvPr/>
              </p:nvSpPr>
              <p:spPr>
                <a:xfrm>
                  <a:off x="8925480" y="2428920"/>
                  <a:ext cx="126000" cy="126360"/>
                </a:xfrm>
                <a:prstGeom prst="rect"/>
                <a:solidFill>
                  <a:srgbClr val="009F8C">
                    <a:alpha val="10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63360" tIns="6336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0394" name="Google Shape;2610;p25"/>
                <p:cNvSpPr/>
                <p:nvPr/>
              </p:nvSpPr>
              <p:spPr>
                <a:xfrm>
                  <a:off x="8925480" y="2218320"/>
                  <a:ext cx="126000" cy="126360"/>
                </a:xfrm>
                <a:prstGeom prst="rect"/>
                <a:solidFill>
                  <a:srgbClr val="009F8C">
                    <a:alpha val="20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63360" tIns="6336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0395" name="Google Shape;2611;p25"/>
                <p:cNvSpPr/>
                <p:nvPr/>
              </p:nvSpPr>
              <p:spPr>
                <a:xfrm>
                  <a:off x="8929800" y="2007720"/>
                  <a:ext cx="117360" cy="117720"/>
                </a:xfrm>
                <a:prstGeom prst="rect"/>
                <a:solidFill>
                  <a:srgbClr val="009F8C">
                    <a:alpha val="30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59040" tIns="5904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0396" name="Google Shape;2612;p25"/>
                <p:cNvSpPr/>
                <p:nvPr/>
              </p:nvSpPr>
              <p:spPr>
                <a:xfrm>
                  <a:off x="8929800" y="1796760"/>
                  <a:ext cx="117360" cy="117720"/>
                </a:xfrm>
                <a:prstGeom prst="rect"/>
                <a:solidFill>
                  <a:srgbClr val="009F8C">
                    <a:alpha val="40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59040" tIns="5904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0397" name="Google Shape;2613;p25"/>
                <p:cNvSpPr/>
                <p:nvPr/>
              </p:nvSpPr>
              <p:spPr>
                <a:xfrm>
                  <a:off x="8931960" y="1586160"/>
                  <a:ext cx="113040" cy="113040"/>
                </a:xfrm>
                <a:prstGeom prst="rect"/>
                <a:solidFill>
                  <a:srgbClr val="009F8C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56520" tIns="5652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0398" name="Google Shape;2614;p25"/>
                <p:cNvSpPr/>
                <p:nvPr/>
              </p:nvSpPr>
              <p:spPr>
                <a:xfrm>
                  <a:off x="8934120" y="1375200"/>
                  <a:ext cx="108720" cy="108720"/>
                </a:xfrm>
                <a:prstGeom prst="rect"/>
                <a:solidFill>
                  <a:srgbClr val="009F8C">
                    <a:alpha val="55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54360" tIns="5436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0399" name="Google Shape;2615;p25"/>
                <p:cNvSpPr/>
                <p:nvPr/>
              </p:nvSpPr>
              <p:spPr>
                <a:xfrm>
                  <a:off x="8939160" y="1169280"/>
                  <a:ext cx="98640" cy="98640"/>
                </a:xfrm>
                <a:prstGeom prst="rect"/>
                <a:solidFill>
                  <a:srgbClr val="009F8C">
                    <a:alpha val="60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49320" tIns="4932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0400" name="Google Shape;2616;p25"/>
                <p:cNvSpPr/>
                <p:nvPr/>
              </p:nvSpPr>
              <p:spPr>
                <a:xfrm>
                  <a:off x="8943840" y="963000"/>
                  <a:ext cx="88920" cy="88920"/>
                </a:xfrm>
                <a:prstGeom prst="rect"/>
                <a:solidFill>
                  <a:srgbClr val="009F8C">
                    <a:alpha val="65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44640" tIns="4464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0401" name="Google Shape;2617;p25"/>
                <p:cNvSpPr/>
                <p:nvPr/>
              </p:nvSpPr>
              <p:spPr>
                <a:xfrm>
                  <a:off x="8943840" y="756720"/>
                  <a:ext cx="88920" cy="88920"/>
                </a:xfrm>
                <a:prstGeom prst="rect"/>
                <a:solidFill>
                  <a:srgbClr val="009F8C">
                    <a:alpha val="70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44640" tIns="4464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0402" name="Google Shape;2618;p25"/>
                <p:cNvSpPr/>
                <p:nvPr/>
              </p:nvSpPr>
              <p:spPr>
                <a:xfrm>
                  <a:off x="8948880" y="539640"/>
                  <a:ext cx="79200" cy="79200"/>
                </a:xfrm>
                <a:prstGeom prst="rect"/>
                <a:solidFill>
                  <a:srgbClr val="009F8C">
                    <a:alpha val="80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39600" tIns="3960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</p:grpSp>
        </p:grpSp>
        <p:grpSp>
          <p:nvGrpSpPr>
            <p:cNvPr id="317" name="Google Shape;2619;p25"/>
            <p:cNvGrpSpPr/>
            <p:nvPr/>
          </p:nvGrpSpPr>
          <p:grpSpPr>
            <a:xfrm>
              <a:off x="8359200" y="2507760"/>
              <a:ext cx="142920" cy="2453760"/>
              <a:chOff x="8359200" y="2507760"/>
              <a:chExt cx="142920" cy="2453760"/>
            </a:xfrm>
          </p:grpSpPr>
          <p:grpSp>
            <p:nvGrpSpPr>
              <p:cNvPr id="318" name="Google Shape;2620;p25"/>
              <p:cNvGrpSpPr/>
              <p:nvPr/>
            </p:nvGrpSpPr>
            <p:grpSpPr>
              <a:xfrm>
                <a:off x="8359200" y="2507760"/>
                <a:ext cx="142920" cy="2453760"/>
                <a:chOff x="8359200" y="2507760"/>
                <a:chExt cx="142920" cy="2453760"/>
              </a:xfrm>
            </p:grpSpPr>
            <p:sp>
              <p:nvSpPr>
                <p:cNvPr id="1050403" name="Google Shape;2621;p25"/>
                <p:cNvSpPr/>
                <p:nvPr/>
              </p:nvSpPr>
              <p:spPr>
                <a:xfrm>
                  <a:off x="8359200" y="4818600"/>
                  <a:ext cx="142920" cy="142920"/>
                </a:xfrm>
                <a:prstGeom prst="rect"/>
                <a:gradFill rotWithShape="0">
                  <a:gsLst>
                    <a:gs pos="0">
                      <a:srgbClr val="B6F8F0"/>
                    </a:gs>
                    <a:gs pos="100000">
                      <a:srgbClr val="7DF3E5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71640" tIns="7164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0404" name="Google Shape;2622;p25"/>
                <p:cNvSpPr/>
                <p:nvPr/>
              </p:nvSpPr>
              <p:spPr>
                <a:xfrm>
                  <a:off x="8367480" y="4608000"/>
                  <a:ext cx="126000" cy="126360"/>
                </a:xfrm>
                <a:prstGeom prst="rect"/>
                <a:gradFill rotWithShape="0">
                  <a:gsLst>
                    <a:gs pos="0">
                      <a:srgbClr val="B6F8F0"/>
                    </a:gs>
                    <a:gs pos="100000">
                      <a:srgbClr val="7DF3E5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63360" tIns="6336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0405" name="Google Shape;2623;p25"/>
                <p:cNvSpPr/>
                <p:nvPr/>
              </p:nvSpPr>
              <p:spPr>
                <a:xfrm>
                  <a:off x="8367480" y="4397040"/>
                  <a:ext cx="126000" cy="126360"/>
                </a:xfrm>
                <a:prstGeom prst="rect"/>
                <a:gradFill rotWithShape="0">
                  <a:gsLst>
                    <a:gs pos="0">
                      <a:srgbClr val="B6F8F0"/>
                    </a:gs>
                    <a:gs pos="100000">
                      <a:srgbClr val="7DF3E5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63360" tIns="6336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0406" name="Google Shape;2624;p25"/>
                <p:cNvSpPr/>
                <p:nvPr/>
              </p:nvSpPr>
              <p:spPr>
                <a:xfrm>
                  <a:off x="8367480" y="4186440"/>
                  <a:ext cx="126000" cy="126360"/>
                </a:xfrm>
                <a:prstGeom prst="rect"/>
                <a:gradFill rotWithShape="0">
                  <a:gsLst>
                    <a:gs pos="0">
                      <a:srgbClr val="B6F8F0"/>
                    </a:gs>
                    <a:gs pos="100000">
                      <a:srgbClr val="7DF3E5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63360" tIns="6336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0407" name="Google Shape;2625;p25"/>
                <p:cNvSpPr/>
                <p:nvPr/>
              </p:nvSpPr>
              <p:spPr>
                <a:xfrm>
                  <a:off x="8371800" y="3975840"/>
                  <a:ext cx="117360" cy="117720"/>
                </a:xfrm>
                <a:prstGeom prst="rect"/>
                <a:gradFill rotWithShape="0">
                  <a:gsLst>
                    <a:gs pos="0">
                      <a:srgbClr val="B6F8F0"/>
                    </a:gs>
                    <a:gs pos="100000">
                      <a:srgbClr val="7DF3E5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59040" tIns="5904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0408" name="Google Shape;2626;p25"/>
                <p:cNvSpPr/>
                <p:nvPr/>
              </p:nvSpPr>
              <p:spPr>
                <a:xfrm>
                  <a:off x="8371800" y="3764880"/>
                  <a:ext cx="117360" cy="117720"/>
                </a:xfrm>
                <a:prstGeom prst="rect"/>
                <a:gradFill rotWithShape="0">
                  <a:gsLst>
                    <a:gs pos="0">
                      <a:srgbClr val="B6F8F0"/>
                    </a:gs>
                    <a:gs pos="100000">
                      <a:srgbClr val="7DF3E5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59040" tIns="5904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0409" name="Google Shape;2627;p25"/>
                <p:cNvSpPr/>
                <p:nvPr/>
              </p:nvSpPr>
              <p:spPr>
                <a:xfrm>
                  <a:off x="8373960" y="3554280"/>
                  <a:ext cx="113040" cy="113040"/>
                </a:xfrm>
                <a:prstGeom prst="rect"/>
                <a:gradFill rotWithShape="0">
                  <a:gsLst>
                    <a:gs pos="0">
                      <a:srgbClr val="B6F8F0"/>
                    </a:gs>
                    <a:gs pos="100000">
                      <a:srgbClr val="7DF3E5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56520" tIns="5652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0410" name="Google Shape;2628;p25"/>
                <p:cNvSpPr/>
                <p:nvPr/>
              </p:nvSpPr>
              <p:spPr>
                <a:xfrm>
                  <a:off x="8376480" y="3343320"/>
                  <a:ext cx="108720" cy="108720"/>
                </a:xfrm>
                <a:prstGeom prst="rect"/>
                <a:gradFill rotWithShape="0">
                  <a:gsLst>
                    <a:gs pos="0">
                      <a:srgbClr val="B6F8F0"/>
                    </a:gs>
                    <a:gs pos="100000">
                      <a:srgbClr val="7DF3E5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54360" tIns="5436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0411" name="Google Shape;2629;p25"/>
                <p:cNvSpPr/>
                <p:nvPr/>
              </p:nvSpPr>
              <p:spPr>
                <a:xfrm>
                  <a:off x="8381160" y="3137400"/>
                  <a:ext cx="98640" cy="98640"/>
                </a:xfrm>
                <a:prstGeom prst="rect"/>
                <a:gradFill rotWithShape="0">
                  <a:gsLst>
                    <a:gs pos="0">
                      <a:srgbClr val="B6F8F0"/>
                    </a:gs>
                    <a:gs pos="100000">
                      <a:srgbClr val="7DF3E5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49320" tIns="4932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0412" name="Google Shape;2630;p25"/>
                <p:cNvSpPr/>
                <p:nvPr/>
              </p:nvSpPr>
              <p:spPr>
                <a:xfrm>
                  <a:off x="8386200" y="2931120"/>
                  <a:ext cx="88920" cy="88920"/>
                </a:xfrm>
                <a:prstGeom prst="rect"/>
                <a:gradFill rotWithShape="0">
                  <a:gsLst>
                    <a:gs pos="0">
                      <a:srgbClr val="B6F8F0"/>
                    </a:gs>
                    <a:gs pos="100000">
                      <a:srgbClr val="7DF3E5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44640" tIns="4464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0413" name="Google Shape;2631;p25"/>
                <p:cNvSpPr/>
                <p:nvPr/>
              </p:nvSpPr>
              <p:spPr>
                <a:xfrm>
                  <a:off x="8386200" y="2724840"/>
                  <a:ext cx="88920" cy="88920"/>
                </a:xfrm>
                <a:prstGeom prst="rect"/>
                <a:gradFill rotWithShape="0">
                  <a:gsLst>
                    <a:gs pos="0">
                      <a:srgbClr val="B6F8F0"/>
                    </a:gs>
                    <a:gs pos="100000">
                      <a:srgbClr val="7DF3E5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44640" tIns="4464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0414" name="Google Shape;2632;p25"/>
                <p:cNvSpPr/>
                <p:nvPr/>
              </p:nvSpPr>
              <p:spPr>
                <a:xfrm>
                  <a:off x="8390880" y="2507760"/>
                  <a:ext cx="79200" cy="79200"/>
                </a:xfrm>
                <a:prstGeom prst="rect"/>
                <a:gradFill rotWithShape="0">
                  <a:gsLst>
                    <a:gs pos="0">
                      <a:srgbClr val="B6F8F0"/>
                    </a:gs>
                    <a:gs pos="100000">
                      <a:srgbClr val="7DF3E5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39600" tIns="3960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</p:grpSp>
          <p:grpSp>
            <p:nvGrpSpPr>
              <p:cNvPr id="319" name="Google Shape;2633;p25"/>
              <p:cNvGrpSpPr/>
              <p:nvPr/>
            </p:nvGrpSpPr>
            <p:grpSpPr>
              <a:xfrm>
                <a:off x="8359200" y="2507760"/>
                <a:ext cx="142920" cy="2453760"/>
                <a:chOff x="8359200" y="2507760"/>
                <a:chExt cx="142920" cy="2453760"/>
              </a:xfrm>
            </p:grpSpPr>
            <p:sp>
              <p:nvSpPr>
                <p:cNvPr id="1050415" name="Google Shape;2634;p25"/>
                <p:cNvSpPr/>
                <p:nvPr/>
              </p:nvSpPr>
              <p:spPr>
                <a:xfrm>
                  <a:off x="8359200" y="4818600"/>
                  <a:ext cx="142920" cy="142920"/>
                </a:xfrm>
                <a:prstGeom prst="rect"/>
                <a:noFill/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71640" tIns="7164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0416" name="Google Shape;2635;p25"/>
                <p:cNvSpPr/>
                <p:nvPr/>
              </p:nvSpPr>
              <p:spPr>
                <a:xfrm>
                  <a:off x="8367480" y="4608000"/>
                  <a:ext cx="126000" cy="126360"/>
                </a:xfrm>
                <a:prstGeom prst="rect"/>
                <a:solidFill>
                  <a:srgbClr val="009F8C">
                    <a:alpha val="5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63360" tIns="6336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0417" name="Google Shape;2636;p25"/>
                <p:cNvSpPr/>
                <p:nvPr/>
              </p:nvSpPr>
              <p:spPr>
                <a:xfrm>
                  <a:off x="8367480" y="4397040"/>
                  <a:ext cx="126000" cy="126360"/>
                </a:xfrm>
                <a:prstGeom prst="rect"/>
                <a:solidFill>
                  <a:srgbClr val="009F8C">
                    <a:alpha val="10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63360" tIns="6336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0418" name="Google Shape;2637;p25"/>
                <p:cNvSpPr/>
                <p:nvPr/>
              </p:nvSpPr>
              <p:spPr>
                <a:xfrm>
                  <a:off x="8367480" y="4186440"/>
                  <a:ext cx="126000" cy="126360"/>
                </a:xfrm>
                <a:prstGeom prst="rect"/>
                <a:solidFill>
                  <a:srgbClr val="009F8C">
                    <a:alpha val="20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63360" tIns="6336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0419" name="Google Shape;2638;p25"/>
                <p:cNvSpPr/>
                <p:nvPr/>
              </p:nvSpPr>
              <p:spPr>
                <a:xfrm>
                  <a:off x="8371800" y="3975840"/>
                  <a:ext cx="117360" cy="117720"/>
                </a:xfrm>
                <a:prstGeom prst="rect"/>
                <a:solidFill>
                  <a:srgbClr val="009F8C">
                    <a:alpha val="30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59040" tIns="5904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0420" name="Google Shape;2639;p25"/>
                <p:cNvSpPr/>
                <p:nvPr/>
              </p:nvSpPr>
              <p:spPr>
                <a:xfrm>
                  <a:off x="8371800" y="3764880"/>
                  <a:ext cx="117360" cy="117720"/>
                </a:xfrm>
                <a:prstGeom prst="rect"/>
                <a:solidFill>
                  <a:srgbClr val="009F8C">
                    <a:alpha val="40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59040" tIns="5904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0421" name="Google Shape;2640;p25"/>
                <p:cNvSpPr/>
                <p:nvPr/>
              </p:nvSpPr>
              <p:spPr>
                <a:xfrm>
                  <a:off x="8373960" y="3554280"/>
                  <a:ext cx="113040" cy="113040"/>
                </a:xfrm>
                <a:prstGeom prst="rect"/>
                <a:solidFill>
                  <a:srgbClr val="009F8C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56520" tIns="5652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0422" name="Google Shape;2641;p25"/>
                <p:cNvSpPr/>
                <p:nvPr/>
              </p:nvSpPr>
              <p:spPr>
                <a:xfrm>
                  <a:off x="8376480" y="3343320"/>
                  <a:ext cx="108720" cy="108720"/>
                </a:xfrm>
                <a:prstGeom prst="rect"/>
                <a:solidFill>
                  <a:srgbClr val="009F8C">
                    <a:alpha val="55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54360" tIns="5436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0423" name="Google Shape;2642;p25"/>
                <p:cNvSpPr/>
                <p:nvPr/>
              </p:nvSpPr>
              <p:spPr>
                <a:xfrm>
                  <a:off x="8381160" y="3137400"/>
                  <a:ext cx="98640" cy="98640"/>
                </a:xfrm>
                <a:prstGeom prst="rect"/>
                <a:solidFill>
                  <a:srgbClr val="009F8C">
                    <a:alpha val="60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49320" tIns="4932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0424" name="Google Shape;2643;p25"/>
                <p:cNvSpPr/>
                <p:nvPr/>
              </p:nvSpPr>
              <p:spPr>
                <a:xfrm>
                  <a:off x="8386200" y="2931120"/>
                  <a:ext cx="88920" cy="88920"/>
                </a:xfrm>
                <a:prstGeom prst="rect"/>
                <a:solidFill>
                  <a:srgbClr val="009F8C">
                    <a:alpha val="65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44640" tIns="4464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0425" name="Google Shape;2644;p25"/>
                <p:cNvSpPr/>
                <p:nvPr/>
              </p:nvSpPr>
              <p:spPr>
                <a:xfrm>
                  <a:off x="8386200" y="2724840"/>
                  <a:ext cx="88920" cy="88920"/>
                </a:xfrm>
                <a:prstGeom prst="rect"/>
                <a:solidFill>
                  <a:srgbClr val="009F8C">
                    <a:alpha val="70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44640" tIns="4464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0426" name="Google Shape;2645;p25"/>
                <p:cNvSpPr/>
                <p:nvPr/>
              </p:nvSpPr>
              <p:spPr>
                <a:xfrm>
                  <a:off x="8390880" y="2507760"/>
                  <a:ext cx="79200" cy="79200"/>
                </a:xfrm>
                <a:prstGeom prst="rect"/>
                <a:solidFill>
                  <a:srgbClr val="009F8C">
                    <a:alpha val="80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39600" tIns="3960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</p:grpSp>
        </p:grpSp>
      </p:grpSp>
      <p:sp>
        <p:nvSpPr>
          <p:cNvPr id="1050427" name="PlaceHolder 1"/>
          <p:cNvSpPr>
            <a:spLocks noGrp="1"/>
          </p:cNvSpPr>
          <p:nvPr>
            <p:ph type="title"/>
          </p:nvPr>
        </p:nvSpPr>
        <p:spPr>
          <a:xfrm>
            <a:off x="720000" y="444960"/>
            <a:ext cx="7703640" cy="572400"/>
          </a:xfrm>
          <a:prstGeom prst="rect"/>
          <a:noFill/>
          <a:ln w="0">
            <a:noFill/>
          </a:ln>
        </p:spPr>
        <p:txBody>
          <a:bodyPr anchor="t" bIns="91440" lIns="91440" rIns="91440" tIns="91440">
            <a:noAutofit/>
          </a:bodyPr>
          <a:p>
            <a:pPr indent="0">
              <a:buNone/>
            </a:pPr>
            <a:r>
              <a:rPr b="0" sz="3500" lang="fr-FR" strike="noStrike" u="none">
                <a:solidFill>
                  <a:schemeClr val="dk1"/>
                </a:solidFill>
                <a:effectLst/>
                <a:latin typeface="Arial"/>
              </a:rPr>
              <a:t>Click to edit the title text format</a:t>
            </a:r>
            <a:endParaRPr b="0" sz="3500" lang="fr-FR" strike="noStrike" u="none">
              <a:solidFill>
                <a:schemeClr val="dk1"/>
              </a:solidFill>
              <a:effectLst/>
              <a:latin typeface="Arial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blank">
  <p:cSld name="CUSTOM_7">
    <p:bg>
      <p:bgPr>
        <a:solidFill>
          <a:schemeClr val="lt1"/>
        </a:solidFill>
      </p:bgPr>
    </p:bg>
    <p:spTree>
      <p:nvGrpSpPr>
        <p:cNvPr id="43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39" name="Google Shape;2658;p26"/>
          <p:cNvGrpSpPr/>
          <p:nvPr/>
        </p:nvGrpSpPr>
        <p:grpSpPr>
          <a:xfrm>
            <a:off x="278640" y="-1550520"/>
            <a:ext cx="8607600" cy="5891760"/>
            <a:chOff x="278640" y="-1550520"/>
            <a:chExt cx="8607600" cy="5891760"/>
          </a:xfrm>
        </p:grpSpPr>
        <p:grpSp>
          <p:nvGrpSpPr>
            <p:cNvPr id="440" name="Google Shape;2659;p26"/>
            <p:cNvGrpSpPr/>
            <p:nvPr/>
          </p:nvGrpSpPr>
          <p:grpSpPr>
            <a:xfrm>
              <a:off x="278640" y="285840"/>
              <a:ext cx="142920" cy="2454120"/>
              <a:chOff x="278640" y="285840"/>
              <a:chExt cx="142920" cy="2454120"/>
            </a:xfrm>
          </p:grpSpPr>
          <p:grpSp>
            <p:nvGrpSpPr>
              <p:cNvPr id="441" name="Google Shape;2660;p26"/>
              <p:cNvGrpSpPr/>
              <p:nvPr/>
            </p:nvGrpSpPr>
            <p:grpSpPr>
              <a:xfrm>
                <a:off x="278640" y="285840"/>
                <a:ext cx="142920" cy="2454120"/>
                <a:chOff x="278640" y="285840"/>
                <a:chExt cx="142920" cy="2454120"/>
              </a:xfrm>
            </p:grpSpPr>
            <p:sp>
              <p:nvSpPr>
                <p:cNvPr id="1051232" name="Google Shape;2661;p26"/>
                <p:cNvSpPr/>
                <p:nvPr/>
              </p:nvSpPr>
              <p:spPr>
                <a:xfrm>
                  <a:off x="278640" y="2597040"/>
                  <a:ext cx="142920" cy="142920"/>
                </a:xfrm>
                <a:prstGeom prst="rect"/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71640" tIns="7164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1233" name="Google Shape;2662;p26"/>
                <p:cNvSpPr/>
                <p:nvPr/>
              </p:nvSpPr>
              <p:spPr>
                <a:xfrm>
                  <a:off x="287280" y="2386080"/>
                  <a:ext cx="126000" cy="126360"/>
                </a:xfrm>
                <a:prstGeom prst="rect"/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63360" tIns="6336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1234" name="Google Shape;2663;p26"/>
                <p:cNvSpPr/>
                <p:nvPr/>
              </p:nvSpPr>
              <p:spPr>
                <a:xfrm>
                  <a:off x="287280" y="2175480"/>
                  <a:ext cx="126000" cy="126360"/>
                </a:xfrm>
                <a:prstGeom prst="rect"/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63360" tIns="6336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1235" name="Google Shape;2664;p26"/>
                <p:cNvSpPr/>
                <p:nvPr/>
              </p:nvSpPr>
              <p:spPr>
                <a:xfrm>
                  <a:off x="287280" y="1964880"/>
                  <a:ext cx="126000" cy="126360"/>
                </a:xfrm>
                <a:prstGeom prst="rect"/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63360" tIns="6336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1236" name="Google Shape;2665;p26"/>
                <p:cNvSpPr/>
                <p:nvPr/>
              </p:nvSpPr>
              <p:spPr>
                <a:xfrm>
                  <a:off x="291600" y="1753920"/>
                  <a:ext cx="117360" cy="117720"/>
                </a:xfrm>
                <a:prstGeom prst="rect"/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59040" tIns="5904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1237" name="Google Shape;2666;p26"/>
                <p:cNvSpPr/>
                <p:nvPr/>
              </p:nvSpPr>
              <p:spPr>
                <a:xfrm>
                  <a:off x="291600" y="1543320"/>
                  <a:ext cx="117360" cy="117720"/>
                </a:xfrm>
                <a:prstGeom prst="rect"/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59040" tIns="5904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1238" name="Google Shape;2667;p26"/>
                <p:cNvSpPr/>
                <p:nvPr/>
              </p:nvSpPr>
              <p:spPr>
                <a:xfrm>
                  <a:off x="293400" y="1332720"/>
                  <a:ext cx="113040" cy="113040"/>
                </a:xfrm>
                <a:prstGeom prst="rect"/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56520" tIns="5652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1239" name="Google Shape;2668;p26"/>
                <p:cNvSpPr/>
                <p:nvPr/>
              </p:nvSpPr>
              <p:spPr>
                <a:xfrm>
                  <a:off x="295920" y="1121760"/>
                  <a:ext cx="108720" cy="108720"/>
                </a:xfrm>
                <a:prstGeom prst="rect"/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54360" tIns="5436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1240" name="Google Shape;2669;p26"/>
                <p:cNvSpPr/>
                <p:nvPr/>
              </p:nvSpPr>
              <p:spPr>
                <a:xfrm>
                  <a:off x="300600" y="915480"/>
                  <a:ext cx="98640" cy="98640"/>
                </a:xfrm>
                <a:prstGeom prst="rect"/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49320" tIns="4932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1241" name="Google Shape;2670;p26"/>
                <p:cNvSpPr/>
                <p:nvPr/>
              </p:nvSpPr>
              <p:spPr>
                <a:xfrm>
                  <a:off x="305640" y="709560"/>
                  <a:ext cx="88920" cy="88920"/>
                </a:xfrm>
                <a:prstGeom prst="rect"/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44640" tIns="4464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1242" name="Google Shape;2671;p26"/>
                <p:cNvSpPr/>
                <p:nvPr/>
              </p:nvSpPr>
              <p:spPr>
                <a:xfrm>
                  <a:off x="305640" y="503280"/>
                  <a:ext cx="88920" cy="88920"/>
                </a:xfrm>
                <a:prstGeom prst="rect"/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44640" tIns="4464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1243" name="Google Shape;2672;p26"/>
                <p:cNvSpPr/>
                <p:nvPr/>
              </p:nvSpPr>
              <p:spPr>
                <a:xfrm>
                  <a:off x="310680" y="285840"/>
                  <a:ext cx="79200" cy="79200"/>
                </a:xfrm>
                <a:prstGeom prst="rect"/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39600" tIns="3960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</p:grpSp>
          <p:grpSp>
            <p:nvGrpSpPr>
              <p:cNvPr id="442" name="Google Shape;2673;p26"/>
              <p:cNvGrpSpPr/>
              <p:nvPr/>
            </p:nvGrpSpPr>
            <p:grpSpPr>
              <a:xfrm>
                <a:off x="278640" y="285840"/>
                <a:ext cx="142920" cy="2454120"/>
                <a:chOff x="278640" y="285840"/>
                <a:chExt cx="142920" cy="2454120"/>
              </a:xfrm>
            </p:grpSpPr>
            <p:sp>
              <p:nvSpPr>
                <p:cNvPr id="1051244" name="Google Shape;2674;p26"/>
                <p:cNvSpPr/>
                <p:nvPr/>
              </p:nvSpPr>
              <p:spPr>
                <a:xfrm>
                  <a:off x="278640" y="2597040"/>
                  <a:ext cx="142920" cy="142920"/>
                </a:xfrm>
                <a:prstGeom prst="rect"/>
                <a:noFill/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71640" tIns="7164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1245" name="Google Shape;2675;p26"/>
                <p:cNvSpPr/>
                <p:nvPr/>
              </p:nvSpPr>
              <p:spPr>
                <a:xfrm>
                  <a:off x="287280" y="2386080"/>
                  <a:ext cx="126000" cy="126360"/>
                </a:xfrm>
                <a:prstGeom prst="rect"/>
                <a:solidFill>
                  <a:srgbClr val="009F8C">
                    <a:alpha val="5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63360" tIns="6336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1246" name="Google Shape;2676;p26"/>
                <p:cNvSpPr/>
                <p:nvPr/>
              </p:nvSpPr>
              <p:spPr>
                <a:xfrm>
                  <a:off x="287280" y="2175480"/>
                  <a:ext cx="126000" cy="126360"/>
                </a:xfrm>
                <a:prstGeom prst="rect"/>
                <a:solidFill>
                  <a:srgbClr val="009F8C">
                    <a:alpha val="10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63360" tIns="6336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1247" name="Google Shape;2677;p26"/>
                <p:cNvSpPr/>
                <p:nvPr/>
              </p:nvSpPr>
              <p:spPr>
                <a:xfrm>
                  <a:off x="287280" y="1964880"/>
                  <a:ext cx="126000" cy="126360"/>
                </a:xfrm>
                <a:prstGeom prst="rect"/>
                <a:solidFill>
                  <a:srgbClr val="009F8C">
                    <a:alpha val="20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63360" tIns="6336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1248" name="Google Shape;2678;p26"/>
                <p:cNvSpPr/>
                <p:nvPr/>
              </p:nvSpPr>
              <p:spPr>
                <a:xfrm>
                  <a:off x="291600" y="1753920"/>
                  <a:ext cx="117360" cy="117720"/>
                </a:xfrm>
                <a:prstGeom prst="rect"/>
                <a:solidFill>
                  <a:srgbClr val="009F8C">
                    <a:alpha val="30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59040" tIns="5904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1249" name="Google Shape;2679;p26"/>
                <p:cNvSpPr/>
                <p:nvPr/>
              </p:nvSpPr>
              <p:spPr>
                <a:xfrm>
                  <a:off x="291600" y="1543320"/>
                  <a:ext cx="117360" cy="117720"/>
                </a:xfrm>
                <a:prstGeom prst="rect"/>
                <a:solidFill>
                  <a:srgbClr val="009F8C">
                    <a:alpha val="40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59040" tIns="5904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1250" name="Google Shape;2680;p26"/>
                <p:cNvSpPr/>
                <p:nvPr/>
              </p:nvSpPr>
              <p:spPr>
                <a:xfrm>
                  <a:off x="293400" y="1332720"/>
                  <a:ext cx="113040" cy="113040"/>
                </a:xfrm>
                <a:prstGeom prst="rect"/>
                <a:solidFill>
                  <a:srgbClr val="009F8C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56520" tIns="5652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1251" name="Google Shape;2681;p26"/>
                <p:cNvSpPr/>
                <p:nvPr/>
              </p:nvSpPr>
              <p:spPr>
                <a:xfrm>
                  <a:off x="295920" y="1121760"/>
                  <a:ext cx="108720" cy="108720"/>
                </a:xfrm>
                <a:prstGeom prst="rect"/>
                <a:solidFill>
                  <a:srgbClr val="009F8C">
                    <a:alpha val="55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54360" tIns="5436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1252" name="Google Shape;2682;p26"/>
                <p:cNvSpPr/>
                <p:nvPr/>
              </p:nvSpPr>
              <p:spPr>
                <a:xfrm>
                  <a:off x="300600" y="915480"/>
                  <a:ext cx="98640" cy="98640"/>
                </a:xfrm>
                <a:prstGeom prst="rect"/>
                <a:solidFill>
                  <a:srgbClr val="009F8C">
                    <a:alpha val="60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49320" tIns="4932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1253" name="Google Shape;2683;p26"/>
                <p:cNvSpPr/>
                <p:nvPr/>
              </p:nvSpPr>
              <p:spPr>
                <a:xfrm>
                  <a:off x="305640" y="709560"/>
                  <a:ext cx="88920" cy="88920"/>
                </a:xfrm>
                <a:prstGeom prst="rect"/>
                <a:solidFill>
                  <a:srgbClr val="009F8C">
                    <a:alpha val="65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44640" tIns="4464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1254" name="Google Shape;2684;p26"/>
                <p:cNvSpPr/>
                <p:nvPr/>
              </p:nvSpPr>
              <p:spPr>
                <a:xfrm>
                  <a:off x="305640" y="503280"/>
                  <a:ext cx="88920" cy="88920"/>
                </a:xfrm>
                <a:prstGeom prst="rect"/>
                <a:solidFill>
                  <a:srgbClr val="009F8C">
                    <a:alpha val="70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44640" tIns="4464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1255" name="Google Shape;2685;p26"/>
                <p:cNvSpPr/>
                <p:nvPr/>
              </p:nvSpPr>
              <p:spPr>
                <a:xfrm>
                  <a:off x="310680" y="285840"/>
                  <a:ext cx="79200" cy="79200"/>
                </a:xfrm>
                <a:prstGeom prst="rect"/>
                <a:solidFill>
                  <a:srgbClr val="009F8C">
                    <a:alpha val="80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39600" tIns="3960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</p:grpSp>
        </p:grpSp>
        <p:grpSp>
          <p:nvGrpSpPr>
            <p:cNvPr id="443" name="Google Shape;2686;p26"/>
            <p:cNvGrpSpPr/>
            <p:nvPr/>
          </p:nvGrpSpPr>
          <p:grpSpPr>
            <a:xfrm>
              <a:off x="8743320" y="1430640"/>
              <a:ext cx="142920" cy="2453760"/>
              <a:chOff x="8743320" y="1430640"/>
              <a:chExt cx="142920" cy="2453760"/>
            </a:xfrm>
          </p:grpSpPr>
          <p:grpSp>
            <p:nvGrpSpPr>
              <p:cNvPr id="444" name="Google Shape;2687;p26"/>
              <p:cNvGrpSpPr/>
              <p:nvPr/>
            </p:nvGrpSpPr>
            <p:grpSpPr>
              <a:xfrm>
                <a:off x="8743320" y="1430640"/>
                <a:ext cx="142920" cy="2453760"/>
                <a:chOff x="8743320" y="1430640"/>
                <a:chExt cx="142920" cy="2453760"/>
              </a:xfrm>
            </p:grpSpPr>
            <p:sp>
              <p:nvSpPr>
                <p:cNvPr id="1051256" name="Google Shape;2688;p26"/>
                <p:cNvSpPr/>
                <p:nvPr/>
              </p:nvSpPr>
              <p:spPr>
                <a:xfrm>
                  <a:off x="8743320" y="3741480"/>
                  <a:ext cx="142920" cy="142920"/>
                </a:xfrm>
                <a:prstGeom prst="rect"/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71640" tIns="7164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1257" name="Google Shape;2689;p26"/>
                <p:cNvSpPr/>
                <p:nvPr/>
              </p:nvSpPr>
              <p:spPr>
                <a:xfrm>
                  <a:off x="8751960" y="3530880"/>
                  <a:ext cx="126000" cy="126360"/>
                </a:xfrm>
                <a:prstGeom prst="rect"/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63360" tIns="6336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1258" name="Google Shape;2690;p26"/>
                <p:cNvSpPr/>
                <p:nvPr/>
              </p:nvSpPr>
              <p:spPr>
                <a:xfrm>
                  <a:off x="8751960" y="3320280"/>
                  <a:ext cx="126000" cy="126360"/>
                </a:xfrm>
                <a:prstGeom prst="rect"/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63360" tIns="6336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1259" name="Google Shape;2691;p26"/>
                <p:cNvSpPr/>
                <p:nvPr/>
              </p:nvSpPr>
              <p:spPr>
                <a:xfrm>
                  <a:off x="8751960" y="3109320"/>
                  <a:ext cx="126000" cy="126360"/>
                </a:xfrm>
                <a:prstGeom prst="rect"/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63360" tIns="6336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1260" name="Google Shape;2692;p26"/>
                <p:cNvSpPr/>
                <p:nvPr/>
              </p:nvSpPr>
              <p:spPr>
                <a:xfrm>
                  <a:off x="8756280" y="2898720"/>
                  <a:ext cx="117360" cy="117720"/>
                </a:xfrm>
                <a:prstGeom prst="rect"/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59040" tIns="5904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1261" name="Google Shape;2693;p26"/>
                <p:cNvSpPr/>
                <p:nvPr/>
              </p:nvSpPr>
              <p:spPr>
                <a:xfrm>
                  <a:off x="8756280" y="2688120"/>
                  <a:ext cx="117360" cy="117720"/>
                </a:xfrm>
                <a:prstGeom prst="rect"/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59040" tIns="5904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1262" name="Google Shape;2694;p26"/>
                <p:cNvSpPr/>
                <p:nvPr/>
              </p:nvSpPr>
              <p:spPr>
                <a:xfrm>
                  <a:off x="8758440" y="2477160"/>
                  <a:ext cx="113040" cy="113040"/>
                </a:xfrm>
                <a:prstGeom prst="rect"/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56520" tIns="5652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1263" name="Google Shape;2695;p26"/>
                <p:cNvSpPr/>
                <p:nvPr/>
              </p:nvSpPr>
              <p:spPr>
                <a:xfrm>
                  <a:off x="8760600" y="2266560"/>
                  <a:ext cx="108720" cy="108720"/>
                </a:xfrm>
                <a:prstGeom prst="rect"/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54360" tIns="5436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1264" name="Google Shape;2696;p26"/>
                <p:cNvSpPr/>
                <p:nvPr/>
              </p:nvSpPr>
              <p:spPr>
                <a:xfrm>
                  <a:off x="8765640" y="2060280"/>
                  <a:ext cx="98640" cy="98640"/>
                </a:xfrm>
                <a:prstGeom prst="rect"/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49320" tIns="4932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1265" name="Google Shape;2697;p26"/>
                <p:cNvSpPr/>
                <p:nvPr/>
              </p:nvSpPr>
              <p:spPr>
                <a:xfrm>
                  <a:off x="8770320" y="1854000"/>
                  <a:ext cx="88920" cy="88920"/>
                </a:xfrm>
                <a:prstGeom prst="rect"/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44640" tIns="4464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1266" name="Google Shape;2698;p26"/>
                <p:cNvSpPr/>
                <p:nvPr/>
              </p:nvSpPr>
              <p:spPr>
                <a:xfrm>
                  <a:off x="8770320" y="1648080"/>
                  <a:ext cx="88920" cy="88920"/>
                </a:xfrm>
                <a:prstGeom prst="rect"/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44640" tIns="4464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1267" name="Google Shape;2699;p26"/>
                <p:cNvSpPr/>
                <p:nvPr/>
              </p:nvSpPr>
              <p:spPr>
                <a:xfrm>
                  <a:off x="8775360" y="1430640"/>
                  <a:ext cx="79200" cy="79200"/>
                </a:xfrm>
                <a:prstGeom prst="rect"/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39600" tIns="3960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</p:grpSp>
          <p:grpSp>
            <p:nvGrpSpPr>
              <p:cNvPr id="445" name="Google Shape;2700;p26"/>
              <p:cNvGrpSpPr/>
              <p:nvPr/>
            </p:nvGrpSpPr>
            <p:grpSpPr>
              <a:xfrm>
                <a:off x="8743320" y="1430640"/>
                <a:ext cx="142920" cy="2453760"/>
                <a:chOff x="8743320" y="1430640"/>
                <a:chExt cx="142920" cy="2453760"/>
              </a:xfrm>
            </p:grpSpPr>
            <p:sp>
              <p:nvSpPr>
                <p:cNvPr id="1051268" name="Google Shape;2701;p26"/>
                <p:cNvSpPr/>
                <p:nvPr/>
              </p:nvSpPr>
              <p:spPr>
                <a:xfrm>
                  <a:off x="8743320" y="3741480"/>
                  <a:ext cx="142920" cy="142920"/>
                </a:xfrm>
                <a:prstGeom prst="rect"/>
                <a:noFill/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71640" tIns="7164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1269" name="Google Shape;2702;p26"/>
                <p:cNvSpPr/>
                <p:nvPr/>
              </p:nvSpPr>
              <p:spPr>
                <a:xfrm>
                  <a:off x="8751960" y="3530880"/>
                  <a:ext cx="126000" cy="126360"/>
                </a:xfrm>
                <a:prstGeom prst="rect"/>
                <a:solidFill>
                  <a:srgbClr val="009F8C">
                    <a:alpha val="5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63360" tIns="6336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1270" name="Google Shape;2703;p26"/>
                <p:cNvSpPr/>
                <p:nvPr/>
              </p:nvSpPr>
              <p:spPr>
                <a:xfrm>
                  <a:off x="8751960" y="3320280"/>
                  <a:ext cx="126000" cy="126360"/>
                </a:xfrm>
                <a:prstGeom prst="rect"/>
                <a:solidFill>
                  <a:srgbClr val="009F8C">
                    <a:alpha val="10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63360" tIns="6336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1271" name="Google Shape;2704;p26"/>
                <p:cNvSpPr/>
                <p:nvPr/>
              </p:nvSpPr>
              <p:spPr>
                <a:xfrm>
                  <a:off x="8751960" y="3109320"/>
                  <a:ext cx="126000" cy="126360"/>
                </a:xfrm>
                <a:prstGeom prst="rect"/>
                <a:solidFill>
                  <a:srgbClr val="009F8C">
                    <a:alpha val="20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63360" tIns="6336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1272" name="Google Shape;2705;p26"/>
                <p:cNvSpPr/>
                <p:nvPr/>
              </p:nvSpPr>
              <p:spPr>
                <a:xfrm>
                  <a:off x="8756280" y="2898720"/>
                  <a:ext cx="117360" cy="117720"/>
                </a:xfrm>
                <a:prstGeom prst="rect"/>
                <a:solidFill>
                  <a:srgbClr val="009F8C">
                    <a:alpha val="30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59040" tIns="5904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1273" name="Google Shape;2706;p26"/>
                <p:cNvSpPr/>
                <p:nvPr/>
              </p:nvSpPr>
              <p:spPr>
                <a:xfrm>
                  <a:off x="8756280" y="2688120"/>
                  <a:ext cx="117360" cy="117720"/>
                </a:xfrm>
                <a:prstGeom prst="rect"/>
                <a:solidFill>
                  <a:srgbClr val="009F8C">
                    <a:alpha val="40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59040" tIns="5904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1274" name="Google Shape;2707;p26"/>
                <p:cNvSpPr/>
                <p:nvPr/>
              </p:nvSpPr>
              <p:spPr>
                <a:xfrm>
                  <a:off x="8758440" y="2477160"/>
                  <a:ext cx="113040" cy="113040"/>
                </a:xfrm>
                <a:prstGeom prst="rect"/>
                <a:solidFill>
                  <a:srgbClr val="009F8C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56520" tIns="5652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1275" name="Google Shape;2708;p26"/>
                <p:cNvSpPr/>
                <p:nvPr/>
              </p:nvSpPr>
              <p:spPr>
                <a:xfrm>
                  <a:off x="8760600" y="2266560"/>
                  <a:ext cx="108720" cy="108720"/>
                </a:xfrm>
                <a:prstGeom prst="rect"/>
                <a:solidFill>
                  <a:srgbClr val="009F8C">
                    <a:alpha val="55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54360" tIns="5436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1276" name="Google Shape;2709;p26"/>
                <p:cNvSpPr/>
                <p:nvPr/>
              </p:nvSpPr>
              <p:spPr>
                <a:xfrm>
                  <a:off x="8765640" y="2060280"/>
                  <a:ext cx="98640" cy="98640"/>
                </a:xfrm>
                <a:prstGeom prst="rect"/>
                <a:solidFill>
                  <a:srgbClr val="009F8C">
                    <a:alpha val="60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49320" tIns="4932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1277" name="Google Shape;2710;p26"/>
                <p:cNvSpPr/>
                <p:nvPr/>
              </p:nvSpPr>
              <p:spPr>
                <a:xfrm>
                  <a:off x="8770320" y="1854000"/>
                  <a:ext cx="88920" cy="88920"/>
                </a:xfrm>
                <a:prstGeom prst="rect"/>
                <a:solidFill>
                  <a:srgbClr val="009F8C">
                    <a:alpha val="65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44640" tIns="4464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1278" name="Google Shape;2711;p26"/>
                <p:cNvSpPr/>
                <p:nvPr/>
              </p:nvSpPr>
              <p:spPr>
                <a:xfrm>
                  <a:off x="8770320" y="1648080"/>
                  <a:ext cx="88920" cy="88920"/>
                </a:xfrm>
                <a:prstGeom prst="rect"/>
                <a:solidFill>
                  <a:srgbClr val="009F8C">
                    <a:alpha val="70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44640" tIns="4464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1279" name="Google Shape;2712;p26"/>
                <p:cNvSpPr/>
                <p:nvPr/>
              </p:nvSpPr>
              <p:spPr>
                <a:xfrm>
                  <a:off x="8775360" y="1430640"/>
                  <a:ext cx="79200" cy="79200"/>
                </a:xfrm>
                <a:prstGeom prst="rect"/>
                <a:solidFill>
                  <a:srgbClr val="009F8C">
                    <a:alpha val="80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39600" tIns="3960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</p:grpSp>
        </p:grpSp>
        <p:grpSp>
          <p:nvGrpSpPr>
            <p:cNvPr id="446" name="Google Shape;2713;p26"/>
            <p:cNvGrpSpPr/>
            <p:nvPr/>
          </p:nvGrpSpPr>
          <p:grpSpPr>
            <a:xfrm>
              <a:off x="641520" y="1887480"/>
              <a:ext cx="142920" cy="2453760"/>
              <a:chOff x="641520" y="1887480"/>
              <a:chExt cx="142920" cy="2453760"/>
            </a:xfrm>
          </p:grpSpPr>
          <p:grpSp>
            <p:nvGrpSpPr>
              <p:cNvPr id="447" name="Google Shape;2714;p26"/>
              <p:cNvGrpSpPr/>
              <p:nvPr/>
            </p:nvGrpSpPr>
            <p:grpSpPr>
              <a:xfrm>
                <a:off x="641520" y="1887480"/>
                <a:ext cx="142920" cy="2453760"/>
                <a:chOff x="641520" y="1887480"/>
                <a:chExt cx="142920" cy="2453760"/>
              </a:xfrm>
            </p:grpSpPr>
            <p:sp>
              <p:nvSpPr>
                <p:cNvPr id="1051280" name="Google Shape;2715;p26"/>
                <p:cNvSpPr/>
                <p:nvPr/>
              </p:nvSpPr>
              <p:spPr>
                <a:xfrm>
                  <a:off x="641520" y="4198320"/>
                  <a:ext cx="142920" cy="142920"/>
                </a:xfrm>
                <a:prstGeom prst="rect"/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71640" tIns="7164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1281" name="Google Shape;2716;p26"/>
                <p:cNvSpPr/>
                <p:nvPr/>
              </p:nvSpPr>
              <p:spPr>
                <a:xfrm>
                  <a:off x="650160" y="3987720"/>
                  <a:ext cx="126000" cy="126360"/>
                </a:xfrm>
                <a:prstGeom prst="rect"/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63360" tIns="6336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1282" name="Google Shape;2717;p26"/>
                <p:cNvSpPr/>
                <p:nvPr/>
              </p:nvSpPr>
              <p:spPr>
                <a:xfrm>
                  <a:off x="650160" y="3776760"/>
                  <a:ext cx="126000" cy="126360"/>
                </a:xfrm>
                <a:prstGeom prst="rect"/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63360" tIns="6336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1283" name="Google Shape;2718;p26"/>
                <p:cNvSpPr/>
                <p:nvPr/>
              </p:nvSpPr>
              <p:spPr>
                <a:xfrm>
                  <a:off x="650160" y="3566160"/>
                  <a:ext cx="126000" cy="126360"/>
                </a:xfrm>
                <a:prstGeom prst="rect"/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63360" tIns="6336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1284" name="Google Shape;2719;p26"/>
                <p:cNvSpPr/>
                <p:nvPr/>
              </p:nvSpPr>
              <p:spPr>
                <a:xfrm>
                  <a:off x="654480" y="3355560"/>
                  <a:ext cx="117360" cy="117720"/>
                </a:xfrm>
                <a:prstGeom prst="rect"/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59040" tIns="5904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1285" name="Google Shape;2720;p26"/>
                <p:cNvSpPr/>
                <p:nvPr/>
              </p:nvSpPr>
              <p:spPr>
                <a:xfrm>
                  <a:off x="654480" y="3144600"/>
                  <a:ext cx="117360" cy="117720"/>
                </a:xfrm>
                <a:prstGeom prst="rect"/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59040" tIns="5904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1286" name="Google Shape;2721;p26"/>
                <p:cNvSpPr/>
                <p:nvPr/>
              </p:nvSpPr>
              <p:spPr>
                <a:xfrm>
                  <a:off x="656640" y="2934000"/>
                  <a:ext cx="113040" cy="113040"/>
                </a:xfrm>
                <a:prstGeom prst="rect"/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56520" tIns="5652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1287" name="Google Shape;2722;p26"/>
                <p:cNvSpPr/>
                <p:nvPr/>
              </p:nvSpPr>
              <p:spPr>
                <a:xfrm>
                  <a:off x="658800" y="2723400"/>
                  <a:ext cx="108720" cy="108720"/>
                </a:xfrm>
                <a:prstGeom prst="rect"/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54360" tIns="5436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1288" name="Google Shape;2723;p26"/>
                <p:cNvSpPr/>
                <p:nvPr/>
              </p:nvSpPr>
              <p:spPr>
                <a:xfrm>
                  <a:off x="663840" y="2517120"/>
                  <a:ext cx="98640" cy="98640"/>
                </a:xfrm>
                <a:prstGeom prst="rect"/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49320" tIns="4932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1289" name="Google Shape;2724;p26"/>
                <p:cNvSpPr/>
                <p:nvPr/>
              </p:nvSpPr>
              <p:spPr>
                <a:xfrm>
                  <a:off x="668520" y="2310840"/>
                  <a:ext cx="88920" cy="88920"/>
                </a:xfrm>
                <a:prstGeom prst="rect"/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44640" tIns="4464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1290" name="Google Shape;2725;p26"/>
                <p:cNvSpPr/>
                <p:nvPr/>
              </p:nvSpPr>
              <p:spPr>
                <a:xfrm>
                  <a:off x="668520" y="2104560"/>
                  <a:ext cx="88920" cy="88920"/>
                </a:xfrm>
                <a:prstGeom prst="rect"/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44640" tIns="4464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1291" name="Google Shape;2726;p26"/>
                <p:cNvSpPr/>
                <p:nvPr/>
              </p:nvSpPr>
              <p:spPr>
                <a:xfrm>
                  <a:off x="673560" y="1887480"/>
                  <a:ext cx="79200" cy="79200"/>
                </a:xfrm>
                <a:prstGeom prst="rect"/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39600" tIns="3960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</p:grpSp>
          <p:grpSp>
            <p:nvGrpSpPr>
              <p:cNvPr id="448" name="Google Shape;2727;p26"/>
              <p:cNvGrpSpPr/>
              <p:nvPr/>
            </p:nvGrpSpPr>
            <p:grpSpPr>
              <a:xfrm>
                <a:off x="641520" y="1887480"/>
                <a:ext cx="142920" cy="2453760"/>
                <a:chOff x="641520" y="1887480"/>
                <a:chExt cx="142920" cy="2453760"/>
              </a:xfrm>
            </p:grpSpPr>
            <p:sp>
              <p:nvSpPr>
                <p:cNvPr id="1051292" name="Google Shape;2728;p26"/>
                <p:cNvSpPr/>
                <p:nvPr/>
              </p:nvSpPr>
              <p:spPr>
                <a:xfrm>
                  <a:off x="641520" y="4198320"/>
                  <a:ext cx="142920" cy="142920"/>
                </a:xfrm>
                <a:prstGeom prst="rect"/>
                <a:noFill/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71640" tIns="7164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1293" name="Google Shape;2729;p26"/>
                <p:cNvSpPr/>
                <p:nvPr/>
              </p:nvSpPr>
              <p:spPr>
                <a:xfrm>
                  <a:off x="650160" y="3987720"/>
                  <a:ext cx="126000" cy="126360"/>
                </a:xfrm>
                <a:prstGeom prst="rect"/>
                <a:solidFill>
                  <a:srgbClr val="009F8C">
                    <a:alpha val="5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63360" tIns="6336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1294" name="Google Shape;2730;p26"/>
                <p:cNvSpPr/>
                <p:nvPr/>
              </p:nvSpPr>
              <p:spPr>
                <a:xfrm>
                  <a:off x="650160" y="3776760"/>
                  <a:ext cx="126000" cy="126360"/>
                </a:xfrm>
                <a:prstGeom prst="rect"/>
                <a:solidFill>
                  <a:srgbClr val="009F8C">
                    <a:alpha val="10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63360" tIns="6336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1295" name="Google Shape;2731;p26"/>
                <p:cNvSpPr/>
                <p:nvPr/>
              </p:nvSpPr>
              <p:spPr>
                <a:xfrm>
                  <a:off x="650160" y="3566160"/>
                  <a:ext cx="126000" cy="126360"/>
                </a:xfrm>
                <a:prstGeom prst="rect"/>
                <a:solidFill>
                  <a:srgbClr val="009F8C">
                    <a:alpha val="20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63360" tIns="6336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1296" name="Google Shape;2732;p26"/>
                <p:cNvSpPr/>
                <p:nvPr/>
              </p:nvSpPr>
              <p:spPr>
                <a:xfrm>
                  <a:off x="654480" y="3355560"/>
                  <a:ext cx="117360" cy="117720"/>
                </a:xfrm>
                <a:prstGeom prst="rect"/>
                <a:solidFill>
                  <a:srgbClr val="009F8C">
                    <a:alpha val="30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59040" tIns="5904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1297" name="Google Shape;2733;p26"/>
                <p:cNvSpPr/>
                <p:nvPr/>
              </p:nvSpPr>
              <p:spPr>
                <a:xfrm>
                  <a:off x="654480" y="3144600"/>
                  <a:ext cx="117360" cy="117720"/>
                </a:xfrm>
                <a:prstGeom prst="rect"/>
                <a:solidFill>
                  <a:srgbClr val="009F8C">
                    <a:alpha val="40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59040" tIns="5904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1298" name="Google Shape;2734;p26"/>
                <p:cNvSpPr/>
                <p:nvPr/>
              </p:nvSpPr>
              <p:spPr>
                <a:xfrm>
                  <a:off x="656640" y="2934000"/>
                  <a:ext cx="113040" cy="113040"/>
                </a:xfrm>
                <a:prstGeom prst="rect"/>
                <a:solidFill>
                  <a:srgbClr val="009F8C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56520" tIns="5652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1299" name="Google Shape;2735;p26"/>
                <p:cNvSpPr/>
                <p:nvPr/>
              </p:nvSpPr>
              <p:spPr>
                <a:xfrm>
                  <a:off x="658800" y="2723400"/>
                  <a:ext cx="108720" cy="108720"/>
                </a:xfrm>
                <a:prstGeom prst="rect"/>
                <a:solidFill>
                  <a:srgbClr val="009F8C">
                    <a:alpha val="55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54360" tIns="5436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1300" name="Google Shape;2736;p26"/>
                <p:cNvSpPr/>
                <p:nvPr/>
              </p:nvSpPr>
              <p:spPr>
                <a:xfrm>
                  <a:off x="663840" y="2517120"/>
                  <a:ext cx="98640" cy="98640"/>
                </a:xfrm>
                <a:prstGeom prst="rect"/>
                <a:solidFill>
                  <a:srgbClr val="009F8C">
                    <a:alpha val="60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49320" tIns="4932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1301" name="Google Shape;2737;p26"/>
                <p:cNvSpPr/>
                <p:nvPr/>
              </p:nvSpPr>
              <p:spPr>
                <a:xfrm>
                  <a:off x="668520" y="2310840"/>
                  <a:ext cx="88920" cy="88920"/>
                </a:xfrm>
                <a:prstGeom prst="rect"/>
                <a:solidFill>
                  <a:srgbClr val="009F8C">
                    <a:alpha val="65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44640" tIns="4464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1302" name="Google Shape;2738;p26"/>
                <p:cNvSpPr/>
                <p:nvPr/>
              </p:nvSpPr>
              <p:spPr>
                <a:xfrm>
                  <a:off x="668520" y="2104560"/>
                  <a:ext cx="88920" cy="88920"/>
                </a:xfrm>
                <a:prstGeom prst="rect"/>
                <a:solidFill>
                  <a:srgbClr val="009F8C">
                    <a:alpha val="70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44640" tIns="4464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1303" name="Google Shape;2739;p26"/>
                <p:cNvSpPr/>
                <p:nvPr/>
              </p:nvSpPr>
              <p:spPr>
                <a:xfrm>
                  <a:off x="673560" y="1887480"/>
                  <a:ext cx="79200" cy="79200"/>
                </a:xfrm>
                <a:prstGeom prst="rect"/>
                <a:solidFill>
                  <a:srgbClr val="009F8C">
                    <a:alpha val="80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39600" tIns="3960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</p:grpSp>
        </p:grpSp>
        <p:grpSp>
          <p:nvGrpSpPr>
            <p:cNvPr id="449" name="Google Shape;2740;p26"/>
            <p:cNvGrpSpPr/>
            <p:nvPr/>
          </p:nvGrpSpPr>
          <p:grpSpPr>
            <a:xfrm>
              <a:off x="8600040" y="-1550520"/>
              <a:ext cx="142920" cy="2453760"/>
              <a:chOff x="8600040" y="-1550520"/>
              <a:chExt cx="142920" cy="2453760"/>
            </a:xfrm>
          </p:grpSpPr>
          <p:grpSp>
            <p:nvGrpSpPr>
              <p:cNvPr id="450" name="Google Shape;2741;p26"/>
              <p:cNvGrpSpPr/>
              <p:nvPr/>
            </p:nvGrpSpPr>
            <p:grpSpPr>
              <a:xfrm>
                <a:off x="8600040" y="-1550520"/>
                <a:ext cx="142920" cy="2453760"/>
                <a:chOff x="8600040" y="-1550520"/>
                <a:chExt cx="142920" cy="2453760"/>
              </a:xfrm>
            </p:grpSpPr>
            <p:sp>
              <p:nvSpPr>
                <p:cNvPr id="1051304" name="Google Shape;2742;p26"/>
                <p:cNvSpPr/>
                <p:nvPr/>
              </p:nvSpPr>
              <p:spPr>
                <a:xfrm>
                  <a:off x="8600040" y="760320"/>
                  <a:ext cx="142920" cy="142920"/>
                </a:xfrm>
                <a:prstGeom prst="rect"/>
                <a:gradFill rotWithShape="0">
                  <a:gsLst>
                    <a:gs pos="0">
                      <a:srgbClr val="B6F8F0"/>
                    </a:gs>
                    <a:gs pos="100000">
                      <a:srgbClr val="7DF3E5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71640" tIns="7164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1305" name="Google Shape;2743;p26"/>
                <p:cNvSpPr/>
                <p:nvPr/>
              </p:nvSpPr>
              <p:spPr>
                <a:xfrm>
                  <a:off x="8608320" y="549360"/>
                  <a:ext cx="126000" cy="126360"/>
                </a:xfrm>
                <a:prstGeom prst="rect"/>
                <a:gradFill rotWithShape="0">
                  <a:gsLst>
                    <a:gs pos="0">
                      <a:srgbClr val="B6F8F0"/>
                    </a:gs>
                    <a:gs pos="100000">
                      <a:srgbClr val="7DF3E5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63360" tIns="6336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1306" name="Google Shape;2744;p26"/>
                <p:cNvSpPr/>
                <p:nvPr/>
              </p:nvSpPr>
              <p:spPr>
                <a:xfrm>
                  <a:off x="8608320" y="338760"/>
                  <a:ext cx="126000" cy="126360"/>
                </a:xfrm>
                <a:prstGeom prst="rect"/>
                <a:gradFill rotWithShape="0">
                  <a:gsLst>
                    <a:gs pos="0">
                      <a:srgbClr val="B6F8F0"/>
                    </a:gs>
                    <a:gs pos="100000">
                      <a:srgbClr val="7DF3E5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63360" tIns="6336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1307" name="Google Shape;2745;p26"/>
                <p:cNvSpPr/>
                <p:nvPr/>
              </p:nvSpPr>
              <p:spPr>
                <a:xfrm>
                  <a:off x="8608320" y="128160"/>
                  <a:ext cx="126000" cy="126360"/>
                </a:xfrm>
                <a:prstGeom prst="rect"/>
                <a:gradFill rotWithShape="0">
                  <a:gsLst>
                    <a:gs pos="0">
                      <a:srgbClr val="B6F8F0"/>
                    </a:gs>
                    <a:gs pos="100000">
                      <a:srgbClr val="7DF3E5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63360" tIns="6336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1308" name="Google Shape;2746;p26"/>
                <p:cNvSpPr/>
                <p:nvPr/>
              </p:nvSpPr>
              <p:spPr>
                <a:xfrm>
                  <a:off x="8612640" y="-82800"/>
                  <a:ext cx="117360" cy="117720"/>
                </a:xfrm>
                <a:prstGeom prst="rect"/>
                <a:gradFill rotWithShape="0">
                  <a:gsLst>
                    <a:gs pos="0">
                      <a:srgbClr val="B6F8F0"/>
                    </a:gs>
                    <a:gs pos="100000">
                      <a:srgbClr val="7DF3E5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59040" tIns="5904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1309" name="Google Shape;2747;p26"/>
                <p:cNvSpPr/>
                <p:nvPr/>
              </p:nvSpPr>
              <p:spPr>
                <a:xfrm>
                  <a:off x="8612640" y="-293400"/>
                  <a:ext cx="117360" cy="117720"/>
                </a:xfrm>
                <a:prstGeom prst="rect"/>
                <a:gradFill rotWithShape="0">
                  <a:gsLst>
                    <a:gs pos="0">
                      <a:srgbClr val="B6F8F0"/>
                    </a:gs>
                    <a:gs pos="100000">
                      <a:srgbClr val="7DF3E5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59040" tIns="5904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1310" name="Google Shape;2748;p26"/>
                <p:cNvSpPr/>
                <p:nvPr/>
              </p:nvSpPr>
              <p:spPr>
                <a:xfrm>
                  <a:off x="8614800" y="-504000"/>
                  <a:ext cx="113040" cy="113040"/>
                </a:xfrm>
                <a:prstGeom prst="rect"/>
                <a:gradFill rotWithShape="0">
                  <a:gsLst>
                    <a:gs pos="0">
                      <a:srgbClr val="B6F8F0"/>
                    </a:gs>
                    <a:gs pos="100000">
                      <a:srgbClr val="7DF3E5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56520" tIns="5652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1311" name="Google Shape;2749;p26"/>
                <p:cNvSpPr/>
                <p:nvPr/>
              </p:nvSpPr>
              <p:spPr>
                <a:xfrm>
                  <a:off x="8616960" y="-714960"/>
                  <a:ext cx="108720" cy="108720"/>
                </a:xfrm>
                <a:prstGeom prst="rect"/>
                <a:gradFill rotWithShape="0">
                  <a:gsLst>
                    <a:gs pos="0">
                      <a:srgbClr val="B6F8F0"/>
                    </a:gs>
                    <a:gs pos="100000">
                      <a:srgbClr val="7DF3E5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54360" tIns="5436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1312" name="Google Shape;2750;p26"/>
                <p:cNvSpPr/>
                <p:nvPr/>
              </p:nvSpPr>
              <p:spPr>
                <a:xfrm>
                  <a:off x="8622000" y="-920880"/>
                  <a:ext cx="98640" cy="98640"/>
                </a:xfrm>
                <a:prstGeom prst="rect"/>
                <a:gradFill rotWithShape="0">
                  <a:gsLst>
                    <a:gs pos="0">
                      <a:srgbClr val="B6F8F0"/>
                    </a:gs>
                    <a:gs pos="100000">
                      <a:srgbClr val="7DF3E5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49320" tIns="4932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1313" name="Google Shape;2751;p26"/>
                <p:cNvSpPr/>
                <p:nvPr/>
              </p:nvSpPr>
              <p:spPr>
                <a:xfrm>
                  <a:off x="8627040" y="-1127160"/>
                  <a:ext cx="88920" cy="88920"/>
                </a:xfrm>
                <a:prstGeom prst="rect"/>
                <a:gradFill rotWithShape="0">
                  <a:gsLst>
                    <a:gs pos="0">
                      <a:srgbClr val="B6F8F0"/>
                    </a:gs>
                    <a:gs pos="100000">
                      <a:srgbClr val="7DF3E5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44640" tIns="4464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1314" name="Google Shape;2752;p26"/>
                <p:cNvSpPr/>
                <p:nvPr/>
              </p:nvSpPr>
              <p:spPr>
                <a:xfrm>
                  <a:off x="8627040" y="-1333440"/>
                  <a:ext cx="88920" cy="88920"/>
                </a:xfrm>
                <a:prstGeom prst="rect"/>
                <a:gradFill rotWithShape="0">
                  <a:gsLst>
                    <a:gs pos="0">
                      <a:srgbClr val="B6F8F0"/>
                    </a:gs>
                    <a:gs pos="100000">
                      <a:srgbClr val="7DF3E5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44640" tIns="4464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1315" name="Google Shape;2753;p26"/>
                <p:cNvSpPr/>
                <p:nvPr/>
              </p:nvSpPr>
              <p:spPr>
                <a:xfrm>
                  <a:off x="8631720" y="-1550520"/>
                  <a:ext cx="79200" cy="79200"/>
                </a:xfrm>
                <a:prstGeom prst="rect"/>
                <a:gradFill rotWithShape="0">
                  <a:gsLst>
                    <a:gs pos="0">
                      <a:srgbClr val="B6F8F0"/>
                    </a:gs>
                    <a:gs pos="100000">
                      <a:srgbClr val="7DF3E5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39600" tIns="3960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</p:grpSp>
          <p:grpSp>
            <p:nvGrpSpPr>
              <p:cNvPr id="451" name="Google Shape;2754;p26"/>
              <p:cNvGrpSpPr/>
              <p:nvPr/>
            </p:nvGrpSpPr>
            <p:grpSpPr>
              <a:xfrm>
                <a:off x="8600040" y="-1550520"/>
                <a:ext cx="142920" cy="2453760"/>
                <a:chOff x="8600040" y="-1550520"/>
                <a:chExt cx="142920" cy="2453760"/>
              </a:xfrm>
            </p:grpSpPr>
            <p:sp>
              <p:nvSpPr>
                <p:cNvPr id="1051316" name="Google Shape;2755;p26"/>
                <p:cNvSpPr/>
                <p:nvPr/>
              </p:nvSpPr>
              <p:spPr>
                <a:xfrm>
                  <a:off x="8600040" y="760320"/>
                  <a:ext cx="142920" cy="142920"/>
                </a:xfrm>
                <a:prstGeom prst="rect"/>
                <a:noFill/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71640" tIns="7164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1317" name="Google Shape;2756;p26"/>
                <p:cNvSpPr/>
                <p:nvPr/>
              </p:nvSpPr>
              <p:spPr>
                <a:xfrm>
                  <a:off x="8608320" y="549360"/>
                  <a:ext cx="126000" cy="126360"/>
                </a:xfrm>
                <a:prstGeom prst="rect"/>
                <a:solidFill>
                  <a:srgbClr val="009F8C">
                    <a:alpha val="5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63360" tIns="6336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1318" name="Google Shape;2757;p26"/>
                <p:cNvSpPr/>
                <p:nvPr/>
              </p:nvSpPr>
              <p:spPr>
                <a:xfrm>
                  <a:off x="8608320" y="338760"/>
                  <a:ext cx="126000" cy="126360"/>
                </a:xfrm>
                <a:prstGeom prst="rect"/>
                <a:solidFill>
                  <a:srgbClr val="009F8C">
                    <a:alpha val="10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63360" tIns="6336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1319" name="Google Shape;2758;p26"/>
                <p:cNvSpPr/>
                <p:nvPr/>
              </p:nvSpPr>
              <p:spPr>
                <a:xfrm>
                  <a:off x="8608320" y="128160"/>
                  <a:ext cx="126000" cy="126360"/>
                </a:xfrm>
                <a:prstGeom prst="rect"/>
                <a:solidFill>
                  <a:srgbClr val="009F8C">
                    <a:alpha val="20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63360" tIns="6336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1320" name="Google Shape;2759;p26"/>
                <p:cNvSpPr/>
                <p:nvPr/>
              </p:nvSpPr>
              <p:spPr>
                <a:xfrm>
                  <a:off x="8612640" y="-82800"/>
                  <a:ext cx="117360" cy="117720"/>
                </a:xfrm>
                <a:prstGeom prst="rect"/>
                <a:solidFill>
                  <a:srgbClr val="009F8C">
                    <a:alpha val="30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59040" tIns="5904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1321" name="Google Shape;2760;p26"/>
                <p:cNvSpPr/>
                <p:nvPr/>
              </p:nvSpPr>
              <p:spPr>
                <a:xfrm>
                  <a:off x="8612640" y="-293400"/>
                  <a:ext cx="117360" cy="117720"/>
                </a:xfrm>
                <a:prstGeom prst="rect"/>
                <a:solidFill>
                  <a:srgbClr val="009F8C">
                    <a:alpha val="40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59040" tIns="5904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1322" name="Google Shape;2761;p26"/>
                <p:cNvSpPr/>
                <p:nvPr/>
              </p:nvSpPr>
              <p:spPr>
                <a:xfrm>
                  <a:off x="8614800" y="-504000"/>
                  <a:ext cx="113040" cy="113040"/>
                </a:xfrm>
                <a:prstGeom prst="rect"/>
                <a:solidFill>
                  <a:srgbClr val="009F8C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56520" tIns="5652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1323" name="Google Shape;2762;p26"/>
                <p:cNvSpPr/>
                <p:nvPr/>
              </p:nvSpPr>
              <p:spPr>
                <a:xfrm>
                  <a:off x="8616960" y="-714960"/>
                  <a:ext cx="108720" cy="108720"/>
                </a:xfrm>
                <a:prstGeom prst="rect"/>
                <a:solidFill>
                  <a:srgbClr val="009F8C">
                    <a:alpha val="55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54360" tIns="5436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1324" name="Google Shape;2763;p26"/>
                <p:cNvSpPr/>
                <p:nvPr/>
              </p:nvSpPr>
              <p:spPr>
                <a:xfrm>
                  <a:off x="8622000" y="-920880"/>
                  <a:ext cx="98640" cy="98640"/>
                </a:xfrm>
                <a:prstGeom prst="rect"/>
                <a:solidFill>
                  <a:srgbClr val="009F8C">
                    <a:alpha val="60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49320" tIns="4932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1325" name="Google Shape;2764;p26"/>
                <p:cNvSpPr/>
                <p:nvPr/>
              </p:nvSpPr>
              <p:spPr>
                <a:xfrm>
                  <a:off x="8627040" y="-1127160"/>
                  <a:ext cx="88920" cy="88920"/>
                </a:xfrm>
                <a:prstGeom prst="rect"/>
                <a:solidFill>
                  <a:srgbClr val="009F8C">
                    <a:alpha val="65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44640" tIns="4464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1326" name="Google Shape;2765;p26"/>
                <p:cNvSpPr/>
                <p:nvPr/>
              </p:nvSpPr>
              <p:spPr>
                <a:xfrm>
                  <a:off x="8627040" y="-1333440"/>
                  <a:ext cx="88920" cy="88920"/>
                </a:xfrm>
                <a:prstGeom prst="rect"/>
                <a:solidFill>
                  <a:srgbClr val="009F8C">
                    <a:alpha val="70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44640" tIns="4464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1327" name="Google Shape;2766;p26"/>
                <p:cNvSpPr/>
                <p:nvPr/>
              </p:nvSpPr>
              <p:spPr>
                <a:xfrm>
                  <a:off x="8631720" y="-1550520"/>
                  <a:ext cx="79200" cy="79200"/>
                </a:xfrm>
                <a:prstGeom prst="rect"/>
                <a:solidFill>
                  <a:srgbClr val="009F8C">
                    <a:alpha val="80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39600" tIns="3960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</p:grpSp>
        </p:grpSp>
      </p:grpSp>
      <p:sp>
        <p:nvSpPr>
          <p:cNvPr id="1051328" name="PlaceHolder 1"/>
          <p:cNvSpPr>
            <a:spLocks noGrp="1"/>
          </p:cNvSpPr>
          <p:nvPr>
            <p:ph type="title"/>
          </p:nvPr>
        </p:nvSpPr>
        <p:spPr>
          <a:xfrm>
            <a:off x="720000" y="444960"/>
            <a:ext cx="7703640" cy="572400"/>
          </a:xfrm>
          <a:prstGeom prst="rect"/>
          <a:noFill/>
          <a:ln w="0">
            <a:noFill/>
          </a:ln>
        </p:spPr>
        <p:txBody>
          <a:bodyPr anchor="t" bIns="91440" lIns="91440" rIns="91440" tIns="91440">
            <a:noAutofit/>
          </a:bodyPr>
          <a:p>
            <a:pPr indent="0">
              <a:buNone/>
            </a:pPr>
            <a:r>
              <a:rPr b="0" sz="3500" lang="fr-FR" strike="noStrike" u="none">
                <a:solidFill>
                  <a:schemeClr val="dk1"/>
                </a:solidFill>
                <a:effectLst/>
                <a:latin typeface="Arial"/>
              </a:rPr>
              <a:t>Click to edit the title text format</a:t>
            </a:r>
            <a:endParaRPr b="0" sz="3500" lang="fr-FR" strike="noStrike" u="none">
              <a:solidFill>
                <a:schemeClr val="dk1"/>
              </a:solidFill>
              <a:effectLst/>
              <a:latin typeface="Arial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blank">
  <p:cSld name="CUSTOM_8">
    <p:bg>
      <p:bgPr>
        <a:solidFill>
          <a:schemeClr val="lt1"/>
        </a:solidFill>
      </p:bgPr>
    </p:bg>
    <p:spTree>
      <p:nvGrpSpPr>
        <p:cNvPr id="32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0428" name="PlaceHolder 1"/>
          <p:cNvSpPr>
            <a:spLocks noGrp="1"/>
          </p:cNvSpPr>
          <p:nvPr>
            <p:ph type="title"/>
          </p:nvPr>
        </p:nvSpPr>
        <p:spPr>
          <a:xfrm>
            <a:off x="2223720" y="665640"/>
            <a:ext cx="4696560" cy="768600"/>
          </a:xfrm>
          <a:prstGeom prst="rect"/>
          <a:noFill/>
          <a:ln w="0">
            <a:noFill/>
          </a:ln>
        </p:spPr>
        <p:txBody>
          <a:bodyPr anchor="b" bIns="91440" lIns="91440" rIns="91440" tIns="91440">
            <a:noAutofit/>
          </a:bodyPr>
          <a:p>
            <a:pPr algn="ctr" indent="0">
              <a:lnSpc>
                <a:spcPct val="100000"/>
              </a:lnSpc>
              <a:buNone/>
            </a:pPr>
            <a:r>
              <a:rPr b="1" sz="4500" lang="fr-FR" strike="noStrike" u="none">
                <a:solidFill>
                  <a:schemeClr val="accent1"/>
                </a:solidFill>
                <a:effectLst/>
                <a:latin typeface="Outfit"/>
                <a:ea typeface="Outfit"/>
              </a:rPr>
              <a:t>xx%</a:t>
            </a:r>
            <a:endParaRPr b="0" sz="4500" lang="fr-FR" strike="noStrike" u="none">
              <a:solidFill>
                <a:schemeClr val="dk1"/>
              </a:solidFill>
              <a:effectLst/>
              <a:latin typeface="Arial"/>
            </a:endParaRPr>
          </a:p>
        </p:txBody>
      </p:sp>
      <p:sp>
        <p:nvSpPr>
          <p:cNvPr id="1050429" name="PlaceHolder 2"/>
          <p:cNvSpPr>
            <a:spLocks noGrp="1"/>
          </p:cNvSpPr>
          <p:nvPr>
            <p:ph type="title"/>
          </p:nvPr>
        </p:nvSpPr>
        <p:spPr>
          <a:xfrm>
            <a:off x="2223720" y="2017800"/>
            <a:ext cx="4696560" cy="768600"/>
          </a:xfrm>
          <a:prstGeom prst="rect"/>
          <a:noFill/>
          <a:ln w="0">
            <a:noFill/>
          </a:ln>
        </p:spPr>
        <p:txBody>
          <a:bodyPr anchor="b" bIns="91440" lIns="91440" rIns="91440" tIns="91440">
            <a:noAutofit/>
          </a:bodyPr>
          <a:p>
            <a:pPr algn="ctr" indent="0">
              <a:lnSpc>
                <a:spcPct val="100000"/>
              </a:lnSpc>
              <a:buNone/>
            </a:pPr>
            <a:r>
              <a:rPr b="1" sz="4500" lang="fr-FR" strike="noStrike" u="none">
                <a:solidFill>
                  <a:schemeClr val="accent1"/>
                </a:solidFill>
                <a:effectLst/>
                <a:latin typeface="Outfit"/>
                <a:ea typeface="Outfit"/>
              </a:rPr>
              <a:t>xx%</a:t>
            </a:r>
            <a:endParaRPr b="0" sz="4500" lang="fr-FR" strike="noStrike" u="none">
              <a:solidFill>
                <a:schemeClr val="dk1"/>
              </a:solidFill>
              <a:effectLst/>
              <a:latin typeface="Arial"/>
            </a:endParaRPr>
          </a:p>
        </p:txBody>
      </p:sp>
      <p:sp>
        <p:nvSpPr>
          <p:cNvPr id="1050430" name="PlaceHolder 3"/>
          <p:cNvSpPr>
            <a:spLocks noGrp="1"/>
          </p:cNvSpPr>
          <p:nvPr>
            <p:ph type="title"/>
          </p:nvPr>
        </p:nvSpPr>
        <p:spPr>
          <a:xfrm>
            <a:off x="2223720" y="3369960"/>
            <a:ext cx="4696560" cy="768600"/>
          </a:xfrm>
          <a:prstGeom prst="rect"/>
          <a:noFill/>
          <a:ln w="0">
            <a:noFill/>
          </a:ln>
        </p:spPr>
        <p:txBody>
          <a:bodyPr anchor="b" bIns="91440" lIns="91440" rIns="91440" tIns="91440">
            <a:noAutofit/>
          </a:bodyPr>
          <a:p>
            <a:pPr algn="ctr" indent="0">
              <a:lnSpc>
                <a:spcPct val="100000"/>
              </a:lnSpc>
              <a:buNone/>
            </a:pPr>
            <a:r>
              <a:rPr b="1" sz="4500" lang="fr-FR" strike="noStrike" u="none">
                <a:solidFill>
                  <a:schemeClr val="accent1"/>
                </a:solidFill>
                <a:effectLst/>
                <a:latin typeface="Outfit"/>
                <a:ea typeface="Outfit"/>
              </a:rPr>
              <a:t>xx%</a:t>
            </a:r>
            <a:endParaRPr b="0" sz="4500" lang="fr-FR" strike="noStrike" u="none">
              <a:solidFill>
                <a:schemeClr val="dk1"/>
              </a:solidFill>
              <a:effectLst/>
              <a:latin typeface="Arial"/>
            </a:endParaRPr>
          </a:p>
        </p:txBody>
      </p:sp>
      <p:grpSp>
        <p:nvGrpSpPr>
          <p:cNvPr id="321" name="Google Shape;2787;p27"/>
          <p:cNvGrpSpPr/>
          <p:nvPr/>
        </p:nvGrpSpPr>
        <p:grpSpPr>
          <a:xfrm>
            <a:off x="272160" y="-734760"/>
            <a:ext cx="440640" cy="5436000"/>
            <a:chOff x="272160" y="-734760"/>
            <a:chExt cx="440640" cy="5436000"/>
          </a:xfrm>
        </p:grpSpPr>
        <p:grpSp>
          <p:nvGrpSpPr>
            <p:cNvPr id="322" name="Google Shape;2788;p27"/>
            <p:cNvGrpSpPr/>
            <p:nvPr/>
          </p:nvGrpSpPr>
          <p:grpSpPr>
            <a:xfrm>
              <a:off x="272160" y="2247480"/>
              <a:ext cx="142920" cy="2453760"/>
              <a:chOff x="272160" y="2247480"/>
              <a:chExt cx="142920" cy="2453760"/>
            </a:xfrm>
          </p:grpSpPr>
          <p:grpSp>
            <p:nvGrpSpPr>
              <p:cNvPr id="323" name="Google Shape;2789;p27"/>
              <p:cNvGrpSpPr/>
              <p:nvPr/>
            </p:nvGrpSpPr>
            <p:grpSpPr>
              <a:xfrm>
                <a:off x="272160" y="2247480"/>
                <a:ext cx="142920" cy="2453760"/>
                <a:chOff x="272160" y="2247480"/>
                <a:chExt cx="142920" cy="2453760"/>
              </a:xfrm>
            </p:grpSpPr>
            <p:sp>
              <p:nvSpPr>
                <p:cNvPr id="1050431" name="Google Shape;2790;p27"/>
                <p:cNvSpPr/>
                <p:nvPr/>
              </p:nvSpPr>
              <p:spPr>
                <a:xfrm>
                  <a:off x="272160" y="4558320"/>
                  <a:ext cx="142920" cy="142920"/>
                </a:xfrm>
                <a:prstGeom prst="rect"/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71640" tIns="7164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0432" name="Google Shape;2791;p27"/>
                <p:cNvSpPr/>
                <p:nvPr/>
              </p:nvSpPr>
              <p:spPr>
                <a:xfrm>
                  <a:off x="280440" y="4347720"/>
                  <a:ext cx="126000" cy="126360"/>
                </a:xfrm>
                <a:prstGeom prst="rect"/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63360" tIns="6336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0433" name="Google Shape;2792;p27"/>
                <p:cNvSpPr/>
                <p:nvPr/>
              </p:nvSpPr>
              <p:spPr>
                <a:xfrm>
                  <a:off x="280440" y="4137120"/>
                  <a:ext cx="126000" cy="126360"/>
                </a:xfrm>
                <a:prstGeom prst="rect"/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63360" tIns="6336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0434" name="Google Shape;2793;p27"/>
                <p:cNvSpPr/>
                <p:nvPr/>
              </p:nvSpPr>
              <p:spPr>
                <a:xfrm>
                  <a:off x="280440" y="3926160"/>
                  <a:ext cx="126000" cy="126360"/>
                </a:xfrm>
                <a:prstGeom prst="rect"/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63360" tIns="6336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0435" name="Google Shape;2794;p27"/>
                <p:cNvSpPr/>
                <p:nvPr/>
              </p:nvSpPr>
              <p:spPr>
                <a:xfrm>
                  <a:off x="285120" y="3715560"/>
                  <a:ext cx="117360" cy="117720"/>
                </a:xfrm>
                <a:prstGeom prst="rect"/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59040" tIns="5904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0436" name="Google Shape;2795;p27"/>
                <p:cNvSpPr/>
                <p:nvPr/>
              </p:nvSpPr>
              <p:spPr>
                <a:xfrm>
                  <a:off x="285120" y="3504960"/>
                  <a:ext cx="117360" cy="117720"/>
                </a:xfrm>
                <a:prstGeom prst="rect"/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59040" tIns="5904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0437" name="Google Shape;2796;p27"/>
                <p:cNvSpPr/>
                <p:nvPr/>
              </p:nvSpPr>
              <p:spPr>
                <a:xfrm>
                  <a:off x="286920" y="3294000"/>
                  <a:ext cx="113040" cy="113040"/>
                </a:xfrm>
                <a:prstGeom prst="rect"/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56520" tIns="5652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0438" name="Google Shape;2797;p27"/>
                <p:cNvSpPr/>
                <p:nvPr/>
              </p:nvSpPr>
              <p:spPr>
                <a:xfrm>
                  <a:off x="289440" y="3083400"/>
                  <a:ext cx="108720" cy="108720"/>
                </a:xfrm>
                <a:prstGeom prst="rect"/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54360" tIns="5436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0439" name="Google Shape;2798;p27"/>
                <p:cNvSpPr/>
                <p:nvPr/>
              </p:nvSpPr>
              <p:spPr>
                <a:xfrm>
                  <a:off x="294120" y="2877120"/>
                  <a:ext cx="98640" cy="98640"/>
                </a:xfrm>
                <a:prstGeom prst="rect"/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49320" tIns="4932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0440" name="Google Shape;2799;p27"/>
                <p:cNvSpPr/>
                <p:nvPr/>
              </p:nvSpPr>
              <p:spPr>
                <a:xfrm>
                  <a:off x="299160" y="2670840"/>
                  <a:ext cx="88920" cy="88920"/>
                </a:xfrm>
                <a:prstGeom prst="rect"/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44640" tIns="4464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0441" name="Google Shape;2800;p27"/>
                <p:cNvSpPr/>
                <p:nvPr/>
              </p:nvSpPr>
              <p:spPr>
                <a:xfrm>
                  <a:off x="299160" y="2464560"/>
                  <a:ext cx="88920" cy="88920"/>
                </a:xfrm>
                <a:prstGeom prst="rect"/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44640" tIns="4464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0442" name="Google Shape;2801;p27"/>
                <p:cNvSpPr/>
                <p:nvPr/>
              </p:nvSpPr>
              <p:spPr>
                <a:xfrm>
                  <a:off x="303840" y="2247480"/>
                  <a:ext cx="79200" cy="79200"/>
                </a:xfrm>
                <a:prstGeom prst="rect"/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39600" tIns="3960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</p:grpSp>
          <p:grpSp>
            <p:nvGrpSpPr>
              <p:cNvPr id="324" name="Google Shape;2802;p27"/>
              <p:cNvGrpSpPr/>
              <p:nvPr/>
            </p:nvGrpSpPr>
            <p:grpSpPr>
              <a:xfrm>
                <a:off x="272160" y="2247480"/>
                <a:ext cx="142920" cy="2453760"/>
                <a:chOff x="272160" y="2247480"/>
                <a:chExt cx="142920" cy="2453760"/>
              </a:xfrm>
            </p:grpSpPr>
            <p:sp>
              <p:nvSpPr>
                <p:cNvPr id="1050443" name="Google Shape;2803;p27"/>
                <p:cNvSpPr/>
                <p:nvPr/>
              </p:nvSpPr>
              <p:spPr>
                <a:xfrm>
                  <a:off x="272160" y="4558320"/>
                  <a:ext cx="142920" cy="142920"/>
                </a:xfrm>
                <a:prstGeom prst="rect"/>
                <a:noFill/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71640" tIns="7164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0444" name="Google Shape;2804;p27"/>
                <p:cNvSpPr/>
                <p:nvPr/>
              </p:nvSpPr>
              <p:spPr>
                <a:xfrm>
                  <a:off x="280440" y="4347720"/>
                  <a:ext cx="126000" cy="126360"/>
                </a:xfrm>
                <a:prstGeom prst="rect"/>
                <a:solidFill>
                  <a:srgbClr val="009F8C">
                    <a:alpha val="5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63360" tIns="6336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0445" name="Google Shape;2805;p27"/>
                <p:cNvSpPr/>
                <p:nvPr/>
              </p:nvSpPr>
              <p:spPr>
                <a:xfrm>
                  <a:off x="280440" y="4137120"/>
                  <a:ext cx="126000" cy="126360"/>
                </a:xfrm>
                <a:prstGeom prst="rect"/>
                <a:solidFill>
                  <a:srgbClr val="009F8C">
                    <a:alpha val="10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63360" tIns="6336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0446" name="Google Shape;2806;p27"/>
                <p:cNvSpPr/>
                <p:nvPr/>
              </p:nvSpPr>
              <p:spPr>
                <a:xfrm>
                  <a:off x="280440" y="3926160"/>
                  <a:ext cx="126000" cy="126360"/>
                </a:xfrm>
                <a:prstGeom prst="rect"/>
                <a:solidFill>
                  <a:srgbClr val="009F8C">
                    <a:alpha val="20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63360" tIns="6336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0447" name="Google Shape;2807;p27"/>
                <p:cNvSpPr/>
                <p:nvPr/>
              </p:nvSpPr>
              <p:spPr>
                <a:xfrm>
                  <a:off x="285120" y="3715560"/>
                  <a:ext cx="117360" cy="117720"/>
                </a:xfrm>
                <a:prstGeom prst="rect"/>
                <a:solidFill>
                  <a:srgbClr val="009F8C">
                    <a:alpha val="30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59040" tIns="5904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0448" name="Google Shape;2808;p27"/>
                <p:cNvSpPr/>
                <p:nvPr/>
              </p:nvSpPr>
              <p:spPr>
                <a:xfrm>
                  <a:off x="285120" y="3504960"/>
                  <a:ext cx="117360" cy="117720"/>
                </a:xfrm>
                <a:prstGeom prst="rect"/>
                <a:solidFill>
                  <a:srgbClr val="009F8C">
                    <a:alpha val="40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59040" tIns="5904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0449" name="Google Shape;2809;p27"/>
                <p:cNvSpPr/>
                <p:nvPr/>
              </p:nvSpPr>
              <p:spPr>
                <a:xfrm>
                  <a:off x="286920" y="3294000"/>
                  <a:ext cx="113040" cy="113040"/>
                </a:xfrm>
                <a:prstGeom prst="rect"/>
                <a:solidFill>
                  <a:srgbClr val="009F8C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56520" tIns="5652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0450" name="Google Shape;2810;p27"/>
                <p:cNvSpPr/>
                <p:nvPr/>
              </p:nvSpPr>
              <p:spPr>
                <a:xfrm>
                  <a:off x="289440" y="3083400"/>
                  <a:ext cx="108720" cy="108720"/>
                </a:xfrm>
                <a:prstGeom prst="rect"/>
                <a:solidFill>
                  <a:srgbClr val="009F8C">
                    <a:alpha val="55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54360" tIns="5436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0451" name="Google Shape;2811;p27"/>
                <p:cNvSpPr/>
                <p:nvPr/>
              </p:nvSpPr>
              <p:spPr>
                <a:xfrm>
                  <a:off x="294120" y="2877120"/>
                  <a:ext cx="98640" cy="98640"/>
                </a:xfrm>
                <a:prstGeom prst="rect"/>
                <a:solidFill>
                  <a:srgbClr val="009F8C">
                    <a:alpha val="60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49320" tIns="4932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0452" name="Google Shape;2812;p27"/>
                <p:cNvSpPr/>
                <p:nvPr/>
              </p:nvSpPr>
              <p:spPr>
                <a:xfrm>
                  <a:off x="299160" y="2670840"/>
                  <a:ext cx="88920" cy="88920"/>
                </a:xfrm>
                <a:prstGeom prst="rect"/>
                <a:solidFill>
                  <a:srgbClr val="009F8C">
                    <a:alpha val="65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44640" tIns="4464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0453" name="Google Shape;2813;p27"/>
                <p:cNvSpPr/>
                <p:nvPr/>
              </p:nvSpPr>
              <p:spPr>
                <a:xfrm>
                  <a:off x="299160" y="2464560"/>
                  <a:ext cx="88920" cy="88920"/>
                </a:xfrm>
                <a:prstGeom prst="rect"/>
                <a:solidFill>
                  <a:srgbClr val="009F8C">
                    <a:alpha val="70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44640" tIns="4464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0454" name="Google Shape;2814;p27"/>
                <p:cNvSpPr/>
                <p:nvPr/>
              </p:nvSpPr>
              <p:spPr>
                <a:xfrm>
                  <a:off x="303840" y="2247480"/>
                  <a:ext cx="79200" cy="79200"/>
                </a:xfrm>
                <a:prstGeom prst="rect"/>
                <a:solidFill>
                  <a:srgbClr val="009F8C">
                    <a:alpha val="80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39600" tIns="3960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</p:grpSp>
        </p:grpSp>
        <p:grpSp>
          <p:nvGrpSpPr>
            <p:cNvPr id="325" name="Google Shape;2815;p27"/>
            <p:cNvGrpSpPr/>
            <p:nvPr/>
          </p:nvGrpSpPr>
          <p:grpSpPr>
            <a:xfrm>
              <a:off x="569880" y="-734760"/>
              <a:ext cx="142920" cy="2453760"/>
              <a:chOff x="569880" y="-734760"/>
              <a:chExt cx="142920" cy="2453760"/>
            </a:xfrm>
          </p:grpSpPr>
          <p:grpSp>
            <p:nvGrpSpPr>
              <p:cNvPr id="326" name="Google Shape;2816;p27"/>
              <p:cNvGrpSpPr/>
              <p:nvPr/>
            </p:nvGrpSpPr>
            <p:grpSpPr>
              <a:xfrm>
                <a:off x="569880" y="-734760"/>
                <a:ext cx="142920" cy="2453760"/>
                <a:chOff x="569880" y="-734760"/>
                <a:chExt cx="142920" cy="2453760"/>
              </a:xfrm>
            </p:grpSpPr>
            <p:sp>
              <p:nvSpPr>
                <p:cNvPr id="1050455" name="Google Shape;2817;p27"/>
                <p:cNvSpPr/>
                <p:nvPr/>
              </p:nvSpPr>
              <p:spPr>
                <a:xfrm>
                  <a:off x="569880" y="1576080"/>
                  <a:ext cx="142920" cy="142920"/>
                </a:xfrm>
                <a:prstGeom prst="rect"/>
                <a:gradFill rotWithShape="0">
                  <a:gsLst>
                    <a:gs pos="0">
                      <a:srgbClr val="B6F8F0"/>
                    </a:gs>
                    <a:gs pos="100000">
                      <a:srgbClr val="7DF3E5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71640" tIns="7164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0456" name="Google Shape;2818;p27"/>
                <p:cNvSpPr/>
                <p:nvPr/>
              </p:nvSpPr>
              <p:spPr>
                <a:xfrm>
                  <a:off x="578520" y="1365480"/>
                  <a:ext cx="126000" cy="126360"/>
                </a:xfrm>
                <a:prstGeom prst="rect"/>
                <a:gradFill rotWithShape="0">
                  <a:gsLst>
                    <a:gs pos="0">
                      <a:srgbClr val="B6F8F0"/>
                    </a:gs>
                    <a:gs pos="100000">
                      <a:srgbClr val="7DF3E5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63360" tIns="6336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0457" name="Google Shape;2819;p27"/>
                <p:cNvSpPr/>
                <p:nvPr/>
              </p:nvSpPr>
              <p:spPr>
                <a:xfrm>
                  <a:off x="578520" y="1154880"/>
                  <a:ext cx="126000" cy="126360"/>
                </a:xfrm>
                <a:prstGeom prst="rect"/>
                <a:gradFill rotWithShape="0">
                  <a:gsLst>
                    <a:gs pos="0">
                      <a:srgbClr val="B6F8F0"/>
                    </a:gs>
                    <a:gs pos="100000">
                      <a:srgbClr val="7DF3E5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63360" tIns="6336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0458" name="Google Shape;2820;p27"/>
                <p:cNvSpPr/>
                <p:nvPr/>
              </p:nvSpPr>
              <p:spPr>
                <a:xfrm>
                  <a:off x="578520" y="943920"/>
                  <a:ext cx="126000" cy="126360"/>
                </a:xfrm>
                <a:prstGeom prst="rect"/>
                <a:gradFill rotWithShape="0">
                  <a:gsLst>
                    <a:gs pos="0">
                      <a:srgbClr val="B6F8F0"/>
                    </a:gs>
                    <a:gs pos="100000">
                      <a:srgbClr val="7DF3E5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63360" tIns="6336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0459" name="Google Shape;2821;p27"/>
                <p:cNvSpPr/>
                <p:nvPr/>
              </p:nvSpPr>
              <p:spPr>
                <a:xfrm>
                  <a:off x="582840" y="733320"/>
                  <a:ext cx="117360" cy="117720"/>
                </a:xfrm>
                <a:prstGeom prst="rect"/>
                <a:gradFill rotWithShape="0">
                  <a:gsLst>
                    <a:gs pos="0">
                      <a:srgbClr val="B6F8F0"/>
                    </a:gs>
                    <a:gs pos="100000">
                      <a:srgbClr val="7DF3E5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59040" tIns="5904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0460" name="Google Shape;2822;p27"/>
                <p:cNvSpPr/>
                <p:nvPr/>
              </p:nvSpPr>
              <p:spPr>
                <a:xfrm>
                  <a:off x="582840" y="522360"/>
                  <a:ext cx="117360" cy="117720"/>
                </a:xfrm>
                <a:prstGeom prst="rect"/>
                <a:gradFill rotWithShape="0">
                  <a:gsLst>
                    <a:gs pos="0">
                      <a:srgbClr val="B6F8F0"/>
                    </a:gs>
                    <a:gs pos="100000">
                      <a:srgbClr val="7DF3E5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59040" tIns="5904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0461" name="Google Shape;2823;p27"/>
                <p:cNvSpPr/>
                <p:nvPr/>
              </p:nvSpPr>
              <p:spPr>
                <a:xfrm>
                  <a:off x="585000" y="311760"/>
                  <a:ext cx="113040" cy="113040"/>
                </a:xfrm>
                <a:prstGeom prst="rect"/>
                <a:gradFill rotWithShape="0">
                  <a:gsLst>
                    <a:gs pos="0">
                      <a:srgbClr val="B6F8F0"/>
                    </a:gs>
                    <a:gs pos="100000">
                      <a:srgbClr val="7DF3E5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56520" tIns="5652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0462" name="Google Shape;2824;p27"/>
                <p:cNvSpPr/>
                <p:nvPr/>
              </p:nvSpPr>
              <p:spPr>
                <a:xfrm>
                  <a:off x="587160" y="101160"/>
                  <a:ext cx="108720" cy="108720"/>
                </a:xfrm>
                <a:prstGeom prst="rect"/>
                <a:gradFill rotWithShape="0">
                  <a:gsLst>
                    <a:gs pos="0">
                      <a:srgbClr val="B6F8F0"/>
                    </a:gs>
                    <a:gs pos="100000">
                      <a:srgbClr val="7DF3E5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54360" tIns="5436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0463" name="Google Shape;2825;p27"/>
                <p:cNvSpPr/>
                <p:nvPr/>
              </p:nvSpPr>
              <p:spPr>
                <a:xfrm>
                  <a:off x="592200" y="-105120"/>
                  <a:ext cx="98640" cy="98640"/>
                </a:xfrm>
                <a:prstGeom prst="rect"/>
                <a:gradFill rotWithShape="0">
                  <a:gsLst>
                    <a:gs pos="0">
                      <a:srgbClr val="B6F8F0"/>
                    </a:gs>
                    <a:gs pos="100000">
                      <a:srgbClr val="7DF3E5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49320" tIns="4932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0464" name="Google Shape;2826;p27"/>
                <p:cNvSpPr/>
                <p:nvPr/>
              </p:nvSpPr>
              <p:spPr>
                <a:xfrm>
                  <a:off x="596880" y="-311400"/>
                  <a:ext cx="88920" cy="88920"/>
                </a:xfrm>
                <a:prstGeom prst="rect"/>
                <a:gradFill rotWithShape="0">
                  <a:gsLst>
                    <a:gs pos="0">
                      <a:srgbClr val="B6F8F0"/>
                    </a:gs>
                    <a:gs pos="100000">
                      <a:srgbClr val="7DF3E5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44640" tIns="4464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0465" name="Google Shape;2827;p27"/>
                <p:cNvSpPr/>
                <p:nvPr/>
              </p:nvSpPr>
              <p:spPr>
                <a:xfrm>
                  <a:off x="596880" y="-517680"/>
                  <a:ext cx="88920" cy="88920"/>
                </a:xfrm>
                <a:prstGeom prst="rect"/>
                <a:gradFill rotWithShape="0">
                  <a:gsLst>
                    <a:gs pos="0">
                      <a:srgbClr val="B6F8F0"/>
                    </a:gs>
                    <a:gs pos="100000">
                      <a:srgbClr val="7DF3E5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44640" tIns="4464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0466" name="Google Shape;2828;p27"/>
                <p:cNvSpPr/>
                <p:nvPr/>
              </p:nvSpPr>
              <p:spPr>
                <a:xfrm>
                  <a:off x="601920" y="-734760"/>
                  <a:ext cx="79200" cy="79200"/>
                </a:xfrm>
                <a:prstGeom prst="rect"/>
                <a:gradFill rotWithShape="0">
                  <a:gsLst>
                    <a:gs pos="0">
                      <a:srgbClr val="B6F8F0"/>
                    </a:gs>
                    <a:gs pos="100000">
                      <a:srgbClr val="7DF3E5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39600" tIns="3960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</p:grpSp>
          <p:grpSp>
            <p:nvGrpSpPr>
              <p:cNvPr id="327" name="Google Shape;2829;p27"/>
              <p:cNvGrpSpPr/>
              <p:nvPr/>
            </p:nvGrpSpPr>
            <p:grpSpPr>
              <a:xfrm>
                <a:off x="569880" y="-734760"/>
                <a:ext cx="142920" cy="2453760"/>
                <a:chOff x="569880" y="-734760"/>
                <a:chExt cx="142920" cy="2453760"/>
              </a:xfrm>
            </p:grpSpPr>
            <p:sp>
              <p:nvSpPr>
                <p:cNvPr id="1050467" name="Google Shape;2830;p27"/>
                <p:cNvSpPr/>
                <p:nvPr/>
              </p:nvSpPr>
              <p:spPr>
                <a:xfrm>
                  <a:off x="569880" y="1576080"/>
                  <a:ext cx="142920" cy="142920"/>
                </a:xfrm>
                <a:prstGeom prst="rect"/>
                <a:noFill/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71640" tIns="7164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0468" name="Google Shape;2831;p27"/>
                <p:cNvSpPr/>
                <p:nvPr/>
              </p:nvSpPr>
              <p:spPr>
                <a:xfrm>
                  <a:off x="578520" y="1365480"/>
                  <a:ext cx="126000" cy="126360"/>
                </a:xfrm>
                <a:prstGeom prst="rect"/>
                <a:solidFill>
                  <a:srgbClr val="009F8C">
                    <a:alpha val="5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63360" tIns="6336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0469" name="Google Shape;2832;p27"/>
                <p:cNvSpPr/>
                <p:nvPr/>
              </p:nvSpPr>
              <p:spPr>
                <a:xfrm>
                  <a:off x="578520" y="1154880"/>
                  <a:ext cx="126000" cy="126360"/>
                </a:xfrm>
                <a:prstGeom prst="rect"/>
                <a:solidFill>
                  <a:srgbClr val="009F8C">
                    <a:alpha val="10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63360" tIns="6336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0470" name="Google Shape;2833;p27"/>
                <p:cNvSpPr/>
                <p:nvPr/>
              </p:nvSpPr>
              <p:spPr>
                <a:xfrm>
                  <a:off x="578520" y="943920"/>
                  <a:ext cx="126000" cy="126360"/>
                </a:xfrm>
                <a:prstGeom prst="rect"/>
                <a:solidFill>
                  <a:srgbClr val="009F8C">
                    <a:alpha val="20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63360" tIns="6336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0471" name="Google Shape;2834;p27"/>
                <p:cNvSpPr/>
                <p:nvPr/>
              </p:nvSpPr>
              <p:spPr>
                <a:xfrm>
                  <a:off x="582840" y="733320"/>
                  <a:ext cx="117360" cy="117720"/>
                </a:xfrm>
                <a:prstGeom prst="rect"/>
                <a:solidFill>
                  <a:srgbClr val="009F8C">
                    <a:alpha val="30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59040" tIns="5904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0472" name="Google Shape;2835;p27"/>
                <p:cNvSpPr/>
                <p:nvPr/>
              </p:nvSpPr>
              <p:spPr>
                <a:xfrm>
                  <a:off x="582840" y="522360"/>
                  <a:ext cx="117360" cy="117720"/>
                </a:xfrm>
                <a:prstGeom prst="rect"/>
                <a:solidFill>
                  <a:srgbClr val="009F8C">
                    <a:alpha val="40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59040" tIns="5904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0473" name="Google Shape;2836;p27"/>
                <p:cNvSpPr/>
                <p:nvPr/>
              </p:nvSpPr>
              <p:spPr>
                <a:xfrm>
                  <a:off x="585000" y="311760"/>
                  <a:ext cx="113040" cy="113040"/>
                </a:xfrm>
                <a:prstGeom prst="rect"/>
                <a:solidFill>
                  <a:srgbClr val="009F8C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56520" tIns="5652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0474" name="Google Shape;2837;p27"/>
                <p:cNvSpPr/>
                <p:nvPr/>
              </p:nvSpPr>
              <p:spPr>
                <a:xfrm>
                  <a:off x="587160" y="101160"/>
                  <a:ext cx="108720" cy="108720"/>
                </a:xfrm>
                <a:prstGeom prst="rect"/>
                <a:solidFill>
                  <a:srgbClr val="009F8C">
                    <a:alpha val="55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54360" tIns="5436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0475" name="Google Shape;2838;p27"/>
                <p:cNvSpPr/>
                <p:nvPr/>
              </p:nvSpPr>
              <p:spPr>
                <a:xfrm>
                  <a:off x="592200" y="-105120"/>
                  <a:ext cx="98640" cy="98640"/>
                </a:xfrm>
                <a:prstGeom prst="rect"/>
                <a:solidFill>
                  <a:srgbClr val="009F8C">
                    <a:alpha val="60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49320" tIns="4932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0476" name="Google Shape;2839;p27"/>
                <p:cNvSpPr/>
                <p:nvPr/>
              </p:nvSpPr>
              <p:spPr>
                <a:xfrm>
                  <a:off x="596880" y="-311400"/>
                  <a:ext cx="88920" cy="88920"/>
                </a:xfrm>
                <a:prstGeom prst="rect"/>
                <a:solidFill>
                  <a:srgbClr val="009F8C">
                    <a:alpha val="65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44640" tIns="4464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0477" name="Google Shape;2840;p27"/>
                <p:cNvSpPr/>
                <p:nvPr/>
              </p:nvSpPr>
              <p:spPr>
                <a:xfrm>
                  <a:off x="596880" y="-517680"/>
                  <a:ext cx="88920" cy="88920"/>
                </a:xfrm>
                <a:prstGeom prst="rect"/>
                <a:solidFill>
                  <a:srgbClr val="009F8C">
                    <a:alpha val="70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44640" tIns="4464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0478" name="Google Shape;2841;p27"/>
                <p:cNvSpPr/>
                <p:nvPr/>
              </p:nvSpPr>
              <p:spPr>
                <a:xfrm>
                  <a:off x="601920" y="-734760"/>
                  <a:ext cx="79200" cy="79200"/>
                </a:xfrm>
                <a:prstGeom prst="rect"/>
                <a:solidFill>
                  <a:srgbClr val="009F8C">
                    <a:alpha val="80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39600" tIns="3960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</p:grpSp>
        </p:grpSp>
      </p:grp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blank">
  <p:cSld name="CUSTOM_3_1">
    <p:bg>
      <p:bgPr>
        <a:solidFill>
          <a:schemeClr val="lt1"/>
        </a:solidFill>
      </p:bgPr>
    </p:bg>
    <p:spTree>
      <p:nvGrpSpPr>
        <p:cNvPr id="40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07" name="Google Shape;2843;p28"/>
          <p:cNvGrpSpPr/>
          <p:nvPr/>
        </p:nvGrpSpPr>
        <p:grpSpPr>
          <a:xfrm>
            <a:off x="325440" y="-1495440"/>
            <a:ext cx="8302680" cy="6099120"/>
            <a:chOff x="325440" y="-1495440"/>
            <a:chExt cx="8302680" cy="6099120"/>
          </a:xfrm>
        </p:grpSpPr>
        <p:grpSp>
          <p:nvGrpSpPr>
            <p:cNvPr id="408" name="Google Shape;2844;p28"/>
            <p:cNvGrpSpPr/>
            <p:nvPr/>
          </p:nvGrpSpPr>
          <p:grpSpPr>
            <a:xfrm>
              <a:off x="325440" y="1598040"/>
              <a:ext cx="142920" cy="2453760"/>
              <a:chOff x="325440" y="1598040"/>
              <a:chExt cx="142920" cy="2453760"/>
            </a:xfrm>
          </p:grpSpPr>
          <p:grpSp>
            <p:nvGrpSpPr>
              <p:cNvPr id="409" name="Google Shape;2845;p28"/>
              <p:cNvGrpSpPr/>
              <p:nvPr/>
            </p:nvGrpSpPr>
            <p:grpSpPr>
              <a:xfrm>
                <a:off x="325440" y="1598040"/>
                <a:ext cx="142920" cy="2453760"/>
                <a:chOff x="325440" y="1598040"/>
                <a:chExt cx="142920" cy="2453760"/>
              </a:xfrm>
            </p:grpSpPr>
            <p:sp>
              <p:nvSpPr>
                <p:cNvPr id="1051013" name="Google Shape;2846;p28"/>
                <p:cNvSpPr/>
                <p:nvPr/>
              </p:nvSpPr>
              <p:spPr>
                <a:xfrm>
                  <a:off x="325440" y="3908880"/>
                  <a:ext cx="142920" cy="142920"/>
                </a:xfrm>
                <a:prstGeom prst="rect"/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71640" tIns="7164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1014" name="Google Shape;2847;p28"/>
                <p:cNvSpPr/>
                <p:nvPr/>
              </p:nvSpPr>
              <p:spPr>
                <a:xfrm>
                  <a:off x="333720" y="3698280"/>
                  <a:ext cx="126000" cy="126360"/>
                </a:xfrm>
                <a:prstGeom prst="rect"/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63360" tIns="6336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1015" name="Google Shape;2848;p28"/>
                <p:cNvSpPr/>
                <p:nvPr/>
              </p:nvSpPr>
              <p:spPr>
                <a:xfrm>
                  <a:off x="333720" y="3487320"/>
                  <a:ext cx="126000" cy="126360"/>
                </a:xfrm>
                <a:prstGeom prst="rect"/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63360" tIns="6336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1016" name="Google Shape;2849;p28"/>
                <p:cNvSpPr/>
                <p:nvPr/>
              </p:nvSpPr>
              <p:spPr>
                <a:xfrm>
                  <a:off x="333720" y="3276720"/>
                  <a:ext cx="126000" cy="126360"/>
                </a:xfrm>
                <a:prstGeom prst="rect"/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63360" tIns="6336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1017" name="Google Shape;2850;p28"/>
                <p:cNvSpPr/>
                <p:nvPr/>
              </p:nvSpPr>
              <p:spPr>
                <a:xfrm>
                  <a:off x="338040" y="3066120"/>
                  <a:ext cx="117360" cy="117720"/>
                </a:xfrm>
                <a:prstGeom prst="rect"/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59040" tIns="5904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1018" name="Google Shape;2851;p28"/>
                <p:cNvSpPr/>
                <p:nvPr/>
              </p:nvSpPr>
              <p:spPr>
                <a:xfrm>
                  <a:off x="338040" y="2855160"/>
                  <a:ext cx="117360" cy="117720"/>
                </a:xfrm>
                <a:prstGeom prst="rect"/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59040" tIns="5904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1019" name="Google Shape;2852;p28"/>
                <p:cNvSpPr/>
                <p:nvPr/>
              </p:nvSpPr>
              <p:spPr>
                <a:xfrm>
                  <a:off x="340200" y="2644560"/>
                  <a:ext cx="113040" cy="113040"/>
                </a:xfrm>
                <a:prstGeom prst="rect"/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56520" tIns="5652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1020" name="Google Shape;2853;p28"/>
                <p:cNvSpPr/>
                <p:nvPr/>
              </p:nvSpPr>
              <p:spPr>
                <a:xfrm>
                  <a:off x="342720" y="2433600"/>
                  <a:ext cx="108720" cy="108720"/>
                </a:xfrm>
                <a:prstGeom prst="rect"/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54360" tIns="5436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1021" name="Google Shape;2854;p28"/>
                <p:cNvSpPr/>
                <p:nvPr/>
              </p:nvSpPr>
              <p:spPr>
                <a:xfrm>
                  <a:off x="347400" y="2227680"/>
                  <a:ext cx="98640" cy="98640"/>
                </a:xfrm>
                <a:prstGeom prst="rect"/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49320" tIns="4932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1022" name="Google Shape;2855;p28"/>
                <p:cNvSpPr/>
                <p:nvPr/>
              </p:nvSpPr>
              <p:spPr>
                <a:xfrm>
                  <a:off x="352440" y="2021400"/>
                  <a:ext cx="88920" cy="88920"/>
                </a:xfrm>
                <a:prstGeom prst="rect"/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44640" tIns="4464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1023" name="Google Shape;2856;p28"/>
                <p:cNvSpPr/>
                <p:nvPr/>
              </p:nvSpPr>
              <p:spPr>
                <a:xfrm>
                  <a:off x="352440" y="1815120"/>
                  <a:ext cx="88920" cy="88920"/>
                </a:xfrm>
                <a:prstGeom prst="rect"/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44640" tIns="4464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1024" name="Google Shape;2857;p28"/>
                <p:cNvSpPr/>
                <p:nvPr/>
              </p:nvSpPr>
              <p:spPr>
                <a:xfrm>
                  <a:off x="357120" y="1598040"/>
                  <a:ext cx="79200" cy="79200"/>
                </a:xfrm>
                <a:prstGeom prst="rect"/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39600" tIns="3960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</p:grpSp>
          <p:grpSp>
            <p:nvGrpSpPr>
              <p:cNvPr id="410" name="Google Shape;2858;p28"/>
              <p:cNvGrpSpPr/>
              <p:nvPr/>
            </p:nvGrpSpPr>
            <p:grpSpPr>
              <a:xfrm>
                <a:off x="325440" y="1598040"/>
                <a:ext cx="142920" cy="2453760"/>
                <a:chOff x="325440" y="1598040"/>
                <a:chExt cx="142920" cy="2453760"/>
              </a:xfrm>
            </p:grpSpPr>
            <p:sp>
              <p:nvSpPr>
                <p:cNvPr id="1051025" name="Google Shape;2859;p28"/>
                <p:cNvSpPr/>
                <p:nvPr/>
              </p:nvSpPr>
              <p:spPr>
                <a:xfrm>
                  <a:off x="325440" y="3908880"/>
                  <a:ext cx="142920" cy="142920"/>
                </a:xfrm>
                <a:prstGeom prst="rect"/>
                <a:noFill/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71640" tIns="7164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1026" name="Google Shape;2860;p28"/>
                <p:cNvSpPr/>
                <p:nvPr/>
              </p:nvSpPr>
              <p:spPr>
                <a:xfrm>
                  <a:off x="333720" y="3698280"/>
                  <a:ext cx="126000" cy="126360"/>
                </a:xfrm>
                <a:prstGeom prst="rect"/>
                <a:solidFill>
                  <a:srgbClr val="009F8C">
                    <a:alpha val="5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63360" tIns="6336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1027" name="Google Shape;2861;p28"/>
                <p:cNvSpPr/>
                <p:nvPr/>
              </p:nvSpPr>
              <p:spPr>
                <a:xfrm>
                  <a:off x="333720" y="3487320"/>
                  <a:ext cx="126000" cy="126360"/>
                </a:xfrm>
                <a:prstGeom prst="rect"/>
                <a:solidFill>
                  <a:srgbClr val="009F8C">
                    <a:alpha val="10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63360" tIns="6336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1028" name="Google Shape;2862;p28"/>
                <p:cNvSpPr/>
                <p:nvPr/>
              </p:nvSpPr>
              <p:spPr>
                <a:xfrm>
                  <a:off x="333720" y="3276720"/>
                  <a:ext cx="126000" cy="126360"/>
                </a:xfrm>
                <a:prstGeom prst="rect"/>
                <a:solidFill>
                  <a:srgbClr val="009F8C">
                    <a:alpha val="20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63360" tIns="6336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1029" name="Google Shape;2863;p28"/>
                <p:cNvSpPr/>
                <p:nvPr/>
              </p:nvSpPr>
              <p:spPr>
                <a:xfrm>
                  <a:off x="338040" y="3066120"/>
                  <a:ext cx="117360" cy="117720"/>
                </a:xfrm>
                <a:prstGeom prst="rect"/>
                <a:solidFill>
                  <a:srgbClr val="009F8C">
                    <a:alpha val="30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59040" tIns="5904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1030" name="Google Shape;2864;p28"/>
                <p:cNvSpPr/>
                <p:nvPr/>
              </p:nvSpPr>
              <p:spPr>
                <a:xfrm>
                  <a:off x="338040" y="2855160"/>
                  <a:ext cx="117360" cy="117720"/>
                </a:xfrm>
                <a:prstGeom prst="rect"/>
                <a:solidFill>
                  <a:srgbClr val="009F8C">
                    <a:alpha val="40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59040" tIns="5904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1031" name="Google Shape;2865;p28"/>
                <p:cNvSpPr/>
                <p:nvPr/>
              </p:nvSpPr>
              <p:spPr>
                <a:xfrm>
                  <a:off x="340200" y="2644560"/>
                  <a:ext cx="113040" cy="113040"/>
                </a:xfrm>
                <a:prstGeom prst="rect"/>
                <a:solidFill>
                  <a:srgbClr val="009F8C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56520" tIns="5652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1032" name="Google Shape;2866;p28"/>
                <p:cNvSpPr/>
                <p:nvPr/>
              </p:nvSpPr>
              <p:spPr>
                <a:xfrm>
                  <a:off x="342720" y="2433600"/>
                  <a:ext cx="108720" cy="108720"/>
                </a:xfrm>
                <a:prstGeom prst="rect"/>
                <a:solidFill>
                  <a:srgbClr val="009F8C">
                    <a:alpha val="55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54360" tIns="5436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1033" name="Google Shape;2867;p28"/>
                <p:cNvSpPr/>
                <p:nvPr/>
              </p:nvSpPr>
              <p:spPr>
                <a:xfrm>
                  <a:off x="347400" y="2227680"/>
                  <a:ext cx="98640" cy="98640"/>
                </a:xfrm>
                <a:prstGeom prst="rect"/>
                <a:solidFill>
                  <a:srgbClr val="009F8C">
                    <a:alpha val="60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49320" tIns="4932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1034" name="Google Shape;2868;p28"/>
                <p:cNvSpPr/>
                <p:nvPr/>
              </p:nvSpPr>
              <p:spPr>
                <a:xfrm>
                  <a:off x="352440" y="2021400"/>
                  <a:ext cx="88920" cy="88920"/>
                </a:xfrm>
                <a:prstGeom prst="rect"/>
                <a:solidFill>
                  <a:srgbClr val="009F8C">
                    <a:alpha val="65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44640" tIns="4464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1035" name="Google Shape;2869;p28"/>
                <p:cNvSpPr/>
                <p:nvPr/>
              </p:nvSpPr>
              <p:spPr>
                <a:xfrm>
                  <a:off x="352440" y="1815120"/>
                  <a:ext cx="88920" cy="88920"/>
                </a:xfrm>
                <a:prstGeom prst="rect"/>
                <a:solidFill>
                  <a:srgbClr val="009F8C">
                    <a:alpha val="70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44640" tIns="4464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1036" name="Google Shape;2870;p28"/>
                <p:cNvSpPr/>
                <p:nvPr/>
              </p:nvSpPr>
              <p:spPr>
                <a:xfrm>
                  <a:off x="357120" y="1598040"/>
                  <a:ext cx="79200" cy="79200"/>
                </a:xfrm>
                <a:prstGeom prst="rect"/>
                <a:solidFill>
                  <a:srgbClr val="009F8C">
                    <a:alpha val="80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39600" tIns="3960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</p:grpSp>
        </p:grpSp>
        <p:grpSp>
          <p:nvGrpSpPr>
            <p:cNvPr id="411" name="Google Shape;2871;p28"/>
            <p:cNvGrpSpPr/>
            <p:nvPr/>
          </p:nvGrpSpPr>
          <p:grpSpPr>
            <a:xfrm>
              <a:off x="8359200" y="-1495440"/>
              <a:ext cx="142920" cy="2453760"/>
              <a:chOff x="8359200" y="-1495440"/>
              <a:chExt cx="142920" cy="2453760"/>
            </a:xfrm>
          </p:grpSpPr>
          <p:grpSp>
            <p:nvGrpSpPr>
              <p:cNvPr id="412" name="Google Shape;2872;p28"/>
              <p:cNvGrpSpPr/>
              <p:nvPr/>
            </p:nvGrpSpPr>
            <p:grpSpPr>
              <a:xfrm>
                <a:off x="8359200" y="-1495440"/>
                <a:ext cx="142920" cy="2453760"/>
                <a:chOff x="8359200" y="-1495440"/>
                <a:chExt cx="142920" cy="2453760"/>
              </a:xfrm>
            </p:grpSpPr>
            <p:sp>
              <p:nvSpPr>
                <p:cNvPr id="1051037" name="Google Shape;2873;p28"/>
                <p:cNvSpPr/>
                <p:nvPr/>
              </p:nvSpPr>
              <p:spPr>
                <a:xfrm>
                  <a:off x="8359200" y="815400"/>
                  <a:ext cx="142920" cy="142920"/>
                </a:xfrm>
                <a:prstGeom prst="rect"/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71640" tIns="7164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1038" name="Google Shape;2874;p28"/>
                <p:cNvSpPr/>
                <p:nvPr/>
              </p:nvSpPr>
              <p:spPr>
                <a:xfrm>
                  <a:off x="8367480" y="604800"/>
                  <a:ext cx="126000" cy="126360"/>
                </a:xfrm>
                <a:prstGeom prst="rect"/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63360" tIns="6336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1039" name="Google Shape;2875;p28"/>
                <p:cNvSpPr/>
                <p:nvPr/>
              </p:nvSpPr>
              <p:spPr>
                <a:xfrm>
                  <a:off x="8367480" y="394200"/>
                  <a:ext cx="126000" cy="126360"/>
                </a:xfrm>
                <a:prstGeom prst="rect"/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63360" tIns="6336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1040" name="Google Shape;2876;p28"/>
                <p:cNvSpPr/>
                <p:nvPr/>
              </p:nvSpPr>
              <p:spPr>
                <a:xfrm>
                  <a:off x="8367480" y="183240"/>
                  <a:ext cx="126000" cy="126360"/>
                </a:xfrm>
                <a:prstGeom prst="rect"/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63360" tIns="6336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1041" name="Google Shape;2877;p28"/>
                <p:cNvSpPr/>
                <p:nvPr/>
              </p:nvSpPr>
              <p:spPr>
                <a:xfrm>
                  <a:off x="8371800" y="-27360"/>
                  <a:ext cx="117360" cy="117720"/>
                </a:xfrm>
                <a:prstGeom prst="rect"/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59040" tIns="5904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1042" name="Google Shape;2878;p28"/>
                <p:cNvSpPr/>
                <p:nvPr/>
              </p:nvSpPr>
              <p:spPr>
                <a:xfrm>
                  <a:off x="8371800" y="-237960"/>
                  <a:ext cx="117360" cy="117720"/>
                </a:xfrm>
                <a:prstGeom prst="rect"/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59040" tIns="5904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1043" name="Google Shape;2879;p28"/>
                <p:cNvSpPr/>
                <p:nvPr/>
              </p:nvSpPr>
              <p:spPr>
                <a:xfrm>
                  <a:off x="8373960" y="-448920"/>
                  <a:ext cx="113040" cy="113040"/>
                </a:xfrm>
                <a:prstGeom prst="rect"/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56520" tIns="5652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1044" name="Google Shape;2880;p28"/>
                <p:cNvSpPr/>
                <p:nvPr/>
              </p:nvSpPr>
              <p:spPr>
                <a:xfrm>
                  <a:off x="8376480" y="-659520"/>
                  <a:ext cx="108720" cy="108720"/>
                </a:xfrm>
                <a:prstGeom prst="rect"/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54360" tIns="5436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1045" name="Google Shape;2881;p28"/>
                <p:cNvSpPr/>
                <p:nvPr/>
              </p:nvSpPr>
              <p:spPr>
                <a:xfrm>
                  <a:off x="8381160" y="-865800"/>
                  <a:ext cx="98640" cy="98640"/>
                </a:xfrm>
                <a:prstGeom prst="rect"/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49320" tIns="4932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1046" name="Google Shape;2882;p28"/>
                <p:cNvSpPr/>
                <p:nvPr/>
              </p:nvSpPr>
              <p:spPr>
                <a:xfrm>
                  <a:off x="8386200" y="-1072080"/>
                  <a:ext cx="88920" cy="88920"/>
                </a:xfrm>
                <a:prstGeom prst="rect"/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44640" tIns="4464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1047" name="Google Shape;2883;p28"/>
                <p:cNvSpPr/>
                <p:nvPr/>
              </p:nvSpPr>
              <p:spPr>
                <a:xfrm>
                  <a:off x="8386200" y="-1278360"/>
                  <a:ext cx="88920" cy="88920"/>
                </a:xfrm>
                <a:prstGeom prst="rect"/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44640" tIns="4464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1048" name="Google Shape;2884;p28"/>
                <p:cNvSpPr/>
                <p:nvPr/>
              </p:nvSpPr>
              <p:spPr>
                <a:xfrm>
                  <a:off x="8390880" y="-1495440"/>
                  <a:ext cx="79200" cy="79200"/>
                </a:xfrm>
                <a:prstGeom prst="rect"/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39600" tIns="3960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</p:grpSp>
          <p:grpSp>
            <p:nvGrpSpPr>
              <p:cNvPr id="413" name="Google Shape;2885;p28"/>
              <p:cNvGrpSpPr/>
              <p:nvPr/>
            </p:nvGrpSpPr>
            <p:grpSpPr>
              <a:xfrm>
                <a:off x="8359200" y="-1495440"/>
                <a:ext cx="142920" cy="2453760"/>
                <a:chOff x="8359200" y="-1495440"/>
                <a:chExt cx="142920" cy="2453760"/>
              </a:xfrm>
            </p:grpSpPr>
            <p:sp>
              <p:nvSpPr>
                <p:cNvPr id="1051049" name="Google Shape;2886;p28"/>
                <p:cNvSpPr/>
                <p:nvPr/>
              </p:nvSpPr>
              <p:spPr>
                <a:xfrm>
                  <a:off x="8359200" y="815400"/>
                  <a:ext cx="142920" cy="142920"/>
                </a:xfrm>
                <a:prstGeom prst="rect"/>
                <a:noFill/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71640" tIns="7164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1050" name="Google Shape;2887;p28"/>
                <p:cNvSpPr/>
                <p:nvPr/>
              </p:nvSpPr>
              <p:spPr>
                <a:xfrm>
                  <a:off x="8367480" y="604800"/>
                  <a:ext cx="126000" cy="126360"/>
                </a:xfrm>
                <a:prstGeom prst="rect"/>
                <a:solidFill>
                  <a:srgbClr val="009F8C">
                    <a:alpha val="5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63360" tIns="6336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1051" name="Google Shape;2888;p28"/>
                <p:cNvSpPr/>
                <p:nvPr/>
              </p:nvSpPr>
              <p:spPr>
                <a:xfrm>
                  <a:off x="8367480" y="394200"/>
                  <a:ext cx="126000" cy="126360"/>
                </a:xfrm>
                <a:prstGeom prst="rect"/>
                <a:solidFill>
                  <a:srgbClr val="009F8C">
                    <a:alpha val="10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63360" tIns="6336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1052" name="Google Shape;2889;p28"/>
                <p:cNvSpPr/>
                <p:nvPr/>
              </p:nvSpPr>
              <p:spPr>
                <a:xfrm>
                  <a:off x="8367480" y="183240"/>
                  <a:ext cx="126000" cy="126360"/>
                </a:xfrm>
                <a:prstGeom prst="rect"/>
                <a:solidFill>
                  <a:srgbClr val="009F8C">
                    <a:alpha val="20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63360" tIns="6336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1053" name="Google Shape;2890;p28"/>
                <p:cNvSpPr/>
                <p:nvPr/>
              </p:nvSpPr>
              <p:spPr>
                <a:xfrm>
                  <a:off x="8371800" y="-27360"/>
                  <a:ext cx="117360" cy="117720"/>
                </a:xfrm>
                <a:prstGeom prst="rect"/>
                <a:solidFill>
                  <a:srgbClr val="009F8C">
                    <a:alpha val="30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59040" tIns="5904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1054" name="Google Shape;2891;p28"/>
                <p:cNvSpPr/>
                <p:nvPr/>
              </p:nvSpPr>
              <p:spPr>
                <a:xfrm>
                  <a:off x="8371800" y="-237960"/>
                  <a:ext cx="117360" cy="117720"/>
                </a:xfrm>
                <a:prstGeom prst="rect"/>
                <a:solidFill>
                  <a:srgbClr val="009F8C">
                    <a:alpha val="40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59040" tIns="5904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1055" name="Google Shape;2892;p28"/>
                <p:cNvSpPr/>
                <p:nvPr/>
              </p:nvSpPr>
              <p:spPr>
                <a:xfrm>
                  <a:off x="8373960" y="-448920"/>
                  <a:ext cx="113040" cy="113040"/>
                </a:xfrm>
                <a:prstGeom prst="rect"/>
                <a:solidFill>
                  <a:srgbClr val="009F8C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56520" tIns="5652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1056" name="Google Shape;2893;p28"/>
                <p:cNvSpPr/>
                <p:nvPr/>
              </p:nvSpPr>
              <p:spPr>
                <a:xfrm>
                  <a:off x="8376480" y="-659520"/>
                  <a:ext cx="108720" cy="108720"/>
                </a:xfrm>
                <a:prstGeom prst="rect"/>
                <a:solidFill>
                  <a:srgbClr val="009F8C">
                    <a:alpha val="55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54360" tIns="5436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1057" name="Google Shape;2894;p28"/>
                <p:cNvSpPr/>
                <p:nvPr/>
              </p:nvSpPr>
              <p:spPr>
                <a:xfrm>
                  <a:off x="8381160" y="-865800"/>
                  <a:ext cx="98640" cy="98640"/>
                </a:xfrm>
                <a:prstGeom prst="rect"/>
                <a:solidFill>
                  <a:srgbClr val="009F8C">
                    <a:alpha val="60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49320" tIns="4932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1058" name="Google Shape;2895;p28"/>
                <p:cNvSpPr/>
                <p:nvPr/>
              </p:nvSpPr>
              <p:spPr>
                <a:xfrm>
                  <a:off x="8386200" y="-1072080"/>
                  <a:ext cx="88920" cy="88920"/>
                </a:xfrm>
                <a:prstGeom prst="rect"/>
                <a:solidFill>
                  <a:srgbClr val="009F8C">
                    <a:alpha val="65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44640" tIns="4464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1059" name="Google Shape;2896;p28"/>
                <p:cNvSpPr/>
                <p:nvPr/>
              </p:nvSpPr>
              <p:spPr>
                <a:xfrm>
                  <a:off x="8386200" y="-1278360"/>
                  <a:ext cx="88920" cy="88920"/>
                </a:xfrm>
                <a:prstGeom prst="rect"/>
                <a:solidFill>
                  <a:srgbClr val="009F8C">
                    <a:alpha val="70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44640" tIns="4464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1060" name="Google Shape;2897;p28"/>
                <p:cNvSpPr/>
                <p:nvPr/>
              </p:nvSpPr>
              <p:spPr>
                <a:xfrm>
                  <a:off x="8390880" y="-1495440"/>
                  <a:ext cx="79200" cy="79200"/>
                </a:xfrm>
                <a:prstGeom prst="rect"/>
                <a:solidFill>
                  <a:srgbClr val="009F8C">
                    <a:alpha val="80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39600" tIns="3960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</p:grpSp>
        </p:grpSp>
        <p:grpSp>
          <p:nvGrpSpPr>
            <p:cNvPr id="414" name="Google Shape;2898;p28"/>
            <p:cNvGrpSpPr/>
            <p:nvPr/>
          </p:nvGrpSpPr>
          <p:grpSpPr>
            <a:xfrm>
              <a:off x="8485200" y="2149560"/>
              <a:ext cx="142920" cy="2454120"/>
              <a:chOff x="8485200" y="2149560"/>
              <a:chExt cx="142920" cy="2454120"/>
            </a:xfrm>
          </p:grpSpPr>
          <p:grpSp>
            <p:nvGrpSpPr>
              <p:cNvPr id="415" name="Google Shape;2899;p28"/>
              <p:cNvGrpSpPr/>
              <p:nvPr/>
            </p:nvGrpSpPr>
            <p:grpSpPr>
              <a:xfrm>
                <a:off x="8485200" y="2149560"/>
                <a:ext cx="142920" cy="2454120"/>
                <a:chOff x="8485200" y="2149560"/>
                <a:chExt cx="142920" cy="2454120"/>
              </a:xfrm>
            </p:grpSpPr>
            <p:sp>
              <p:nvSpPr>
                <p:cNvPr id="1051061" name="Google Shape;2900;p28"/>
                <p:cNvSpPr/>
                <p:nvPr/>
              </p:nvSpPr>
              <p:spPr>
                <a:xfrm>
                  <a:off x="8485200" y="4460760"/>
                  <a:ext cx="142920" cy="142920"/>
                </a:xfrm>
                <a:prstGeom prst="rect"/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71640" tIns="7164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1062" name="Google Shape;2901;p28"/>
                <p:cNvSpPr/>
                <p:nvPr/>
              </p:nvSpPr>
              <p:spPr>
                <a:xfrm>
                  <a:off x="8493840" y="4249800"/>
                  <a:ext cx="126000" cy="126360"/>
                </a:xfrm>
                <a:prstGeom prst="rect"/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63360" tIns="6336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1063" name="Google Shape;2902;p28"/>
                <p:cNvSpPr/>
                <p:nvPr/>
              </p:nvSpPr>
              <p:spPr>
                <a:xfrm>
                  <a:off x="8493840" y="4039200"/>
                  <a:ext cx="126000" cy="126360"/>
                </a:xfrm>
                <a:prstGeom prst="rect"/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63360" tIns="6336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1064" name="Google Shape;2903;p28"/>
                <p:cNvSpPr/>
                <p:nvPr/>
              </p:nvSpPr>
              <p:spPr>
                <a:xfrm>
                  <a:off x="8493840" y="3828600"/>
                  <a:ext cx="126000" cy="126360"/>
                </a:xfrm>
                <a:prstGeom prst="rect"/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63360" tIns="6336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1065" name="Google Shape;2904;p28"/>
                <p:cNvSpPr/>
                <p:nvPr/>
              </p:nvSpPr>
              <p:spPr>
                <a:xfrm>
                  <a:off x="8498160" y="3617640"/>
                  <a:ext cx="117360" cy="117720"/>
                </a:xfrm>
                <a:prstGeom prst="rect"/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59040" tIns="5904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1066" name="Google Shape;2905;p28"/>
                <p:cNvSpPr/>
                <p:nvPr/>
              </p:nvSpPr>
              <p:spPr>
                <a:xfrm>
                  <a:off x="8498160" y="3407040"/>
                  <a:ext cx="117360" cy="117720"/>
                </a:xfrm>
                <a:prstGeom prst="rect"/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59040" tIns="5904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1067" name="Google Shape;2906;p28"/>
                <p:cNvSpPr/>
                <p:nvPr/>
              </p:nvSpPr>
              <p:spPr>
                <a:xfrm>
                  <a:off x="8500320" y="3196080"/>
                  <a:ext cx="113040" cy="113040"/>
                </a:xfrm>
                <a:prstGeom prst="rect"/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56520" tIns="5652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1068" name="Google Shape;2907;p28"/>
                <p:cNvSpPr/>
                <p:nvPr/>
              </p:nvSpPr>
              <p:spPr>
                <a:xfrm>
                  <a:off x="8502480" y="2985480"/>
                  <a:ext cx="108720" cy="108720"/>
                </a:xfrm>
                <a:prstGeom prst="rect"/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54360" tIns="5436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1069" name="Google Shape;2908;p28"/>
                <p:cNvSpPr/>
                <p:nvPr/>
              </p:nvSpPr>
              <p:spPr>
                <a:xfrm>
                  <a:off x="8507520" y="2779200"/>
                  <a:ext cx="98640" cy="98640"/>
                </a:xfrm>
                <a:prstGeom prst="rect"/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49320" tIns="4932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1070" name="Google Shape;2909;p28"/>
                <p:cNvSpPr/>
                <p:nvPr/>
              </p:nvSpPr>
              <p:spPr>
                <a:xfrm>
                  <a:off x="8512200" y="2572920"/>
                  <a:ext cx="88920" cy="88920"/>
                </a:xfrm>
                <a:prstGeom prst="rect"/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44640" tIns="4464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1071" name="Google Shape;2910;p28"/>
                <p:cNvSpPr/>
                <p:nvPr/>
              </p:nvSpPr>
              <p:spPr>
                <a:xfrm>
                  <a:off x="8512200" y="2367000"/>
                  <a:ext cx="88920" cy="88920"/>
                </a:xfrm>
                <a:prstGeom prst="rect"/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44640" tIns="4464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1072" name="Google Shape;2911;p28"/>
                <p:cNvSpPr/>
                <p:nvPr/>
              </p:nvSpPr>
              <p:spPr>
                <a:xfrm>
                  <a:off x="8517240" y="2149560"/>
                  <a:ext cx="79200" cy="79200"/>
                </a:xfrm>
                <a:prstGeom prst="rect"/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39600" tIns="3960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</p:grpSp>
          <p:grpSp>
            <p:nvGrpSpPr>
              <p:cNvPr id="416" name="Google Shape;2912;p28"/>
              <p:cNvGrpSpPr/>
              <p:nvPr/>
            </p:nvGrpSpPr>
            <p:grpSpPr>
              <a:xfrm>
                <a:off x="8485200" y="2149560"/>
                <a:ext cx="142920" cy="2454120"/>
                <a:chOff x="8485200" y="2149560"/>
                <a:chExt cx="142920" cy="2454120"/>
              </a:xfrm>
            </p:grpSpPr>
            <p:sp>
              <p:nvSpPr>
                <p:cNvPr id="1051073" name="Google Shape;2913;p28"/>
                <p:cNvSpPr/>
                <p:nvPr/>
              </p:nvSpPr>
              <p:spPr>
                <a:xfrm>
                  <a:off x="8485200" y="4460760"/>
                  <a:ext cx="142920" cy="142920"/>
                </a:xfrm>
                <a:prstGeom prst="rect"/>
                <a:noFill/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71640" tIns="7164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1074" name="Google Shape;2914;p28"/>
                <p:cNvSpPr/>
                <p:nvPr/>
              </p:nvSpPr>
              <p:spPr>
                <a:xfrm>
                  <a:off x="8493840" y="4249800"/>
                  <a:ext cx="126000" cy="126360"/>
                </a:xfrm>
                <a:prstGeom prst="rect"/>
                <a:solidFill>
                  <a:srgbClr val="009F8C">
                    <a:alpha val="5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63360" tIns="6336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1075" name="Google Shape;2915;p28"/>
                <p:cNvSpPr/>
                <p:nvPr/>
              </p:nvSpPr>
              <p:spPr>
                <a:xfrm>
                  <a:off x="8493840" y="4039200"/>
                  <a:ext cx="126000" cy="126360"/>
                </a:xfrm>
                <a:prstGeom prst="rect"/>
                <a:solidFill>
                  <a:srgbClr val="009F8C">
                    <a:alpha val="10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63360" tIns="6336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1076" name="Google Shape;2916;p28"/>
                <p:cNvSpPr/>
                <p:nvPr/>
              </p:nvSpPr>
              <p:spPr>
                <a:xfrm>
                  <a:off x="8493840" y="3828600"/>
                  <a:ext cx="126000" cy="126360"/>
                </a:xfrm>
                <a:prstGeom prst="rect"/>
                <a:solidFill>
                  <a:srgbClr val="009F8C">
                    <a:alpha val="20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63360" tIns="6336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1077" name="Google Shape;2917;p28"/>
                <p:cNvSpPr/>
                <p:nvPr/>
              </p:nvSpPr>
              <p:spPr>
                <a:xfrm>
                  <a:off x="8498160" y="3617640"/>
                  <a:ext cx="117360" cy="117720"/>
                </a:xfrm>
                <a:prstGeom prst="rect"/>
                <a:solidFill>
                  <a:srgbClr val="009F8C">
                    <a:alpha val="30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59040" tIns="5904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1078" name="Google Shape;2918;p28"/>
                <p:cNvSpPr/>
                <p:nvPr/>
              </p:nvSpPr>
              <p:spPr>
                <a:xfrm>
                  <a:off x="8498160" y="3407040"/>
                  <a:ext cx="117360" cy="117720"/>
                </a:xfrm>
                <a:prstGeom prst="rect"/>
                <a:solidFill>
                  <a:srgbClr val="009F8C">
                    <a:alpha val="40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59040" tIns="5904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1079" name="Google Shape;2919;p28"/>
                <p:cNvSpPr/>
                <p:nvPr/>
              </p:nvSpPr>
              <p:spPr>
                <a:xfrm>
                  <a:off x="8500320" y="3196080"/>
                  <a:ext cx="113040" cy="113040"/>
                </a:xfrm>
                <a:prstGeom prst="rect"/>
                <a:solidFill>
                  <a:srgbClr val="009F8C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56520" tIns="5652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1080" name="Google Shape;2920;p28"/>
                <p:cNvSpPr/>
                <p:nvPr/>
              </p:nvSpPr>
              <p:spPr>
                <a:xfrm>
                  <a:off x="8502480" y="2985480"/>
                  <a:ext cx="108720" cy="108720"/>
                </a:xfrm>
                <a:prstGeom prst="rect"/>
                <a:solidFill>
                  <a:srgbClr val="009F8C">
                    <a:alpha val="55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54360" tIns="5436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1081" name="Google Shape;2921;p28"/>
                <p:cNvSpPr/>
                <p:nvPr/>
              </p:nvSpPr>
              <p:spPr>
                <a:xfrm>
                  <a:off x="8507520" y="2779200"/>
                  <a:ext cx="98640" cy="98640"/>
                </a:xfrm>
                <a:prstGeom prst="rect"/>
                <a:solidFill>
                  <a:srgbClr val="009F8C">
                    <a:alpha val="60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49320" tIns="4932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1082" name="Google Shape;2922;p28"/>
                <p:cNvSpPr/>
                <p:nvPr/>
              </p:nvSpPr>
              <p:spPr>
                <a:xfrm>
                  <a:off x="8512200" y="2572920"/>
                  <a:ext cx="88920" cy="88920"/>
                </a:xfrm>
                <a:prstGeom prst="rect"/>
                <a:solidFill>
                  <a:srgbClr val="009F8C">
                    <a:alpha val="65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44640" tIns="4464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1083" name="Google Shape;2923;p28"/>
                <p:cNvSpPr/>
                <p:nvPr/>
              </p:nvSpPr>
              <p:spPr>
                <a:xfrm>
                  <a:off x="8512200" y="2367000"/>
                  <a:ext cx="88920" cy="88920"/>
                </a:xfrm>
                <a:prstGeom prst="rect"/>
                <a:solidFill>
                  <a:srgbClr val="009F8C">
                    <a:alpha val="70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44640" tIns="4464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1084" name="Google Shape;2924;p28"/>
                <p:cNvSpPr/>
                <p:nvPr/>
              </p:nvSpPr>
              <p:spPr>
                <a:xfrm>
                  <a:off x="8517240" y="2149560"/>
                  <a:ext cx="79200" cy="79200"/>
                </a:xfrm>
                <a:prstGeom prst="rect"/>
                <a:solidFill>
                  <a:srgbClr val="009F8C">
                    <a:alpha val="80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39600" tIns="3960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</p:grpSp>
        </p:grpSp>
      </p:grpSp>
      <p:sp>
        <p:nvSpPr>
          <p:cNvPr id="1051085" name="PlaceHolder 1"/>
          <p:cNvSpPr>
            <a:spLocks noGrp="1"/>
          </p:cNvSpPr>
          <p:nvPr>
            <p:ph type="title"/>
          </p:nvPr>
        </p:nvSpPr>
        <p:spPr>
          <a:xfrm>
            <a:off x="2347920" y="677520"/>
            <a:ext cx="4447800" cy="1058400"/>
          </a:xfrm>
          <a:prstGeom prst="rect"/>
          <a:noFill/>
          <a:ln w="0">
            <a:noFill/>
          </a:ln>
        </p:spPr>
        <p:txBody>
          <a:bodyPr anchor="t" bIns="91440" lIns="91440" rIns="91440" tIns="91440">
            <a:noAutofit/>
          </a:bodyPr>
          <a:p>
            <a:pPr indent="0">
              <a:buNone/>
            </a:pPr>
            <a:r>
              <a:rPr b="0" sz="6000" lang="fr-FR" strike="noStrike" u="none">
                <a:solidFill>
                  <a:schemeClr val="dk1"/>
                </a:solidFill>
                <a:effectLst/>
                <a:latin typeface="Arial"/>
              </a:rPr>
              <a:t>Click to edit the title text format</a:t>
            </a:r>
            <a:endParaRPr b="0" sz="6000" lang="fr-FR" strike="noStrike" u="none">
              <a:solidFill>
                <a:schemeClr val="dk1"/>
              </a:solidFill>
              <a:effectLst/>
              <a:latin typeface="Arial"/>
            </a:endParaRPr>
          </a:p>
        </p:txBody>
      </p:sp>
      <p:sp>
        <p:nvSpPr>
          <p:cNvPr id="1051086" name="Google Shape;2927;p28"/>
          <p:cNvSpPr/>
          <p:nvPr/>
        </p:nvSpPr>
        <p:spPr>
          <a:xfrm>
            <a:off x="2099160" y="3611880"/>
            <a:ext cx="4945320" cy="555840"/>
          </a:xfrm>
          <a:prstGeom prst="rect"/>
          <a:noFill/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rgbClr val="000000"/>
          </a:fontRef>
        </p:style>
        <p:txBody>
          <a:bodyPr anchor="t" bIns="91440" tIns="91440">
            <a:noAutofit/>
          </a:bodyPr>
          <a:p>
            <a:pPr algn="ctr" defTabSz="914400">
              <a:lnSpc>
                <a:spcPct val="100000"/>
              </a:lnSpc>
              <a:spcBef>
                <a:spcPts val="300"/>
              </a:spcBef>
              <a:tabLst>
                <a:tab algn="l" pos="0"/>
              </a:tabLst>
            </a:pPr>
            <a:r>
              <a:rPr b="1" sz="1200" lang="en" strike="noStrike" u="none">
                <a:solidFill>
                  <a:schemeClr val="dk1"/>
                </a:solidFill>
                <a:effectLst/>
                <a:latin typeface="Lato"/>
                <a:ea typeface="Lato"/>
              </a:rPr>
              <a:t>CREDITS:</a:t>
            </a:r>
            <a:r>
              <a:rPr b="0" sz="1200" lang="en" strike="noStrike" u="none">
                <a:solidFill>
                  <a:schemeClr val="dk1"/>
                </a:solidFill>
                <a:effectLst/>
                <a:latin typeface="Lato"/>
                <a:ea typeface="Lato"/>
              </a:rPr>
              <a:t> This presentation template was created by </a:t>
            </a:r>
            <a:r>
              <a:rPr b="1" sz="1200" lang="en" strike="noStrike" u="sng">
                <a:solidFill>
                  <a:schemeClr val="hlink"/>
                </a:solidFill>
                <a:effectLst/>
                <a:latin typeface="Lato"/>
                <a:ea typeface="Lato"/>
                <a:hlinkClick r:id="rId1"/>
              </a:rPr>
              <a:t>Slidesgo</a:t>
            </a:r>
            <a:r>
              <a:rPr b="0" sz="1200" lang="en" strike="noStrike" u="none">
                <a:solidFill>
                  <a:schemeClr val="dk1"/>
                </a:solidFill>
                <a:effectLst/>
                <a:latin typeface="Lato"/>
                <a:ea typeface="Lato"/>
              </a:rPr>
              <a:t>, and includes icons by </a:t>
            </a:r>
            <a:r>
              <a:rPr b="1" sz="1200" lang="en" strike="noStrike" u="sng">
                <a:solidFill>
                  <a:schemeClr val="dk1"/>
                </a:solidFill>
                <a:effectLst/>
                <a:latin typeface="Lato"/>
                <a:ea typeface="Lato"/>
                <a:hlinkClick r:id="rId2"/>
              </a:rPr>
              <a:t>Flaticon</a:t>
            </a:r>
            <a:r>
              <a:rPr b="0" sz="1200" lang="en" strike="noStrike" u="none">
                <a:solidFill>
                  <a:schemeClr val="dk1"/>
                </a:solidFill>
                <a:effectLst/>
                <a:latin typeface="Lato"/>
                <a:ea typeface="Lato"/>
              </a:rPr>
              <a:t>, and infographics &amp; images by </a:t>
            </a:r>
            <a:r>
              <a:rPr b="1" sz="1200" lang="en" strike="noStrike" u="sng">
                <a:solidFill>
                  <a:schemeClr val="dk1"/>
                </a:solidFill>
                <a:effectLst/>
                <a:latin typeface="Lato"/>
                <a:ea typeface="Lato"/>
                <a:hlinkClick r:id="rId3"/>
              </a:rPr>
              <a:t>Freepik</a:t>
            </a:r>
            <a:r>
              <a:rPr b="0" sz="1200" lang="en" strike="noStrike" u="sng">
                <a:solidFill>
                  <a:schemeClr val="dk1"/>
                </a:solidFill>
                <a:effectLst/>
                <a:latin typeface="Lato"/>
                <a:ea typeface="Lato"/>
              </a:rPr>
              <a:t> </a:t>
            </a:r>
            <a:endParaRPr b="0" sz="1200" lang="en-US" strike="noStrike" u="none">
              <a:solidFill>
                <a:srgbClr val="FFFFFF"/>
              </a:solidFill>
              <a:effectLst/>
              <a:latin typeface="OpenSymbol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blank">
  <p:cSld name="CUSTOM_9">
    <p:bg>
      <p:bgPr>
        <a:solidFill>
          <a:schemeClr val="lt1"/>
        </a:solidFill>
      </p:bgPr>
    </p:bg>
    <p:spTree>
      <p:nvGrpSpPr>
        <p:cNvPr id="28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4" name="Google Shape;2929;p29"/>
          <p:cNvGrpSpPr/>
          <p:nvPr/>
        </p:nvGrpSpPr>
        <p:grpSpPr>
          <a:xfrm>
            <a:off x="96840" y="-571320"/>
            <a:ext cx="8885520" cy="6099480"/>
            <a:chOff x="96840" y="-571320"/>
            <a:chExt cx="8885520" cy="6099480"/>
          </a:xfrm>
        </p:grpSpPr>
        <p:grpSp>
          <p:nvGrpSpPr>
            <p:cNvPr id="285" name="Google Shape;2930;p29"/>
            <p:cNvGrpSpPr/>
            <p:nvPr/>
          </p:nvGrpSpPr>
          <p:grpSpPr>
            <a:xfrm>
              <a:off x="96840" y="969480"/>
              <a:ext cx="142920" cy="2454120"/>
              <a:chOff x="96840" y="969480"/>
              <a:chExt cx="142920" cy="2454120"/>
            </a:xfrm>
          </p:grpSpPr>
          <p:grpSp>
            <p:nvGrpSpPr>
              <p:cNvPr id="286" name="Google Shape;2931;p29"/>
              <p:cNvGrpSpPr/>
              <p:nvPr/>
            </p:nvGrpSpPr>
            <p:grpSpPr>
              <a:xfrm>
                <a:off x="96840" y="969480"/>
                <a:ext cx="142920" cy="2454120"/>
                <a:chOff x="96840" y="969480"/>
                <a:chExt cx="142920" cy="2454120"/>
              </a:xfrm>
            </p:grpSpPr>
            <p:sp>
              <p:nvSpPr>
                <p:cNvPr id="1050163" name="Google Shape;2932;p29"/>
                <p:cNvSpPr/>
                <p:nvPr/>
              </p:nvSpPr>
              <p:spPr>
                <a:xfrm>
                  <a:off x="96840" y="3280680"/>
                  <a:ext cx="142920" cy="142920"/>
                </a:xfrm>
                <a:prstGeom prst="rect"/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71640" tIns="7164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0164" name="Google Shape;2933;p29"/>
                <p:cNvSpPr/>
                <p:nvPr/>
              </p:nvSpPr>
              <p:spPr>
                <a:xfrm>
                  <a:off x="105120" y="3069720"/>
                  <a:ext cx="126000" cy="126360"/>
                </a:xfrm>
                <a:prstGeom prst="rect"/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63360" tIns="6336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0165" name="Google Shape;2934;p29"/>
                <p:cNvSpPr/>
                <p:nvPr/>
              </p:nvSpPr>
              <p:spPr>
                <a:xfrm>
                  <a:off x="105120" y="2859120"/>
                  <a:ext cx="126000" cy="126360"/>
                </a:xfrm>
                <a:prstGeom prst="rect"/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63360" tIns="6336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0166" name="Google Shape;2935;p29"/>
                <p:cNvSpPr/>
                <p:nvPr/>
              </p:nvSpPr>
              <p:spPr>
                <a:xfrm>
                  <a:off x="105120" y="2648520"/>
                  <a:ext cx="126000" cy="126360"/>
                </a:xfrm>
                <a:prstGeom prst="rect"/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63360" tIns="6336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0167" name="Google Shape;2936;p29"/>
                <p:cNvSpPr/>
                <p:nvPr/>
              </p:nvSpPr>
              <p:spPr>
                <a:xfrm>
                  <a:off x="109440" y="2437560"/>
                  <a:ext cx="117360" cy="117720"/>
                </a:xfrm>
                <a:prstGeom prst="rect"/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59040" tIns="5904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0168" name="Google Shape;2937;p29"/>
                <p:cNvSpPr/>
                <p:nvPr/>
              </p:nvSpPr>
              <p:spPr>
                <a:xfrm>
                  <a:off x="109440" y="2226960"/>
                  <a:ext cx="117360" cy="117720"/>
                </a:xfrm>
                <a:prstGeom prst="rect"/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59040" tIns="5904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0169" name="Google Shape;2938;p29"/>
                <p:cNvSpPr/>
                <p:nvPr/>
              </p:nvSpPr>
              <p:spPr>
                <a:xfrm>
                  <a:off x="111600" y="2016360"/>
                  <a:ext cx="113040" cy="113040"/>
                </a:xfrm>
                <a:prstGeom prst="rect"/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56520" tIns="5652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0170" name="Google Shape;2939;p29"/>
                <p:cNvSpPr/>
                <p:nvPr/>
              </p:nvSpPr>
              <p:spPr>
                <a:xfrm>
                  <a:off x="114120" y="1805400"/>
                  <a:ext cx="108720" cy="108720"/>
                </a:xfrm>
                <a:prstGeom prst="rect"/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54360" tIns="5436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0171" name="Google Shape;2940;p29"/>
                <p:cNvSpPr/>
                <p:nvPr/>
              </p:nvSpPr>
              <p:spPr>
                <a:xfrm>
                  <a:off x="118800" y="1599120"/>
                  <a:ext cx="98640" cy="98640"/>
                </a:xfrm>
                <a:prstGeom prst="rect"/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49320" tIns="4932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0172" name="Google Shape;2941;p29"/>
                <p:cNvSpPr/>
                <p:nvPr/>
              </p:nvSpPr>
              <p:spPr>
                <a:xfrm>
                  <a:off x="123840" y="1393200"/>
                  <a:ext cx="88920" cy="88920"/>
                </a:xfrm>
                <a:prstGeom prst="rect"/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44640" tIns="4464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0173" name="Google Shape;2942;p29"/>
                <p:cNvSpPr/>
                <p:nvPr/>
              </p:nvSpPr>
              <p:spPr>
                <a:xfrm>
                  <a:off x="123840" y="1186920"/>
                  <a:ext cx="88920" cy="88920"/>
                </a:xfrm>
                <a:prstGeom prst="rect"/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44640" tIns="4464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0174" name="Google Shape;2943;p29"/>
                <p:cNvSpPr/>
                <p:nvPr/>
              </p:nvSpPr>
              <p:spPr>
                <a:xfrm>
                  <a:off x="128520" y="969480"/>
                  <a:ext cx="79200" cy="79200"/>
                </a:xfrm>
                <a:prstGeom prst="rect"/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39600" tIns="3960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</p:grpSp>
          <p:grpSp>
            <p:nvGrpSpPr>
              <p:cNvPr id="287" name="Google Shape;2944;p29"/>
              <p:cNvGrpSpPr/>
              <p:nvPr/>
            </p:nvGrpSpPr>
            <p:grpSpPr>
              <a:xfrm>
                <a:off x="96840" y="969480"/>
                <a:ext cx="142920" cy="2454120"/>
                <a:chOff x="96840" y="969480"/>
                <a:chExt cx="142920" cy="2454120"/>
              </a:xfrm>
            </p:grpSpPr>
            <p:sp>
              <p:nvSpPr>
                <p:cNvPr id="1050175" name="Google Shape;2945;p29"/>
                <p:cNvSpPr/>
                <p:nvPr/>
              </p:nvSpPr>
              <p:spPr>
                <a:xfrm>
                  <a:off x="96840" y="3280680"/>
                  <a:ext cx="142920" cy="142920"/>
                </a:xfrm>
                <a:prstGeom prst="rect"/>
                <a:noFill/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71640" tIns="7164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0176" name="Google Shape;2946;p29"/>
                <p:cNvSpPr/>
                <p:nvPr/>
              </p:nvSpPr>
              <p:spPr>
                <a:xfrm>
                  <a:off x="105120" y="3069720"/>
                  <a:ext cx="126000" cy="126360"/>
                </a:xfrm>
                <a:prstGeom prst="rect"/>
                <a:solidFill>
                  <a:srgbClr val="009F8C">
                    <a:alpha val="5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63360" tIns="6336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0177" name="Google Shape;2947;p29"/>
                <p:cNvSpPr/>
                <p:nvPr/>
              </p:nvSpPr>
              <p:spPr>
                <a:xfrm>
                  <a:off x="105120" y="2859120"/>
                  <a:ext cx="126000" cy="126360"/>
                </a:xfrm>
                <a:prstGeom prst="rect"/>
                <a:solidFill>
                  <a:srgbClr val="009F8C">
                    <a:alpha val="10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63360" tIns="6336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0178" name="Google Shape;2948;p29"/>
                <p:cNvSpPr/>
                <p:nvPr/>
              </p:nvSpPr>
              <p:spPr>
                <a:xfrm>
                  <a:off x="105120" y="2648520"/>
                  <a:ext cx="126000" cy="126360"/>
                </a:xfrm>
                <a:prstGeom prst="rect"/>
                <a:solidFill>
                  <a:srgbClr val="009F8C">
                    <a:alpha val="20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63360" tIns="6336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0179" name="Google Shape;2949;p29"/>
                <p:cNvSpPr/>
                <p:nvPr/>
              </p:nvSpPr>
              <p:spPr>
                <a:xfrm>
                  <a:off x="109440" y="2437560"/>
                  <a:ext cx="117360" cy="117720"/>
                </a:xfrm>
                <a:prstGeom prst="rect"/>
                <a:solidFill>
                  <a:srgbClr val="009F8C">
                    <a:alpha val="30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59040" tIns="5904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0180" name="Google Shape;2950;p29"/>
                <p:cNvSpPr/>
                <p:nvPr/>
              </p:nvSpPr>
              <p:spPr>
                <a:xfrm>
                  <a:off x="109440" y="2226960"/>
                  <a:ext cx="117360" cy="117720"/>
                </a:xfrm>
                <a:prstGeom prst="rect"/>
                <a:solidFill>
                  <a:srgbClr val="009F8C">
                    <a:alpha val="40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59040" tIns="5904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0181" name="Google Shape;2951;p29"/>
                <p:cNvSpPr/>
                <p:nvPr/>
              </p:nvSpPr>
              <p:spPr>
                <a:xfrm>
                  <a:off x="111600" y="2016360"/>
                  <a:ext cx="113040" cy="113040"/>
                </a:xfrm>
                <a:prstGeom prst="rect"/>
                <a:solidFill>
                  <a:srgbClr val="009F8C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56520" tIns="5652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0182" name="Google Shape;2952;p29"/>
                <p:cNvSpPr/>
                <p:nvPr/>
              </p:nvSpPr>
              <p:spPr>
                <a:xfrm>
                  <a:off x="114120" y="1805400"/>
                  <a:ext cx="108720" cy="108720"/>
                </a:xfrm>
                <a:prstGeom prst="rect"/>
                <a:solidFill>
                  <a:srgbClr val="009F8C">
                    <a:alpha val="55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54360" tIns="5436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0183" name="Google Shape;2953;p29"/>
                <p:cNvSpPr/>
                <p:nvPr/>
              </p:nvSpPr>
              <p:spPr>
                <a:xfrm>
                  <a:off x="118800" y="1599120"/>
                  <a:ext cx="98640" cy="98640"/>
                </a:xfrm>
                <a:prstGeom prst="rect"/>
                <a:solidFill>
                  <a:srgbClr val="009F8C">
                    <a:alpha val="60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49320" tIns="4932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0184" name="Google Shape;2954;p29"/>
                <p:cNvSpPr/>
                <p:nvPr/>
              </p:nvSpPr>
              <p:spPr>
                <a:xfrm>
                  <a:off x="123840" y="1393200"/>
                  <a:ext cx="88920" cy="88920"/>
                </a:xfrm>
                <a:prstGeom prst="rect"/>
                <a:solidFill>
                  <a:srgbClr val="009F8C">
                    <a:alpha val="65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44640" tIns="4464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0185" name="Google Shape;2955;p29"/>
                <p:cNvSpPr/>
                <p:nvPr/>
              </p:nvSpPr>
              <p:spPr>
                <a:xfrm>
                  <a:off x="123840" y="1186920"/>
                  <a:ext cx="88920" cy="88920"/>
                </a:xfrm>
                <a:prstGeom prst="rect"/>
                <a:solidFill>
                  <a:srgbClr val="009F8C">
                    <a:alpha val="70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44640" tIns="4464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0186" name="Google Shape;2956;p29"/>
                <p:cNvSpPr/>
                <p:nvPr/>
              </p:nvSpPr>
              <p:spPr>
                <a:xfrm>
                  <a:off x="128520" y="969480"/>
                  <a:ext cx="79200" cy="79200"/>
                </a:xfrm>
                <a:prstGeom prst="rect"/>
                <a:solidFill>
                  <a:srgbClr val="009F8C">
                    <a:alpha val="80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39600" tIns="3960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</p:grpSp>
        </p:grpSp>
        <p:grpSp>
          <p:nvGrpSpPr>
            <p:cNvPr id="288" name="Google Shape;2957;p29"/>
            <p:cNvGrpSpPr/>
            <p:nvPr/>
          </p:nvGrpSpPr>
          <p:grpSpPr>
            <a:xfrm>
              <a:off x="408240" y="-571320"/>
              <a:ext cx="142920" cy="2453760"/>
              <a:chOff x="408240" y="-571320"/>
              <a:chExt cx="142920" cy="2453760"/>
            </a:xfrm>
          </p:grpSpPr>
          <p:grpSp>
            <p:nvGrpSpPr>
              <p:cNvPr id="289" name="Google Shape;2958;p29"/>
              <p:cNvGrpSpPr/>
              <p:nvPr/>
            </p:nvGrpSpPr>
            <p:grpSpPr>
              <a:xfrm>
                <a:off x="408240" y="-571320"/>
                <a:ext cx="142920" cy="2453760"/>
                <a:chOff x="408240" y="-571320"/>
                <a:chExt cx="142920" cy="2453760"/>
              </a:xfrm>
            </p:grpSpPr>
            <p:sp>
              <p:nvSpPr>
                <p:cNvPr id="1050187" name="Google Shape;2959;p29"/>
                <p:cNvSpPr/>
                <p:nvPr/>
              </p:nvSpPr>
              <p:spPr>
                <a:xfrm>
                  <a:off x="408240" y="1739520"/>
                  <a:ext cx="142920" cy="142920"/>
                </a:xfrm>
                <a:prstGeom prst="rect"/>
                <a:gradFill rotWithShape="0">
                  <a:gsLst>
                    <a:gs pos="0">
                      <a:srgbClr val="B6F8F0"/>
                    </a:gs>
                    <a:gs pos="100000">
                      <a:srgbClr val="7DF3E5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71640" tIns="7164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0188" name="Google Shape;2960;p29"/>
                <p:cNvSpPr/>
                <p:nvPr/>
              </p:nvSpPr>
              <p:spPr>
                <a:xfrm>
                  <a:off x="416880" y="1528920"/>
                  <a:ext cx="126000" cy="126360"/>
                </a:xfrm>
                <a:prstGeom prst="rect"/>
                <a:gradFill rotWithShape="0">
                  <a:gsLst>
                    <a:gs pos="0">
                      <a:srgbClr val="B6F8F0"/>
                    </a:gs>
                    <a:gs pos="100000">
                      <a:srgbClr val="7DF3E5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63360" tIns="6336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0189" name="Google Shape;2961;p29"/>
                <p:cNvSpPr/>
                <p:nvPr/>
              </p:nvSpPr>
              <p:spPr>
                <a:xfrm>
                  <a:off x="416880" y="1318320"/>
                  <a:ext cx="126000" cy="126360"/>
                </a:xfrm>
                <a:prstGeom prst="rect"/>
                <a:gradFill rotWithShape="0">
                  <a:gsLst>
                    <a:gs pos="0">
                      <a:srgbClr val="B6F8F0"/>
                    </a:gs>
                    <a:gs pos="100000">
                      <a:srgbClr val="7DF3E5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63360" tIns="6336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0190" name="Google Shape;2962;p29"/>
                <p:cNvSpPr/>
                <p:nvPr/>
              </p:nvSpPr>
              <p:spPr>
                <a:xfrm>
                  <a:off x="416880" y="1107360"/>
                  <a:ext cx="126000" cy="126360"/>
                </a:xfrm>
                <a:prstGeom prst="rect"/>
                <a:gradFill rotWithShape="0">
                  <a:gsLst>
                    <a:gs pos="0">
                      <a:srgbClr val="B6F8F0"/>
                    </a:gs>
                    <a:gs pos="100000">
                      <a:srgbClr val="7DF3E5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63360" tIns="6336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0191" name="Google Shape;2963;p29"/>
                <p:cNvSpPr/>
                <p:nvPr/>
              </p:nvSpPr>
              <p:spPr>
                <a:xfrm>
                  <a:off x="421200" y="896760"/>
                  <a:ext cx="117360" cy="117720"/>
                </a:xfrm>
                <a:prstGeom prst="rect"/>
                <a:gradFill rotWithShape="0">
                  <a:gsLst>
                    <a:gs pos="0">
                      <a:srgbClr val="B6F8F0"/>
                    </a:gs>
                    <a:gs pos="100000">
                      <a:srgbClr val="7DF3E5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59040" tIns="5904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0192" name="Google Shape;2964;p29"/>
                <p:cNvSpPr/>
                <p:nvPr/>
              </p:nvSpPr>
              <p:spPr>
                <a:xfrm>
                  <a:off x="421200" y="686160"/>
                  <a:ext cx="117360" cy="117720"/>
                </a:xfrm>
                <a:prstGeom prst="rect"/>
                <a:gradFill rotWithShape="0">
                  <a:gsLst>
                    <a:gs pos="0">
                      <a:srgbClr val="B6F8F0"/>
                    </a:gs>
                    <a:gs pos="100000">
                      <a:srgbClr val="7DF3E5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59040" tIns="5904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0193" name="Google Shape;2965;p29"/>
                <p:cNvSpPr/>
                <p:nvPr/>
              </p:nvSpPr>
              <p:spPr>
                <a:xfrm>
                  <a:off x="423360" y="475200"/>
                  <a:ext cx="113040" cy="113040"/>
                </a:xfrm>
                <a:prstGeom prst="rect"/>
                <a:gradFill rotWithShape="0">
                  <a:gsLst>
                    <a:gs pos="0">
                      <a:srgbClr val="B6F8F0"/>
                    </a:gs>
                    <a:gs pos="100000">
                      <a:srgbClr val="7DF3E5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56520" tIns="5652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0194" name="Google Shape;2966;p29"/>
                <p:cNvSpPr/>
                <p:nvPr/>
              </p:nvSpPr>
              <p:spPr>
                <a:xfrm>
                  <a:off x="425520" y="264600"/>
                  <a:ext cx="108720" cy="108720"/>
                </a:xfrm>
                <a:prstGeom prst="rect"/>
                <a:gradFill rotWithShape="0">
                  <a:gsLst>
                    <a:gs pos="0">
                      <a:srgbClr val="B6F8F0"/>
                    </a:gs>
                    <a:gs pos="100000">
                      <a:srgbClr val="7DF3E5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54360" tIns="5436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0195" name="Google Shape;2967;p29"/>
                <p:cNvSpPr/>
                <p:nvPr/>
              </p:nvSpPr>
              <p:spPr>
                <a:xfrm>
                  <a:off x="430560" y="58320"/>
                  <a:ext cx="98640" cy="98640"/>
                </a:xfrm>
                <a:prstGeom prst="rect"/>
                <a:gradFill rotWithShape="0">
                  <a:gsLst>
                    <a:gs pos="0">
                      <a:srgbClr val="B6F8F0"/>
                    </a:gs>
                    <a:gs pos="100000">
                      <a:srgbClr val="7DF3E5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49320" tIns="4932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0196" name="Google Shape;2968;p29"/>
                <p:cNvSpPr/>
                <p:nvPr/>
              </p:nvSpPr>
              <p:spPr>
                <a:xfrm>
                  <a:off x="435240" y="-147960"/>
                  <a:ext cx="88920" cy="88920"/>
                </a:xfrm>
                <a:prstGeom prst="rect"/>
                <a:gradFill rotWithShape="0">
                  <a:gsLst>
                    <a:gs pos="0">
                      <a:srgbClr val="B6F8F0"/>
                    </a:gs>
                    <a:gs pos="100000">
                      <a:srgbClr val="7DF3E5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44640" tIns="4464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0197" name="Google Shape;2969;p29"/>
                <p:cNvSpPr/>
                <p:nvPr/>
              </p:nvSpPr>
              <p:spPr>
                <a:xfrm>
                  <a:off x="435240" y="-354240"/>
                  <a:ext cx="88920" cy="88920"/>
                </a:xfrm>
                <a:prstGeom prst="rect"/>
                <a:gradFill rotWithShape="0">
                  <a:gsLst>
                    <a:gs pos="0">
                      <a:srgbClr val="B6F8F0"/>
                    </a:gs>
                    <a:gs pos="100000">
                      <a:srgbClr val="7DF3E5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44640" tIns="4464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0198" name="Google Shape;2970;p29"/>
                <p:cNvSpPr/>
                <p:nvPr/>
              </p:nvSpPr>
              <p:spPr>
                <a:xfrm>
                  <a:off x="440280" y="-571320"/>
                  <a:ext cx="79200" cy="79200"/>
                </a:xfrm>
                <a:prstGeom prst="rect"/>
                <a:gradFill rotWithShape="0">
                  <a:gsLst>
                    <a:gs pos="0">
                      <a:srgbClr val="B6F8F0"/>
                    </a:gs>
                    <a:gs pos="100000">
                      <a:srgbClr val="7DF3E5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39600" tIns="3960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</p:grpSp>
          <p:grpSp>
            <p:nvGrpSpPr>
              <p:cNvPr id="290" name="Google Shape;2971;p29"/>
              <p:cNvGrpSpPr/>
              <p:nvPr/>
            </p:nvGrpSpPr>
            <p:grpSpPr>
              <a:xfrm>
                <a:off x="408240" y="-571320"/>
                <a:ext cx="142920" cy="2453760"/>
                <a:chOff x="408240" y="-571320"/>
                <a:chExt cx="142920" cy="2453760"/>
              </a:xfrm>
            </p:grpSpPr>
            <p:sp>
              <p:nvSpPr>
                <p:cNvPr id="1050199" name="Google Shape;2972;p29"/>
                <p:cNvSpPr/>
                <p:nvPr/>
              </p:nvSpPr>
              <p:spPr>
                <a:xfrm>
                  <a:off x="408240" y="1739520"/>
                  <a:ext cx="142920" cy="142920"/>
                </a:xfrm>
                <a:prstGeom prst="rect"/>
                <a:noFill/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71640" tIns="7164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0200" name="Google Shape;2973;p29"/>
                <p:cNvSpPr/>
                <p:nvPr/>
              </p:nvSpPr>
              <p:spPr>
                <a:xfrm>
                  <a:off x="416880" y="1528920"/>
                  <a:ext cx="126000" cy="126360"/>
                </a:xfrm>
                <a:prstGeom prst="rect"/>
                <a:solidFill>
                  <a:srgbClr val="009F8C">
                    <a:alpha val="5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63360" tIns="6336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0201" name="Google Shape;2974;p29"/>
                <p:cNvSpPr/>
                <p:nvPr/>
              </p:nvSpPr>
              <p:spPr>
                <a:xfrm>
                  <a:off x="416880" y="1318320"/>
                  <a:ext cx="126000" cy="126360"/>
                </a:xfrm>
                <a:prstGeom prst="rect"/>
                <a:solidFill>
                  <a:srgbClr val="009F8C">
                    <a:alpha val="10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63360" tIns="6336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0202" name="Google Shape;2975;p29"/>
                <p:cNvSpPr/>
                <p:nvPr/>
              </p:nvSpPr>
              <p:spPr>
                <a:xfrm>
                  <a:off x="416880" y="1107360"/>
                  <a:ext cx="126000" cy="126360"/>
                </a:xfrm>
                <a:prstGeom prst="rect"/>
                <a:solidFill>
                  <a:srgbClr val="009F8C">
                    <a:alpha val="20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63360" tIns="6336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0203" name="Google Shape;2976;p29"/>
                <p:cNvSpPr/>
                <p:nvPr/>
              </p:nvSpPr>
              <p:spPr>
                <a:xfrm>
                  <a:off x="421200" y="896760"/>
                  <a:ext cx="117360" cy="117720"/>
                </a:xfrm>
                <a:prstGeom prst="rect"/>
                <a:solidFill>
                  <a:srgbClr val="009F8C">
                    <a:alpha val="30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59040" tIns="5904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0204" name="Google Shape;2977;p29"/>
                <p:cNvSpPr/>
                <p:nvPr/>
              </p:nvSpPr>
              <p:spPr>
                <a:xfrm>
                  <a:off x="421200" y="686160"/>
                  <a:ext cx="117360" cy="117720"/>
                </a:xfrm>
                <a:prstGeom prst="rect"/>
                <a:solidFill>
                  <a:srgbClr val="009F8C">
                    <a:alpha val="40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59040" tIns="5904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0205" name="Google Shape;2978;p29"/>
                <p:cNvSpPr/>
                <p:nvPr/>
              </p:nvSpPr>
              <p:spPr>
                <a:xfrm>
                  <a:off x="423360" y="475200"/>
                  <a:ext cx="113040" cy="113040"/>
                </a:xfrm>
                <a:prstGeom prst="rect"/>
                <a:solidFill>
                  <a:srgbClr val="009F8C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56520" tIns="5652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0206" name="Google Shape;2979;p29"/>
                <p:cNvSpPr/>
                <p:nvPr/>
              </p:nvSpPr>
              <p:spPr>
                <a:xfrm>
                  <a:off x="425520" y="264600"/>
                  <a:ext cx="108720" cy="108720"/>
                </a:xfrm>
                <a:prstGeom prst="rect"/>
                <a:solidFill>
                  <a:srgbClr val="009F8C">
                    <a:alpha val="55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54360" tIns="5436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0207" name="Google Shape;2980;p29"/>
                <p:cNvSpPr/>
                <p:nvPr/>
              </p:nvSpPr>
              <p:spPr>
                <a:xfrm>
                  <a:off x="430560" y="58320"/>
                  <a:ext cx="98640" cy="98640"/>
                </a:xfrm>
                <a:prstGeom prst="rect"/>
                <a:solidFill>
                  <a:srgbClr val="009F8C">
                    <a:alpha val="60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49320" tIns="4932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0208" name="Google Shape;2981;p29"/>
                <p:cNvSpPr/>
                <p:nvPr/>
              </p:nvSpPr>
              <p:spPr>
                <a:xfrm>
                  <a:off x="435240" y="-147960"/>
                  <a:ext cx="88920" cy="88920"/>
                </a:xfrm>
                <a:prstGeom prst="rect"/>
                <a:solidFill>
                  <a:srgbClr val="009F8C">
                    <a:alpha val="65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44640" tIns="4464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0209" name="Google Shape;2982;p29"/>
                <p:cNvSpPr/>
                <p:nvPr/>
              </p:nvSpPr>
              <p:spPr>
                <a:xfrm>
                  <a:off x="435240" y="-354240"/>
                  <a:ext cx="88920" cy="88920"/>
                </a:xfrm>
                <a:prstGeom prst="rect"/>
                <a:solidFill>
                  <a:srgbClr val="009F8C">
                    <a:alpha val="70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44640" tIns="4464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0210" name="Google Shape;2983;p29"/>
                <p:cNvSpPr/>
                <p:nvPr/>
              </p:nvSpPr>
              <p:spPr>
                <a:xfrm>
                  <a:off x="440280" y="-571320"/>
                  <a:ext cx="79200" cy="79200"/>
                </a:xfrm>
                <a:prstGeom prst="rect"/>
                <a:solidFill>
                  <a:srgbClr val="009F8C">
                    <a:alpha val="80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39600" tIns="3960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</p:grpSp>
        </p:grpSp>
        <p:grpSp>
          <p:nvGrpSpPr>
            <p:cNvPr id="291" name="Google Shape;2984;p29"/>
            <p:cNvGrpSpPr/>
            <p:nvPr/>
          </p:nvGrpSpPr>
          <p:grpSpPr>
            <a:xfrm>
              <a:off x="576720" y="3074400"/>
              <a:ext cx="142920" cy="2453760"/>
              <a:chOff x="576720" y="3074400"/>
              <a:chExt cx="142920" cy="2453760"/>
            </a:xfrm>
          </p:grpSpPr>
          <p:grpSp>
            <p:nvGrpSpPr>
              <p:cNvPr id="292" name="Google Shape;2985;p29"/>
              <p:cNvGrpSpPr/>
              <p:nvPr/>
            </p:nvGrpSpPr>
            <p:grpSpPr>
              <a:xfrm>
                <a:off x="576720" y="3074400"/>
                <a:ext cx="142920" cy="2453760"/>
                <a:chOff x="576720" y="3074400"/>
                <a:chExt cx="142920" cy="2453760"/>
              </a:xfrm>
            </p:grpSpPr>
            <p:sp>
              <p:nvSpPr>
                <p:cNvPr id="1050211" name="Google Shape;2986;p29"/>
                <p:cNvSpPr/>
                <p:nvPr/>
              </p:nvSpPr>
              <p:spPr>
                <a:xfrm>
                  <a:off x="576720" y="5385240"/>
                  <a:ext cx="142920" cy="142920"/>
                </a:xfrm>
                <a:prstGeom prst="rect"/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71640" tIns="7164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0212" name="Google Shape;2987;p29"/>
                <p:cNvSpPr/>
                <p:nvPr/>
              </p:nvSpPr>
              <p:spPr>
                <a:xfrm>
                  <a:off x="585000" y="5174640"/>
                  <a:ext cx="126000" cy="126360"/>
                </a:xfrm>
                <a:prstGeom prst="rect"/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63360" tIns="6336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0213" name="Google Shape;2988;p29"/>
                <p:cNvSpPr/>
                <p:nvPr/>
              </p:nvSpPr>
              <p:spPr>
                <a:xfrm>
                  <a:off x="585000" y="4963680"/>
                  <a:ext cx="126000" cy="126360"/>
                </a:xfrm>
                <a:prstGeom prst="rect"/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63360" tIns="6336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0214" name="Google Shape;2989;p29"/>
                <p:cNvSpPr/>
                <p:nvPr/>
              </p:nvSpPr>
              <p:spPr>
                <a:xfrm>
                  <a:off x="585000" y="4753080"/>
                  <a:ext cx="126000" cy="126360"/>
                </a:xfrm>
                <a:prstGeom prst="rect"/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63360" tIns="6336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0215" name="Google Shape;2990;p29"/>
                <p:cNvSpPr/>
                <p:nvPr/>
              </p:nvSpPr>
              <p:spPr>
                <a:xfrm>
                  <a:off x="589680" y="4542480"/>
                  <a:ext cx="117360" cy="117720"/>
                </a:xfrm>
                <a:prstGeom prst="rect"/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59040" tIns="5904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0216" name="Google Shape;2991;p29"/>
                <p:cNvSpPr/>
                <p:nvPr/>
              </p:nvSpPr>
              <p:spPr>
                <a:xfrm>
                  <a:off x="589680" y="4331520"/>
                  <a:ext cx="117360" cy="117720"/>
                </a:xfrm>
                <a:prstGeom prst="rect"/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59040" tIns="5904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0217" name="Google Shape;2992;p29"/>
                <p:cNvSpPr/>
                <p:nvPr/>
              </p:nvSpPr>
              <p:spPr>
                <a:xfrm>
                  <a:off x="591480" y="4120920"/>
                  <a:ext cx="113040" cy="113040"/>
                </a:xfrm>
                <a:prstGeom prst="rect"/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56520" tIns="5652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0218" name="Google Shape;2993;p29"/>
                <p:cNvSpPr/>
                <p:nvPr/>
              </p:nvSpPr>
              <p:spPr>
                <a:xfrm>
                  <a:off x="594000" y="3910320"/>
                  <a:ext cx="108720" cy="108720"/>
                </a:xfrm>
                <a:prstGeom prst="rect"/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54360" tIns="5436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0219" name="Google Shape;2994;p29"/>
                <p:cNvSpPr/>
                <p:nvPr/>
              </p:nvSpPr>
              <p:spPr>
                <a:xfrm>
                  <a:off x="598680" y="3704040"/>
                  <a:ext cx="98640" cy="98640"/>
                </a:xfrm>
                <a:prstGeom prst="rect"/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49320" tIns="4932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0220" name="Google Shape;2995;p29"/>
                <p:cNvSpPr/>
                <p:nvPr/>
              </p:nvSpPr>
              <p:spPr>
                <a:xfrm>
                  <a:off x="603720" y="3497760"/>
                  <a:ext cx="88920" cy="88920"/>
                </a:xfrm>
                <a:prstGeom prst="rect"/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44640" tIns="4464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0221" name="Google Shape;2996;p29"/>
                <p:cNvSpPr/>
                <p:nvPr/>
              </p:nvSpPr>
              <p:spPr>
                <a:xfrm>
                  <a:off x="603720" y="3291480"/>
                  <a:ext cx="88920" cy="88920"/>
                </a:xfrm>
                <a:prstGeom prst="rect"/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44640" tIns="4464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0222" name="Google Shape;2997;p29"/>
                <p:cNvSpPr/>
                <p:nvPr/>
              </p:nvSpPr>
              <p:spPr>
                <a:xfrm>
                  <a:off x="608400" y="3074400"/>
                  <a:ext cx="79200" cy="79200"/>
                </a:xfrm>
                <a:prstGeom prst="rect"/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39600" tIns="3960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</p:grpSp>
          <p:grpSp>
            <p:nvGrpSpPr>
              <p:cNvPr id="293" name="Google Shape;2998;p29"/>
              <p:cNvGrpSpPr/>
              <p:nvPr/>
            </p:nvGrpSpPr>
            <p:grpSpPr>
              <a:xfrm>
                <a:off x="576720" y="3074400"/>
                <a:ext cx="142920" cy="2453760"/>
                <a:chOff x="576720" y="3074400"/>
                <a:chExt cx="142920" cy="2453760"/>
              </a:xfrm>
            </p:grpSpPr>
            <p:sp>
              <p:nvSpPr>
                <p:cNvPr id="1050223" name="Google Shape;2999;p29"/>
                <p:cNvSpPr/>
                <p:nvPr/>
              </p:nvSpPr>
              <p:spPr>
                <a:xfrm>
                  <a:off x="576720" y="5385240"/>
                  <a:ext cx="142920" cy="142920"/>
                </a:xfrm>
                <a:prstGeom prst="rect"/>
                <a:noFill/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71640" tIns="7164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0224" name="Google Shape;3000;p29"/>
                <p:cNvSpPr/>
                <p:nvPr/>
              </p:nvSpPr>
              <p:spPr>
                <a:xfrm>
                  <a:off x="585000" y="5174640"/>
                  <a:ext cx="126000" cy="126360"/>
                </a:xfrm>
                <a:prstGeom prst="rect"/>
                <a:solidFill>
                  <a:srgbClr val="009F8C">
                    <a:alpha val="5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63360" tIns="6336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0225" name="Google Shape;3001;p29"/>
                <p:cNvSpPr/>
                <p:nvPr/>
              </p:nvSpPr>
              <p:spPr>
                <a:xfrm>
                  <a:off x="585000" y="4963680"/>
                  <a:ext cx="126000" cy="126360"/>
                </a:xfrm>
                <a:prstGeom prst="rect"/>
                <a:solidFill>
                  <a:srgbClr val="009F8C">
                    <a:alpha val="10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63360" tIns="6336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0226" name="Google Shape;3002;p29"/>
                <p:cNvSpPr/>
                <p:nvPr/>
              </p:nvSpPr>
              <p:spPr>
                <a:xfrm>
                  <a:off x="585000" y="4753080"/>
                  <a:ext cx="126000" cy="126360"/>
                </a:xfrm>
                <a:prstGeom prst="rect"/>
                <a:solidFill>
                  <a:srgbClr val="009F8C">
                    <a:alpha val="20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63360" tIns="6336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0227" name="Google Shape;3003;p29"/>
                <p:cNvSpPr/>
                <p:nvPr/>
              </p:nvSpPr>
              <p:spPr>
                <a:xfrm>
                  <a:off x="589680" y="4542480"/>
                  <a:ext cx="117360" cy="117720"/>
                </a:xfrm>
                <a:prstGeom prst="rect"/>
                <a:solidFill>
                  <a:srgbClr val="009F8C">
                    <a:alpha val="30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59040" tIns="5904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0228" name="Google Shape;3004;p29"/>
                <p:cNvSpPr/>
                <p:nvPr/>
              </p:nvSpPr>
              <p:spPr>
                <a:xfrm>
                  <a:off x="589680" y="4331520"/>
                  <a:ext cx="117360" cy="117720"/>
                </a:xfrm>
                <a:prstGeom prst="rect"/>
                <a:solidFill>
                  <a:srgbClr val="009F8C">
                    <a:alpha val="40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59040" tIns="5904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0229" name="Google Shape;3005;p29"/>
                <p:cNvSpPr/>
                <p:nvPr/>
              </p:nvSpPr>
              <p:spPr>
                <a:xfrm>
                  <a:off x="591480" y="4120920"/>
                  <a:ext cx="113040" cy="113040"/>
                </a:xfrm>
                <a:prstGeom prst="rect"/>
                <a:solidFill>
                  <a:srgbClr val="009F8C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56520" tIns="5652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0230" name="Google Shape;3006;p29"/>
                <p:cNvSpPr/>
                <p:nvPr/>
              </p:nvSpPr>
              <p:spPr>
                <a:xfrm>
                  <a:off x="594000" y="3910320"/>
                  <a:ext cx="108720" cy="108720"/>
                </a:xfrm>
                <a:prstGeom prst="rect"/>
                <a:solidFill>
                  <a:srgbClr val="009F8C">
                    <a:alpha val="55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54360" tIns="5436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0231" name="Google Shape;3007;p29"/>
                <p:cNvSpPr/>
                <p:nvPr/>
              </p:nvSpPr>
              <p:spPr>
                <a:xfrm>
                  <a:off x="598680" y="3704040"/>
                  <a:ext cx="98640" cy="98640"/>
                </a:xfrm>
                <a:prstGeom prst="rect"/>
                <a:solidFill>
                  <a:srgbClr val="009F8C">
                    <a:alpha val="60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49320" tIns="4932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0232" name="Google Shape;3008;p29"/>
                <p:cNvSpPr/>
                <p:nvPr/>
              </p:nvSpPr>
              <p:spPr>
                <a:xfrm>
                  <a:off x="603720" y="3497760"/>
                  <a:ext cx="88920" cy="88920"/>
                </a:xfrm>
                <a:prstGeom prst="rect"/>
                <a:solidFill>
                  <a:srgbClr val="009F8C">
                    <a:alpha val="65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44640" tIns="4464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0233" name="Google Shape;3009;p29"/>
                <p:cNvSpPr/>
                <p:nvPr/>
              </p:nvSpPr>
              <p:spPr>
                <a:xfrm>
                  <a:off x="603720" y="3291480"/>
                  <a:ext cx="88920" cy="88920"/>
                </a:xfrm>
                <a:prstGeom prst="rect"/>
                <a:solidFill>
                  <a:srgbClr val="009F8C">
                    <a:alpha val="70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44640" tIns="4464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0234" name="Google Shape;3010;p29"/>
                <p:cNvSpPr/>
                <p:nvPr/>
              </p:nvSpPr>
              <p:spPr>
                <a:xfrm>
                  <a:off x="608400" y="3074400"/>
                  <a:ext cx="79200" cy="79200"/>
                </a:xfrm>
                <a:prstGeom prst="rect"/>
                <a:solidFill>
                  <a:srgbClr val="009F8C">
                    <a:alpha val="80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39600" tIns="3960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</p:grpSp>
        </p:grpSp>
        <p:grpSp>
          <p:nvGrpSpPr>
            <p:cNvPr id="294" name="Google Shape;3011;p29"/>
            <p:cNvGrpSpPr/>
            <p:nvPr/>
          </p:nvGrpSpPr>
          <p:grpSpPr>
            <a:xfrm>
              <a:off x="8503200" y="-127800"/>
              <a:ext cx="142920" cy="2453760"/>
              <a:chOff x="8503200" y="-127800"/>
              <a:chExt cx="142920" cy="2453760"/>
            </a:xfrm>
          </p:grpSpPr>
          <p:grpSp>
            <p:nvGrpSpPr>
              <p:cNvPr id="295" name="Google Shape;3012;p29"/>
              <p:cNvGrpSpPr/>
              <p:nvPr/>
            </p:nvGrpSpPr>
            <p:grpSpPr>
              <a:xfrm>
                <a:off x="8503200" y="-127800"/>
                <a:ext cx="142920" cy="2453760"/>
                <a:chOff x="8503200" y="-127800"/>
                <a:chExt cx="142920" cy="2453760"/>
              </a:xfrm>
            </p:grpSpPr>
            <p:sp>
              <p:nvSpPr>
                <p:cNvPr id="1050235" name="Google Shape;3013;p29"/>
                <p:cNvSpPr/>
                <p:nvPr/>
              </p:nvSpPr>
              <p:spPr>
                <a:xfrm>
                  <a:off x="8503200" y="2183040"/>
                  <a:ext cx="142920" cy="142920"/>
                </a:xfrm>
                <a:prstGeom prst="rect"/>
                <a:gradFill rotWithShape="0">
                  <a:gsLst>
                    <a:gs pos="0">
                      <a:srgbClr val="B6F8F0"/>
                    </a:gs>
                    <a:gs pos="100000">
                      <a:srgbClr val="7DF3E5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71640" tIns="7164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0236" name="Google Shape;3014;p29"/>
                <p:cNvSpPr/>
                <p:nvPr/>
              </p:nvSpPr>
              <p:spPr>
                <a:xfrm>
                  <a:off x="8511840" y="1972440"/>
                  <a:ext cx="126000" cy="126360"/>
                </a:xfrm>
                <a:prstGeom prst="rect"/>
                <a:gradFill rotWithShape="0">
                  <a:gsLst>
                    <a:gs pos="0">
                      <a:srgbClr val="B6F8F0"/>
                    </a:gs>
                    <a:gs pos="100000">
                      <a:srgbClr val="7DF3E5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63360" tIns="6336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0237" name="Google Shape;3015;p29"/>
                <p:cNvSpPr/>
                <p:nvPr/>
              </p:nvSpPr>
              <p:spPr>
                <a:xfrm>
                  <a:off x="8511840" y="1761840"/>
                  <a:ext cx="126000" cy="126360"/>
                </a:xfrm>
                <a:prstGeom prst="rect"/>
                <a:gradFill rotWithShape="0">
                  <a:gsLst>
                    <a:gs pos="0">
                      <a:srgbClr val="B6F8F0"/>
                    </a:gs>
                    <a:gs pos="100000">
                      <a:srgbClr val="7DF3E5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63360" tIns="6336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0238" name="Google Shape;3016;p29"/>
                <p:cNvSpPr/>
                <p:nvPr/>
              </p:nvSpPr>
              <p:spPr>
                <a:xfrm>
                  <a:off x="8511840" y="1550880"/>
                  <a:ext cx="126000" cy="126360"/>
                </a:xfrm>
                <a:prstGeom prst="rect"/>
                <a:gradFill rotWithShape="0">
                  <a:gsLst>
                    <a:gs pos="0">
                      <a:srgbClr val="B6F8F0"/>
                    </a:gs>
                    <a:gs pos="100000">
                      <a:srgbClr val="7DF3E5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63360" tIns="6336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0239" name="Google Shape;3017;p29"/>
                <p:cNvSpPr/>
                <p:nvPr/>
              </p:nvSpPr>
              <p:spPr>
                <a:xfrm>
                  <a:off x="8516160" y="1340280"/>
                  <a:ext cx="117360" cy="117720"/>
                </a:xfrm>
                <a:prstGeom prst="rect"/>
                <a:gradFill rotWithShape="0">
                  <a:gsLst>
                    <a:gs pos="0">
                      <a:srgbClr val="B6F8F0"/>
                    </a:gs>
                    <a:gs pos="100000">
                      <a:srgbClr val="7DF3E5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59040" tIns="5904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0240" name="Google Shape;3018;p29"/>
                <p:cNvSpPr/>
                <p:nvPr/>
              </p:nvSpPr>
              <p:spPr>
                <a:xfrm>
                  <a:off x="8516160" y="1129680"/>
                  <a:ext cx="117360" cy="117720"/>
                </a:xfrm>
                <a:prstGeom prst="rect"/>
                <a:gradFill rotWithShape="0">
                  <a:gsLst>
                    <a:gs pos="0">
                      <a:srgbClr val="B6F8F0"/>
                    </a:gs>
                    <a:gs pos="100000">
                      <a:srgbClr val="7DF3E5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59040" tIns="5904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0241" name="Google Shape;3019;p29"/>
                <p:cNvSpPr/>
                <p:nvPr/>
              </p:nvSpPr>
              <p:spPr>
                <a:xfrm>
                  <a:off x="8518320" y="918720"/>
                  <a:ext cx="113040" cy="113040"/>
                </a:xfrm>
                <a:prstGeom prst="rect"/>
                <a:gradFill rotWithShape="0">
                  <a:gsLst>
                    <a:gs pos="0">
                      <a:srgbClr val="B6F8F0"/>
                    </a:gs>
                    <a:gs pos="100000">
                      <a:srgbClr val="7DF3E5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56520" tIns="5652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0242" name="Google Shape;3020;p29"/>
                <p:cNvSpPr/>
                <p:nvPr/>
              </p:nvSpPr>
              <p:spPr>
                <a:xfrm>
                  <a:off x="8520480" y="708120"/>
                  <a:ext cx="108720" cy="108720"/>
                </a:xfrm>
                <a:prstGeom prst="rect"/>
                <a:gradFill rotWithShape="0">
                  <a:gsLst>
                    <a:gs pos="0">
                      <a:srgbClr val="B6F8F0"/>
                    </a:gs>
                    <a:gs pos="100000">
                      <a:srgbClr val="7DF3E5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54360" tIns="5436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0243" name="Google Shape;3021;p29"/>
                <p:cNvSpPr/>
                <p:nvPr/>
              </p:nvSpPr>
              <p:spPr>
                <a:xfrm>
                  <a:off x="8525520" y="501840"/>
                  <a:ext cx="98640" cy="98640"/>
                </a:xfrm>
                <a:prstGeom prst="rect"/>
                <a:gradFill rotWithShape="0">
                  <a:gsLst>
                    <a:gs pos="0">
                      <a:srgbClr val="B6F8F0"/>
                    </a:gs>
                    <a:gs pos="100000">
                      <a:srgbClr val="7DF3E5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49320" tIns="4932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0244" name="Google Shape;3022;p29"/>
                <p:cNvSpPr/>
                <p:nvPr/>
              </p:nvSpPr>
              <p:spPr>
                <a:xfrm>
                  <a:off x="8530200" y="295560"/>
                  <a:ext cx="88920" cy="88920"/>
                </a:xfrm>
                <a:prstGeom prst="rect"/>
                <a:gradFill rotWithShape="0">
                  <a:gsLst>
                    <a:gs pos="0">
                      <a:srgbClr val="B6F8F0"/>
                    </a:gs>
                    <a:gs pos="100000">
                      <a:srgbClr val="7DF3E5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44640" tIns="4464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0245" name="Google Shape;3023;p29"/>
                <p:cNvSpPr/>
                <p:nvPr/>
              </p:nvSpPr>
              <p:spPr>
                <a:xfrm>
                  <a:off x="8530200" y="89280"/>
                  <a:ext cx="88920" cy="88920"/>
                </a:xfrm>
                <a:prstGeom prst="rect"/>
                <a:gradFill rotWithShape="0">
                  <a:gsLst>
                    <a:gs pos="0">
                      <a:srgbClr val="B6F8F0"/>
                    </a:gs>
                    <a:gs pos="100000">
                      <a:srgbClr val="7DF3E5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44640" tIns="4464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0246" name="Google Shape;3024;p29"/>
                <p:cNvSpPr/>
                <p:nvPr/>
              </p:nvSpPr>
              <p:spPr>
                <a:xfrm>
                  <a:off x="8535240" y="-127800"/>
                  <a:ext cx="79200" cy="79200"/>
                </a:xfrm>
                <a:prstGeom prst="rect"/>
                <a:gradFill rotWithShape="0">
                  <a:gsLst>
                    <a:gs pos="0">
                      <a:srgbClr val="B6F8F0"/>
                    </a:gs>
                    <a:gs pos="100000">
                      <a:srgbClr val="7DF3E5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39600" tIns="3960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</p:grpSp>
          <p:grpSp>
            <p:nvGrpSpPr>
              <p:cNvPr id="296" name="Google Shape;3025;p29"/>
              <p:cNvGrpSpPr/>
              <p:nvPr/>
            </p:nvGrpSpPr>
            <p:grpSpPr>
              <a:xfrm>
                <a:off x="8503200" y="-127800"/>
                <a:ext cx="142920" cy="2453760"/>
                <a:chOff x="8503200" y="-127800"/>
                <a:chExt cx="142920" cy="2453760"/>
              </a:xfrm>
            </p:grpSpPr>
            <p:sp>
              <p:nvSpPr>
                <p:cNvPr id="1050247" name="Google Shape;3026;p29"/>
                <p:cNvSpPr/>
                <p:nvPr/>
              </p:nvSpPr>
              <p:spPr>
                <a:xfrm>
                  <a:off x="8503200" y="2183040"/>
                  <a:ext cx="142920" cy="142920"/>
                </a:xfrm>
                <a:prstGeom prst="rect"/>
                <a:noFill/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71640" tIns="7164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0248" name="Google Shape;3027;p29"/>
                <p:cNvSpPr/>
                <p:nvPr/>
              </p:nvSpPr>
              <p:spPr>
                <a:xfrm>
                  <a:off x="8511840" y="1972440"/>
                  <a:ext cx="126000" cy="126360"/>
                </a:xfrm>
                <a:prstGeom prst="rect"/>
                <a:solidFill>
                  <a:srgbClr val="009F8C">
                    <a:alpha val="5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63360" tIns="6336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0249" name="Google Shape;3028;p29"/>
                <p:cNvSpPr/>
                <p:nvPr/>
              </p:nvSpPr>
              <p:spPr>
                <a:xfrm>
                  <a:off x="8511840" y="1761840"/>
                  <a:ext cx="126000" cy="126360"/>
                </a:xfrm>
                <a:prstGeom prst="rect"/>
                <a:solidFill>
                  <a:srgbClr val="009F8C">
                    <a:alpha val="10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63360" tIns="6336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0250" name="Google Shape;3029;p29"/>
                <p:cNvSpPr/>
                <p:nvPr/>
              </p:nvSpPr>
              <p:spPr>
                <a:xfrm>
                  <a:off x="8511840" y="1550880"/>
                  <a:ext cx="126000" cy="126360"/>
                </a:xfrm>
                <a:prstGeom prst="rect"/>
                <a:solidFill>
                  <a:srgbClr val="009F8C">
                    <a:alpha val="20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63360" tIns="6336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0251" name="Google Shape;3030;p29"/>
                <p:cNvSpPr/>
                <p:nvPr/>
              </p:nvSpPr>
              <p:spPr>
                <a:xfrm>
                  <a:off x="8516160" y="1340280"/>
                  <a:ext cx="117360" cy="117720"/>
                </a:xfrm>
                <a:prstGeom prst="rect"/>
                <a:solidFill>
                  <a:srgbClr val="009F8C">
                    <a:alpha val="30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59040" tIns="5904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0252" name="Google Shape;3031;p29"/>
                <p:cNvSpPr/>
                <p:nvPr/>
              </p:nvSpPr>
              <p:spPr>
                <a:xfrm>
                  <a:off x="8516160" y="1129680"/>
                  <a:ext cx="117360" cy="117720"/>
                </a:xfrm>
                <a:prstGeom prst="rect"/>
                <a:solidFill>
                  <a:srgbClr val="009F8C">
                    <a:alpha val="40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59040" tIns="5904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0253" name="Google Shape;3032;p29"/>
                <p:cNvSpPr/>
                <p:nvPr/>
              </p:nvSpPr>
              <p:spPr>
                <a:xfrm>
                  <a:off x="8518320" y="918720"/>
                  <a:ext cx="113040" cy="113040"/>
                </a:xfrm>
                <a:prstGeom prst="rect"/>
                <a:solidFill>
                  <a:srgbClr val="009F8C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56520" tIns="5652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0254" name="Google Shape;3033;p29"/>
                <p:cNvSpPr/>
                <p:nvPr/>
              </p:nvSpPr>
              <p:spPr>
                <a:xfrm>
                  <a:off x="8520480" y="708120"/>
                  <a:ext cx="108720" cy="108720"/>
                </a:xfrm>
                <a:prstGeom prst="rect"/>
                <a:solidFill>
                  <a:srgbClr val="009F8C">
                    <a:alpha val="55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54360" tIns="5436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0255" name="Google Shape;3034;p29"/>
                <p:cNvSpPr/>
                <p:nvPr/>
              </p:nvSpPr>
              <p:spPr>
                <a:xfrm>
                  <a:off x="8525520" y="501840"/>
                  <a:ext cx="98640" cy="98640"/>
                </a:xfrm>
                <a:prstGeom prst="rect"/>
                <a:solidFill>
                  <a:srgbClr val="009F8C">
                    <a:alpha val="60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49320" tIns="4932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0256" name="Google Shape;3035;p29"/>
                <p:cNvSpPr/>
                <p:nvPr/>
              </p:nvSpPr>
              <p:spPr>
                <a:xfrm>
                  <a:off x="8530200" y="295560"/>
                  <a:ext cx="88920" cy="88920"/>
                </a:xfrm>
                <a:prstGeom prst="rect"/>
                <a:solidFill>
                  <a:srgbClr val="009F8C">
                    <a:alpha val="65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44640" tIns="4464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0257" name="Google Shape;3036;p29"/>
                <p:cNvSpPr/>
                <p:nvPr/>
              </p:nvSpPr>
              <p:spPr>
                <a:xfrm>
                  <a:off x="8530200" y="89280"/>
                  <a:ext cx="88920" cy="88920"/>
                </a:xfrm>
                <a:prstGeom prst="rect"/>
                <a:solidFill>
                  <a:srgbClr val="009F8C">
                    <a:alpha val="70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44640" tIns="4464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0258" name="Google Shape;3037;p29"/>
                <p:cNvSpPr/>
                <p:nvPr/>
              </p:nvSpPr>
              <p:spPr>
                <a:xfrm>
                  <a:off x="8535240" y="-127800"/>
                  <a:ext cx="79200" cy="79200"/>
                </a:xfrm>
                <a:prstGeom prst="rect"/>
                <a:solidFill>
                  <a:srgbClr val="009F8C">
                    <a:alpha val="80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39600" tIns="3960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</p:grpSp>
        </p:grpSp>
        <p:grpSp>
          <p:nvGrpSpPr>
            <p:cNvPr id="297" name="Google Shape;3038;p29"/>
            <p:cNvGrpSpPr/>
            <p:nvPr/>
          </p:nvGrpSpPr>
          <p:grpSpPr>
            <a:xfrm>
              <a:off x="8839440" y="2071440"/>
              <a:ext cx="142920" cy="2453760"/>
              <a:chOff x="8839440" y="2071440"/>
              <a:chExt cx="142920" cy="2453760"/>
            </a:xfrm>
          </p:grpSpPr>
          <p:grpSp>
            <p:nvGrpSpPr>
              <p:cNvPr id="298" name="Google Shape;3039;p29"/>
              <p:cNvGrpSpPr/>
              <p:nvPr/>
            </p:nvGrpSpPr>
            <p:grpSpPr>
              <a:xfrm>
                <a:off x="8839440" y="2071440"/>
                <a:ext cx="142920" cy="2453760"/>
                <a:chOff x="8839440" y="2071440"/>
                <a:chExt cx="142920" cy="2453760"/>
              </a:xfrm>
            </p:grpSpPr>
            <p:sp>
              <p:nvSpPr>
                <p:cNvPr id="1050259" name="Google Shape;3040;p29"/>
                <p:cNvSpPr/>
                <p:nvPr/>
              </p:nvSpPr>
              <p:spPr>
                <a:xfrm>
                  <a:off x="8839440" y="4382280"/>
                  <a:ext cx="142920" cy="142920"/>
                </a:xfrm>
                <a:prstGeom prst="rect"/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71640" tIns="7164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0260" name="Google Shape;3041;p29"/>
                <p:cNvSpPr/>
                <p:nvPr/>
              </p:nvSpPr>
              <p:spPr>
                <a:xfrm>
                  <a:off x="8847720" y="4171680"/>
                  <a:ext cx="126000" cy="126360"/>
                </a:xfrm>
                <a:prstGeom prst="rect"/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63360" tIns="6336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0261" name="Google Shape;3042;p29"/>
                <p:cNvSpPr/>
                <p:nvPr/>
              </p:nvSpPr>
              <p:spPr>
                <a:xfrm>
                  <a:off x="8847720" y="3961080"/>
                  <a:ext cx="126000" cy="126360"/>
                </a:xfrm>
                <a:prstGeom prst="rect"/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63360" tIns="6336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0262" name="Google Shape;3043;p29"/>
                <p:cNvSpPr/>
                <p:nvPr/>
              </p:nvSpPr>
              <p:spPr>
                <a:xfrm>
                  <a:off x="8847720" y="3750120"/>
                  <a:ext cx="126000" cy="126360"/>
                </a:xfrm>
                <a:prstGeom prst="rect"/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63360" tIns="6336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0263" name="Google Shape;3044;p29"/>
                <p:cNvSpPr/>
                <p:nvPr/>
              </p:nvSpPr>
              <p:spPr>
                <a:xfrm>
                  <a:off x="8852400" y="3539520"/>
                  <a:ext cx="117360" cy="117720"/>
                </a:xfrm>
                <a:prstGeom prst="rect"/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59040" tIns="5904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0264" name="Google Shape;3045;p29"/>
                <p:cNvSpPr/>
                <p:nvPr/>
              </p:nvSpPr>
              <p:spPr>
                <a:xfrm>
                  <a:off x="8852400" y="3328560"/>
                  <a:ext cx="117360" cy="117720"/>
                </a:xfrm>
                <a:prstGeom prst="rect"/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59040" tIns="5904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0265" name="Google Shape;3046;p29"/>
                <p:cNvSpPr/>
                <p:nvPr/>
              </p:nvSpPr>
              <p:spPr>
                <a:xfrm>
                  <a:off x="8854200" y="3117960"/>
                  <a:ext cx="113040" cy="113040"/>
                </a:xfrm>
                <a:prstGeom prst="rect"/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56520" tIns="5652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0266" name="Google Shape;3047;p29"/>
                <p:cNvSpPr/>
                <p:nvPr/>
              </p:nvSpPr>
              <p:spPr>
                <a:xfrm>
                  <a:off x="8856720" y="2907360"/>
                  <a:ext cx="108720" cy="108720"/>
                </a:xfrm>
                <a:prstGeom prst="rect"/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54360" tIns="5436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0267" name="Google Shape;3048;p29"/>
                <p:cNvSpPr/>
                <p:nvPr/>
              </p:nvSpPr>
              <p:spPr>
                <a:xfrm>
                  <a:off x="8861400" y="2701080"/>
                  <a:ext cx="98640" cy="98640"/>
                </a:xfrm>
                <a:prstGeom prst="rect"/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49320" tIns="4932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0268" name="Google Shape;3049;p29"/>
                <p:cNvSpPr/>
                <p:nvPr/>
              </p:nvSpPr>
              <p:spPr>
                <a:xfrm>
                  <a:off x="8866440" y="2494800"/>
                  <a:ext cx="88920" cy="88920"/>
                </a:xfrm>
                <a:prstGeom prst="rect"/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44640" tIns="4464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0269" name="Google Shape;3050;p29"/>
                <p:cNvSpPr/>
                <p:nvPr/>
              </p:nvSpPr>
              <p:spPr>
                <a:xfrm>
                  <a:off x="8866440" y="2288520"/>
                  <a:ext cx="88920" cy="88920"/>
                </a:xfrm>
                <a:prstGeom prst="rect"/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44640" tIns="4464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0270" name="Google Shape;3051;p29"/>
                <p:cNvSpPr/>
                <p:nvPr/>
              </p:nvSpPr>
              <p:spPr>
                <a:xfrm>
                  <a:off x="8871120" y="2071440"/>
                  <a:ext cx="79200" cy="79200"/>
                </a:xfrm>
                <a:prstGeom prst="rect"/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39600" tIns="3960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</p:grpSp>
          <p:grpSp>
            <p:nvGrpSpPr>
              <p:cNvPr id="299" name="Google Shape;3052;p29"/>
              <p:cNvGrpSpPr/>
              <p:nvPr/>
            </p:nvGrpSpPr>
            <p:grpSpPr>
              <a:xfrm>
                <a:off x="8839440" y="2071440"/>
                <a:ext cx="142920" cy="2453760"/>
                <a:chOff x="8839440" y="2071440"/>
                <a:chExt cx="142920" cy="2453760"/>
              </a:xfrm>
            </p:grpSpPr>
            <p:sp>
              <p:nvSpPr>
                <p:cNvPr id="1050271" name="Google Shape;3053;p29"/>
                <p:cNvSpPr/>
                <p:nvPr/>
              </p:nvSpPr>
              <p:spPr>
                <a:xfrm>
                  <a:off x="8839440" y="4382280"/>
                  <a:ext cx="142920" cy="142920"/>
                </a:xfrm>
                <a:prstGeom prst="rect"/>
                <a:noFill/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71640" tIns="7164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0272" name="Google Shape;3054;p29"/>
                <p:cNvSpPr/>
                <p:nvPr/>
              </p:nvSpPr>
              <p:spPr>
                <a:xfrm>
                  <a:off x="8847720" y="4171680"/>
                  <a:ext cx="126000" cy="126360"/>
                </a:xfrm>
                <a:prstGeom prst="rect"/>
                <a:solidFill>
                  <a:srgbClr val="009F8C">
                    <a:alpha val="5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63360" tIns="6336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0273" name="Google Shape;3055;p29"/>
                <p:cNvSpPr/>
                <p:nvPr/>
              </p:nvSpPr>
              <p:spPr>
                <a:xfrm>
                  <a:off x="8847720" y="3961080"/>
                  <a:ext cx="126000" cy="126360"/>
                </a:xfrm>
                <a:prstGeom prst="rect"/>
                <a:solidFill>
                  <a:srgbClr val="009F8C">
                    <a:alpha val="10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63360" tIns="6336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0274" name="Google Shape;3056;p29"/>
                <p:cNvSpPr/>
                <p:nvPr/>
              </p:nvSpPr>
              <p:spPr>
                <a:xfrm>
                  <a:off x="8847720" y="3750120"/>
                  <a:ext cx="126000" cy="126360"/>
                </a:xfrm>
                <a:prstGeom prst="rect"/>
                <a:solidFill>
                  <a:srgbClr val="009F8C">
                    <a:alpha val="20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63360" tIns="6336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0275" name="Google Shape;3057;p29"/>
                <p:cNvSpPr/>
                <p:nvPr/>
              </p:nvSpPr>
              <p:spPr>
                <a:xfrm>
                  <a:off x="8852400" y="3539520"/>
                  <a:ext cx="117360" cy="117720"/>
                </a:xfrm>
                <a:prstGeom prst="rect"/>
                <a:solidFill>
                  <a:srgbClr val="009F8C">
                    <a:alpha val="30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59040" tIns="5904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0276" name="Google Shape;3058;p29"/>
                <p:cNvSpPr/>
                <p:nvPr/>
              </p:nvSpPr>
              <p:spPr>
                <a:xfrm>
                  <a:off x="8852400" y="3328560"/>
                  <a:ext cx="117360" cy="117720"/>
                </a:xfrm>
                <a:prstGeom prst="rect"/>
                <a:solidFill>
                  <a:srgbClr val="009F8C">
                    <a:alpha val="40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59040" tIns="5904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0277" name="Google Shape;3059;p29"/>
                <p:cNvSpPr/>
                <p:nvPr/>
              </p:nvSpPr>
              <p:spPr>
                <a:xfrm>
                  <a:off x="8854200" y="3117960"/>
                  <a:ext cx="113040" cy="113040"/>
                </a:xfrm>
                <a:prstGeom prst="rect"/>
                <a:solidFill>
                  <a:srgbClr val="009F8C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56520" tIns="5652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0278" name="Google Shape;3060;p29"/>
                <p:cNvSpPr/>
                <p:nvPr/>
              </p:nvSpPr>
              <p:spPr>
                <a:xfrm>
                  <a:off x="8856720" y="2907360"/>
                  <a:ext cx="108720" cy="108720"/>
                </a:xfrm>
                <a:prstGeom prst="rect"/>
                <a:solidFill>
                  <a:srgbClr val="009F8C">
                    <a:alpha val="55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54360" tIns="5436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0279" name="Google Shape;3061;p29"/>
                <p:cNvSpPr/>
                <p:nvPr/>
              </p:nvSpPr>
              <p:spPr>
                <a:xfrm>
                  <a:off x="8861400" y="2701080"/>
                  <a:ext cx="98640" cy="98640"/>
                </a:xfrm>
                <a:prstGeom prst="rect"/>
                <a:solidFill>
                  <a:srgbClr val="009F8C">
                    <a:alpha val="60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49320" tIns="4932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0280" name="Google Shape;3062;p29"/>
                <p:cNvSpPr/>
                <p:nvPr/>
              </p:nvSpPr>
              <p:spPr>
                <a:xfrm>
                  <a:off x="8866440" y="2494800"/>
                  <a:ext cx="88920" cy="88920"/>
                </a:xfrm>
                <a:prstGeom prst="rect"/>
                <a:solidFill>
                  <a:srgbClr val="009F8C">
                    <a:alpha val="65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44640" tIns="4464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0281" name="Google Shape;3063;p29"/>
                <p:cNvSpPr/>
                <p:nvPr/>
              </p:nvSpPr>
              <p:spPr>
                <a:xfrm>
                  <a:off x="8866440" y="2288520"/>
                  <a:ext cx="88920" cy="88920"/>
                </a:xfrm>
                <a:prstGeom prst="rect"/>
                <a:solidFill>
                  <a:srgbClr val="009F8C">
                    <a:alpha val="70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44640" tIns="4464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0282" name="Google Shape;3064;p29"/>
                <p:cNvSpPr/>
                <p:nvPr/>
              </p:nvSpPr>
              <p:spPr>
                <a:xfrm>
                  <a:off x="8871120" y="2071440"/>
                  <a:ext cx="79200" cy="79200"/>
                </a:xfrm>
                <a:prstGeom prst="rect"/>
                <a:solidFill>
                  <a:srgbClr val="009F8C">
                    <a:alpha val="80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39600" tIns="3960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</p:grpSp>
        </p:grpSp>
      </p:grp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blank">
  <p:cSld name="CUSTOM_9_1">
    <p:bg>
      <p:bgPr>
        <a:solidFill>
          <a:schemeClr val="lt1"/>
        </a:solidFill>
      </p:bgPr>
    </p:bg>
    <p:spTree>
      <p:nvGrpSpPr>
        <p:cNvPr id="35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57" name="Google Shape;3066;p30"/>
          <p:cNvGrpSpPr/>
          <p:nvPr/>
        </p:nvGrpSpPr>
        <p:grpSpPr>
          <a:xfrm>
            <a:off x="177840" y="-1044720"/>
            <a:ext cx="8708400" cy="5947200"/>
            <a:chOff x="177840" y="-1044720"/>
            <a:chExt cx="8708400" cy="5947200"/>
          </a:xfrm>
        </p:grpSpPr>
        <p:grpSp>
          <p:nvGrpSpPr>
            <p:cNvPr id="358" name="Google Shape;3067;p30"/>
            <p:cNvGrpSpPr/>
            <p:nvPr/>
          </p:nvGrpSpPr>
          <p:grpSpPr>
            <a:xfrm>
              <a:off x="8743320" y="-363600"/>
              <a:ext cx="142920" cy="2453760"/>
              <a:chOff x="8743320" y="-363600"/>
              <a:chExt cx="142920" cy="2453760"/>
            </a:xfrm>
          </p:grpSpPr>
          <p:grpSp>
            <p:nvGrpSpPr>
              <p:cNvPr id="359" name="Google Shape;3068;p30"/>
              <p:cNvGrpSpPr/>
              <p:nvPr/>
            </p:nvGrpSpPr>
            <p:grpSpPr>
              <a:xfrm>
                <a:off x="8743320" y="-363600"/>
                <a:ext cx="142920" cy="2453760"/>
                <a:chOff x="8743320" y="-363600"/>
                <a:chExt cx="142920" cy="2453760"/>
              </a:xfrm>
            </p:grpSpPr>
            <p:sp>
              <p:nvSpPr>
                <p:cNvPr id="1050673" name="Google Shape;3069;p30"/>
                <p:cNvSpPr/>
                <p:nvPr/>
              </p:nvSpPr>
              <p:spPr>
                <a:xfrm>
                  <a:off x="8743320" y="1947240"/>
                  <a:ext cx="142920" cy="142920"/>
                </a:xfrm>
                <a:prstGeom prst="rect"/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71640" tIns="7164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0674" name="Google Shape;3070;p30"/>
                <p:cNvSpPr/>
                <p:nvPr/>
              </p:nvSpPr>
              <p:spPr>
                <a:xfrm>
                  <a:off x="8751960" y="1736640"/>
                  <a:ext cx="126000" cy="126360"/>
                </a:xfrm>
                <a:prstGeom prst="rect"/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63360" tIns="6336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0675" name="Google Shape;3071;p30"/>
                <p:cNvSpPr/>
                <p:nvPr/>
              </p:nvSpPr>
              <p:spPr>
                <a:xfrm>
                  <a:off x="8751960" y="1525680"/>
                  <a:ext cx="126000" cy="126360"/>
                </a:xfrm>
                <a:prstGeom prst="rect"/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63360" tIns="6336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0676" name="Google Shape;3072;p30"/>
                <p:cNvSpPr/>
                <p:nvPr/>
              </p:nvSpPr>
              <p:spPr>
                <a:xfrm>
                  <a:off x="8751960" y="1315080"/>
                  <a:ext cx="126000" cy="126360"/>
                </a:xfrm>
                <a:prstGeom prst="rect"/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63360" tIns="6336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0677" name="Google Shape;3073;p30"/>
                <p:cNvSpPr/>
                <p:nvPr/>
              </p:nvSpPr>
              <p:spPr>
                <a:xfrm>
                  <a:off x="8756280" y="1104480"/>
                  <a:ext cx="117360" cy="117720"/>
                </a:xfrm>
                <a:prstGeom prst="rect"/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59040" tIns="5904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0678" name="Google Shape;3074;p30"/>
                <p:cNvSpPr/>
                <p:nvPr/>
              </p:nvSpPr>
              <p:spPr>
                <a:xfrm>
                  <a:off x="8756280" y="893520"/>
                  <a:ext cx="117360" cy="117720"/>
                </a:xfrm>
                <a:prstGeom prst="rect"/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59040" tIns="5904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0679" name="Google Shape;3075;p30"/>
                <p:cNvSpPr/>
                <p:nvPr/>
              </p:nvSpPr>
              <p:spPr>
                <a:xfrm>
                  <a:off x="8758440" y="682920"/>
                  <a:ext cx="113040" cy="113040"/>
                </a:xfrm>
                <a:prstGeom prst="rect"/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56520" tIns="5652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0680" name="Google Shape;3076;p30"/>
                <p:cNvSpPr/>
                <p:nvPr/>
              </p:nvSpPr>
              <p:spPr>
                <a:xfrm>
                  <a:off x="8760600" y="472320"/>
                  <a:ext cx="108720" cy="108720"/>
                </a:xfrm>
                <a:prstGeom prst="rect"/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54360" tIns="5436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0681" name="Google Shape;3077;p30"/>
                <p:cNvSpPr/>
                <p:nvPr/>
              </p:nvSpPr>
              <p:spPr>
                <a:xfrm>
                  <a:off x="8765640" y="266040"/>
                  <a:ext cx="98640" cy="98640"/>
                </a:xfrm>
                <a:prstGeom prst="rect"/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49320" tIns="4932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0682" name="Google Shape;3078;p30"/>
                <p:cNvSpPr/>
                <p:nvPr/>
              </p:nvSpPr>
              <p:spPr>
                <a:xfrm>
                  <a:off x="8770320" y="59760"/>
                  <a:ext cx="88920" cy="88920"/>
                </a:xfrm>
                <a:prstGeom prst="rect"/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44640" tIns="4464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0683" name="Google Shape;3079;p30"/>
                <p:cNvSpPr/>
                <p:nvPr/>
              </p:nvSpPr>
              <p:spPr>
                <a:xfrm>
                  <a:off x="8770320" y="-146520"/>
                  <a:ext cx="88920" cy="88920"/>
                </a:xfrm>
                <a:prstGeom prst="rect"/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44640" tIns="4464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0684" name="Google Shape;3080;p30"/>
                <p:cNvSpPr/>
                <p:nvPr/>
              </p:nvSpPr>
              <p:spPr>
                <a:xfrm>
                  <a:off x="8775360" y="-363600"/>
                  <a:ext cx="79200" cy="79200"/>
                </a:xfrm>
                <a:prstGeom prst="rect"/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39600" tIns="3960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</p:grpSp>
          <p:grpSp>
            <p:nvGrpSpPr>
              <p:cNvPr id="360" name="Google Shape;3081;p30"/>
              <p:cNvGrpSpPr/>
              <p:nvPr/>
            </p:nvGrpSpPr>
            <p:grpSpPr>
              <a:xfrm>
                <a:off x="8743320" y="-363600"/>
                <a:ext cx="142920" cy="2453760"/>
                <a:chOff x="8743320" y="-363600"/>
                <a:chExt cx="142920" cy="2453760"/>
              </a:xfrm>
            </p:grpSpPr>
            <p:sp>
              <p:nvSpPr>
                <p:cNvPr id="1050685" name="Google Shape;3082;p30"/>
                <p:cNvSpPr/>
                <p:nvPr/>
              </p:nvSpPr>
              <p:spPr>
                <a:xfrm>
                  <a:off x="8743320" y="1947240"/>
                  <a:ext cx="142920" cy="142920"/>
                </a:xfrm>
                <a:prstGeom prst="rect"/>
                <a:noFill/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71640" tIns="7164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0686" name="Google Shape;3083;p30"/>
                <p:cNvSpPr/>
                <p:nvPr/>
              </p:nvSpPr>
              <p:spPr>
                <a:xfrm>
                  <a:off x="8751960" y="1736640"/>
                  <a:ext cx="126000" cy="126360"/>
                </a:xfrm>
                <a:prstGeom prst="rect"/>
                <a:solidFill>
                  <a:srgbClr val="009F8C">
                    <a:alpha val="5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63360" tIns="6336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0687" name="Google Shape;3084;p30"/>
                <p:cNvSpPr/>
                <p:nvPr/>
              </p:nvSpPr>
              <p:spPr>
                <a:xfrm>
                  <a:off x="8751960" y="1525680"/>
                  <a:ext cx="126000" cy="126360"/>
                </a:xfrm>
                <a:prstGeom prst="rect"/>
                <a:solidFill>
                  <a:srgbClr val="009F8C">
                    <a:alpha val="10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63360" tIns="6336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0688" name="Google Shape;3085;p30"/>
                <p:cNvSpPr/>
                <p:nvPr/>
              </p:nvSpPr>
              <p:spPr>
                <a:xfrm>
                  <a:off x="8751960" y="1315080"/>
                  <a:ext cx="126000" cy="126360"/>
                </a:xfrm>
                <a:prstGeom prst="rect"/>
                <a:solidFill>
                  <a:srgbClr val="009F8C">
                    <a:alpha val="20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63360" tIns="6336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0689" name="Google Shape;3086;p30"/>
                <p:cNvSpPr/>
                <p:nvPr/>
              </p:nvSpPr>
              <p:spPr>
                <a:xfrm>
                  <a:off x="8756280" y="1104480"/>
                  <a:ext cx="117360" cy="117720"/>
                </a:xfrm>
                <a:prstGeom prst="rect"/>
                <a:solidFill>
                  <a:srgbClr val="009F8C">
                    <a:alpha val="30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59040" tIns="5904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0690" name="Google Shape;3087;p30"/>
                <p:cNvSpPr/>
                <p:nvPr/>
              </p:nvSpPr>
              <p:spPr>
                <a:xfrm>
                  <a:off x="8756280" y="893520"/>
                  <a:ext cx="117360" cy="117720"/>
                </a:xfrm>
                <a:prstGeom prst="rect"/>
                <a:solidFill>
                  <a:srgbClr val="009F8C">
                    <a:alpha val="40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59040" tIns="5904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0691" name="Google Shape;3088;p30"/>
                <p:cNvSpPr/>
                <p:nvPr/>
              </p:nvSpPr>
              <p:spPr>
                <a:xfrm>
                  <a:off x="8758440" y="682920"/>
                  <a:ext cx="113040" cy="113040"/>
                </a:xfrm>
                <a:prstGeom prst="rect"/>
                <a:solidFill>
                  <a:srgbClr val="009F8C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56520" tIns="5652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0692" name="Google Shape;3089;p30"/>
                <p:cNvSpPr/>
                <p:nvPr/>
              </p:nvSpPr>
              <p:spPr>
                <a:xfrm>
                  <a:off x="8760600" y="472320"/>
                  <a:ext cx="108720" cy="108720"/>
                </a:xfrm>
                <a:prstGeom prst="rect"/>
                <a:solidFill>
                  <a:srgbClr val="009F8C">
                    <a:alpha val="55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54360" tIns="5436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0693" name="Google Shape;3090;p30"/>
                <p:cNvSpPr/>
                <p:nvPr/>
              </p:nvSpPr>
              <p:spPr>
                <a:xfrm>
                  <a:off x="8765640" y="266040"/>
                  <a:ext cx="98640" cy="98640"/>
                </a:xfrm>
                <a:prstGeom prst="rect"/>
                <a:solidFill>
                  <a:srgbClr val="009F8C">
                    <a:alpha val="60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49320" tIns="4932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0694" name="Google Shape;3091;p30"/>
                <p:cNvSpPr/>
                <p:nvPr/>
              </p:nvSpPr>
              <p:spPr>
                <a:xfrm>
                  <a:off x="8770320" y="59760"/>
                  <a:ext cx="88920" cy="88920"/>
                </a:xfrm>
                <a:prstGeom prst="rect"/>
                <a:solidFill>
                  <a:srgbClr val="009F8C">
                    <a:alpha val="65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44640" tIns="4464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0695" name="Google Shape;3092;p30"/>
                <p:cNvSpPr/>
                <p:nvPr/>
              </p:nvSpPr>
              <p:spPr>
                <a:xfrm>
                  <a:off x="8770320" y="-146520"/>
                  <a:ext cx="88920" cy="88920"/>
                </a:xfrm>
                <a:prstGeom prst="rect"/>
                <a:solidFill>
                  <a:srgbClr val="009F8C">
                    <a:alpha val="70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44640" tIns="4464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0696" name="Google Shape;3093;p30"/>
                <p:cNvSpPr/>
                <p:nvPr/>
              </p:nvSpPr>
              <p:spPr>
                <a:xfrm>
                  <a:off x="8775360" y="-363600"/>
                  <a:ext cx="79200" cy="79200"/>
                </a:xfrm>
                <a:prstGeom prst="rect"/>
                <a:solidFill>
                  <a:srgbClr val="009F8C">
                    <a:alpha val="80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39600" tIns="3960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</p:grpSp>
        </p:grpSp>
        <p:grpSp>
          <p:nvGrpSpPr>
            <p:cNvPr id="361" name="Google Shape;3094;p30"/>
            <p:cNvGrpSpPr/>
            <p:nvPr/>
          </p:nvGrpSpPr>
          <p:grpSpPr>
            <a:xfrm>
              <a:off x="177840" y="-345240"/>
              <a:ext cx="142920" cy="2454120"/>
              <a:chOff x="177840" y="-345240"/>
              <a:chExt cx="142920" cy="2454120"/>
            </a:xfrm>
          </p:grpSpPr>
          <p:grpSp>
            <p:nvGrpSpPr>
              <p:cNvPr id="362" name="Google Shape;3095;p30"/>
              <p:cNvGrpSpPr/>
              <p:nvPr/>
            </p:nvGrpSpPr>
            <p:grpSpPr>
              <a:xfrm>
                <a:off x="177840" y="-345240"/>
                <a:ext cx="142920" cy="2454120"/>
                <a:chOff x="177840" y="-345240"/>
                <a:chExt cx="142920" cy="2454120"/>
              </a:xfrm>
            </p:grpSpPr>
            <p:sp>
              <p:nvSpPr>
                <p:cNvPr id="1050697" name="Google Shape;3096;p30"/>
                <p:cNvSpPr/>
                <p:nvPr/>
              </p:nvSpPr>
              <p:spPr>
                <a:xfrm>
                  <a:off x="177840" y="1965960"/>
                  <a:ext cx="142920" cy="142920"/>
                </a:xfrm>
                <a:prstGeom prst="rect"/>
                <a:gradFill rotWithShape="0">
                  <a:gsLst>
                    <a:gs pos="0">
                      <a:srgbClr val="B6F8F0"/>
                    </a:gs>
                    <a:gs pos="100000">
                      <a:srgbClr val="7DF3E5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71640" tIns="7164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0698" name="Google Shape;3097;p30"/>
                <p:cNvSpPr/>
                <p:nvPr/>
              </p:nvSpPr>
              <p:spPr>
                <a:xfrm>
                  <a:off x="186120" y="1755000"/>
                  <a:ext cx="126000" cy="126360"/>
                </a:xfrm>
                <a:prstGeom prst="rect"/>
                <a:gradFill rotWithShape="0">
                  <a:gsLst>
                    <a:gs pos="0">
                      <a:srgbClr val="B6F8F0"/>
                    </a:gs>
                    <a:gs pos="100000">
                      <a:srgbClr val="7DF3E5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63360" tIns="6336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0699" name="Google Shape;3098;p30"/>
                <p:cNvSpPr/>
                <p:nvPr/>
              </p:nvSpPr>
              <p:spPr>
                <a:xfrm>
                  <a:off x="186120" y="1544400"/>
                  <a:ext cx="126000" cy="126360"/>
                </a:xfrm>
                <a:prstGeom prst="rect"/>
                <a:gradFill rotWithShape="0">
                  <a:gsLst>
                    <a:gs pos="0">
                      <a:srgbClr val="B6F8F0"/>
                    </a:gs>
                    <a:gs pos="100000">
                      <a:srgbClr val="7DF3E5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63360" tIns="6336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0700" name="Google Shape;3099;p30"/>
                <p:cNvSpPr/>
                <p:nvPr/>
              </p:nvSpPr>
              <p:spPr>
                <a:xfrm>
                  <a:off x="186120" y="1333800"/>
                  <a:ext cx="126000" cy="126360"/>
                </a:xfrm>
                <a:prstGeom prst="rect"/>
                <a:gradFill rotWithShape="0">
                  <a:gsLst>
                    <a:gs pos="0">
                      <a:srgbClr val="B6F8F0"/>
                    </a:gs>
                    <a:gs pos="100000">
                      <a:srgbClr val="7DF3E5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63360" tIns="6336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0701" name="Google Shape;3100;p30"/>
                <p:cNvSpPr/>
                <p:nvPr/>
              </p:nvSpPr>
              <p:spPr>
                <a:xfrm>
                  <a:off x="190800" y="1122840"/>
                  <a:ext cx="117360" cy="117720"/>
                </a:xfrm>
                <a:prstGeom prst="rect"/>
                <a:gradFill rotWithShape="0">
                  <a:gsLst>
                    <a:gs pos="0">
                      <a:srgbClr val="B6F8F0"/>
                    </a:gs>
                    <a:gs pos="100000">
                      <a:srgbClr val="7DF3E5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59040" tIns="5904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0702" name="Google Shape;3101;p30"/>
                <p:cNvSpPr/>
                <p:nvPr/>
              </p:nvSpPr>
              <p:spPr>
                <a:xfrm>
                  <a:off x="190800" y="912240"/>
                  <a:ext cx="117360" cy="117720"/>
                </a:xfrm>
                <a:prstGeom prst="rect"/>
                <a:gradFill rotWithShape="0">
                  <a:gsLst>
                    <a:gs pos="0">
                      <a:srgbClr val="B6F8F0"/>
                    </a:gs>
                    <a:gs pos="100000">
                      <a:srgbClr val="7DF3E5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59040" tIns="5904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0703" name="Google Shape;3102;p30"/>
                <p:cNvSpPr/>
                <p:nvPr/>
              </p:nvSpPr>
              <p:spPr>
                <a:xfrm>
                  <a:off x="192600" y="701280"/>
                  <a:ext cx="113040" cy="113040"/>
                </a:xfrm>
                <a:prstGeom prst="rect"/>
                <a:gradFill rotWithShape="0">
                  <a:gsLst>
                    <a:gs pos="0">
                      <a:srgbClr val="B6F8F0"/>
                    </a:gs>
                    <a:gs pos="100000">
                      <a:srgbClr val="7DF3E5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56520" tIns="5652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0704" name="Google Shape;3103;p30"/>
                <p:cNvSpPr/>
                <p:nvPr/>
              </p:nvSpPr>
              <p:spPr>
                <a:xfrm>
                  <a:off x="195120" y="490680"/>
                  <a:ext cx="108720" cy="108720"/>
                </a:xfrm>
                <a:prstGeom prst="rect"/>
                <a:gradFill rotWithShape="0">
                  <a:gsLst>
                    <a:gs pos="0">
                      <a:srgbClr val="B6F8F0"/>
                    </a:gs>
                    <a:gs pos="100000">
                      <a:srgbClr val="7DF3E5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54360" tIns="5436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0705" name="Google Shape;3104;p30"/>
                <p:cNvSpPr/>
                <p:nvPr/>
              </p:nvSpPr>
              <p:spPr>
                <a:xfrm>
                  <a:off x="199800" y="284400"/>
                  <a:ext cx="98640" cy="98640"/>
                </a:xfrm>
                <a:prstGeom prst="rect"/>
                <a:gradFill rotWithShape="0">
                  <a:gsLst>
                    <a:gs pos="0">
                      <a:srgbClr val="B6F8F0"/>
                    </a:gs>
                    <a:gs pos="100000">
                      <a:srgbClr val="7DF3E5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49320" tIns="4932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0706" name="Google Shape;3105;p30"/>
                <p:cNvSpPr/>
                <p:nvPr/>
              </p:nvSpPr>
              <p:spPr>
                <a:xfrm>
                  <a:off x="204840" y="78120"/>
                  <a:ext cx="88920" cy="88920"/>
                </a:xfrm>
                <a:prstGeom prst="rect"/>
                <a:gradFill rotWithShape="0">
                  <a:gsLst>
                    <a:gs pos="0">
                      <a:srgbClr val="B6F8F0"/>
                    </a:gs>
                    <a:gs pos="100000">
                      <a:srgbClr val="7DF3E5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44640" tIns="4464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0707" name="Google Shape;3106;p30"/>
                <p:cNvSpPr/>
                <p:nvPr/>
              </p:nvSpPr>
              <p:spPr>
                <a:xfrm>
                  <a:off x="204840" y="-127800"/>
                  <a:ext cx="88920" cy="88920"/>
                </a:xfrm>
                <a:prstGeom prst="rect"/>
                <a:gradFill rotWithShape="0">
                  <a:gsLst>
                    <a:gs pos="0">
                      <a:srgbClr val="B6F8F0"/>
                    </a:gs>
                    <a:gs pos="100000">
                      <a:srgbClr val="7DF3E5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44640" tIns="4464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0708" name="Google Shape;3107;p30"/>
                <p:cNvSpPr/>
                <p:nvPr/>
              </p:nvSpPr>
              <p:spPr>
                <a:xfrm>
                  <a:off x="209520" y="-345240"/>
                  <a:ext cx="79200" cy="79200"/>
                </a:xfrm>
                <a:prstGeom prst="rect"/>
                <a:gradFill rotWithShape="0">
                  <a:gsLst>
                    <a:gs pos="0">
                      <a:srgbClr val="B6F8F0"/>
                    </a:gs>
                    <a:gs pos="100000">
                      <a:srgbClr val="7DF3E5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39600" tIns="3960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</p:grpSp>
          <p:grpSp>
            <p:nvGrpSpPr>
              <p:cNvPr id="363" name="Google Shape;3108;p30"/>
              <p:cNvGrpSpPr/>
              <p:nvPr/>
            </p:nvGrpSpPr>
            <p:grpSpPr>
              <a:xfrm>
                <a:off x="177840" y="-345240"/>
                <a:ext cx="142920" cy="2454120"/>
                <a:chOff x="177840" y="-345240"/>
                <a:chExt cx="142920" cy="2454120"/>
              </a:xfrm>
            </p:grpSpPr>
            <p:sp>
              <p:nvSpPr>
                <p:cNvPr id="1050709" name="Google Shape;3109;p30"/>
                <p:cNvSpPr/>
                <p:nvPr/>
              </p:nvSpPr>
              <p:spPr>
                <a:xfrm>
                  <a:off x="177840" y="1965960"/>
                  <a:ext cx="142920" cy="142920"/>
                </a:xfrm>
                <a:prstGeom prst="rect"/>
                <a:noFill/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71640" tIns="7164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0710" name="Google Shape;3110;p30"/>
                <p:cNvSpPr/>
                <p:nvPr/>
              </p:nvSpPr>
              <p:spPr>
                <a:xfrm>
                  <a:off x="186120" y="1755000"/>
                  <a:ext cx="126000" cy="126360"/>
                </a:xfrm>
                <a:prstGeom prst="rect"/>
                <a:solidFill>
                  <a:srgbClr val="009F8C">
                    <a:alpha val="5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63360" tIns="6336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0711" name="Google Shape;3111;p30"/>
                <p:cNvSpPr/>
                <p:nvPr/>
              </p:nvSpPr>
              <p:spPr>
                <a:xfrm>
                  <a:off x="186120" y="1544400"/>
                  <a:ext cx="126000" cy="126360"/>
                </a:xfrm>
                <a:prstGeom prst="rect"/>
                <a:solidFill>
                  <a:srgbClr val="009F8C">
                    <a:alpha val="10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63360" tIns="6336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0712" name="Google Shape;3112;p30"/>
                <p:cNvSpPr/>
                <p:nvPr/>
              </p:nvSpPr>
              <p:spPr>
                <a:xfrm>
                  <a:off x="186120" y="1333800"/>
                  <a:ext cx="126000" cy="126360"/>
                </a:xfrm>
                <a:prstGeom prst="rect"/>
                <a:solidFill>
                  <a:srgbClr val="009F8C">
                    <a:alpha val="20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63360" tIns="6336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0713" name="Google Shape;3113;p30"/>
                <p:cNvSpPr/>
                <p:nvPr/>
              </p:nvSpPr>
              <p:spPr>
                <a:xfrm>
                  <a:off x="190800" y="1122840"/>
                  <a:ext cx="117360" cy="117720"/>
                </a:xfrm>
                <a:prstGeom prst="rect"/>
                <a:solidFill>
                  <a:srgbClr val="009F8C">
                    <a:alpha val="30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59040" tIns="5904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0714" name="Google Shape;3114;p30"/>
                <p:cNvSpPr/>
                <p:nvPr/>
              </p:nvSpPr>
              <p:spPr>
                <a:xfrm>
                  <a:off x="190800" y="912240"/>
                  <a:ext cx="117360" cy="117720"/>
                </a:xfrm>
                <a:prstGeom prst="rect"/>
                <a:solidFill>
                  <a:srgbClr val="009F8C">
                    <a:alpha val="40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59040" tIns="5904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0715" name="Google Shape;3115;p30"/>
                <p:cNvSpPr/>
                <p:nvPr/>
              </p:nvSpPr>
              <p:spPr>
                <a:xfrm>
                  <a:off x="192600" y="701280"/>
                  <a:ext cx="113040" cy="113040"/>
                </a:xfrm>
                <a:prstGeom prst="rect"/>
                <a:solidFill>
                  <a:srgbClr val="009F8C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56520" tIns="5652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0716" name="Google Shape;3116;p30"/>
                <p:cNvSpPr/>
                <p:nvPr/>
              </p:nvSpPr>
              <p:spPr>
                <a:xfrm>
                  <a:off x="195120" y="490680"/>
                  <a:ext cx="108720" cy="108720"/>
                </a:xfrm>
                <a:prstGeom prst="rect"/>
                <a:solidFill>
                  <a:srgbClr val="009F8C">
                    <a:alpha val="55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54360" tIns="5436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0717" name="Google Shape;3117;p30"/>
                <p:cNvSpPr/>
                <p:nvPr/>
              </p:nvSpPr>
              <p:spPr>
                <a:xfrm>
                  <a:off x="199800" y="284400"/>
                  <a:ext cx="98640" cy="98640"/>
                </a:xfrm>
                <a:prstGeom prst="rect"/>
                <a:solidFill>
                  <a:srgbClr val="009F8C">
                    <a:alpha val="60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49320" tIns="4932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0718" name="Google Shape;3118;p30"/>
                <p:cNvSpPr/>
                <p:nvPr/>
              </p:nvSpPr>
              <p:spPr>
                <a:xfrm>
                  <a:off x="204840" y="78120"/>
                  <a:ext cx="88920" cy="88920"/>
                </a:xfrm>
                <a:prstGeom prst="rect"/>
                <a:solidFill>
                  <a:srgbClr val="009F8C">
                    <a:alpha val="65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44640" tIns="4464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0719" name="Google Shape;3119;p30"/>
                <p:cNvSpPr/>
                <p:nvPr/>
              </p:nvSpPr>
              <p:spPr>
                <a:xfrm>
                  <a:off x="204840" y="-127800"/>
                  <a:ext cx="88920" cy="88920"/>
                </a:xfrm>
                <a:prstGeom prst="rect"/>
                <a:solidFill>
                  <a:srgbClr val="009F8C">
                    <a:alpha val="70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44640" tIns="4464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0720" name="Google Shape;3120;p30"/>
                <p:cNvSpPr/>
                <p:nvPr/>
              </p:nvSpPr>
              <p:spPr>
                <a:xfrm>
                  <a:off x="209520" y="-345240"/>
                  <a:ext cx="79200" cy="79200"/>
                </a:xfrm>
                <a:prstGeom prst="rect"/>
                <a:solidFill>
                  <a:srgbClr val="009F8C">
                    <a:alpha val="80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39600" tIns="3960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</p:grpSp>
        </p:grpSp>
        <p:grpSp>
          <p:nvGrpSpPr>
            <p:cNvPr id="364" name="Google Shape;3121;p30"/>
            <p:cNvGrpSpPr/>
            <p:nvPr/>
          </p:nvGrpSpPr>
          <p:grpSpPr>
            <a:xfrm>
              <a:off x="8430840" y="2149560"/>
              <a:ext cx="142920" cy="2454120"/>
              <a:chOff x="8430840" y="2149560"/>
              <a:chExt cx="142920" cy="2454120"/>
            </a:xfrm>
          </p:grpSpPr>
          <p:grpSp>
            <p:nvGrpSpPr>
              <p:cNvPr id="365" name="Google Shape;3122;p30"/>
              <p:cNvGrpSpPr/>
              <p:nvPr/>
            </p:nvGrpSpPr>
            <p:grpSpPr>
              <a:xfrm>
                <a:off x="8430840" y="2149560"/>
                <a:ext cx="142920" cy="2454120"/>
                <a:chOff x="8430840" y="2149560"/>
                <a:chExt cx="142920" cy="2454120"/>
              </a:xfrm>
            </p:grpSpPr>
            <p:sp>
              <p:nvSpPr>
                <p:cNvPr id="1050721" name="Google Shape;3123;p30"/>
                <p:cNvSpPr/>
                <p:nvPr/>
              </p:nvSpPr>
              <p:spPr>
                <a:xfrm>
                  <a:off x="8430840" y="4460760"/>
                  <a:ext cx="142920" cy="142920"/>
                </a:xfrm>
                <a:prstGeom prst="rect"/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71640" tIns="7164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0722" name="Google Shape;3124;p30"/>
                <p:cNvSpPr/>
                <p:nvPr/>
              </p:nvSpPr>
              <p:spPr>
                <a:xfrm>
                  <a:off x="8439480" y="4249800"/>
                  <a:ext cx="126000" cy="126360"/>
                </a:xfrm>
                <a:prstGeom prst="rect"/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63360" tIns="6336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0723" name="Google Shape;3125;p30"/>
                <p:cNvSpPr/>
                <p:nvPr/>
              </p:nvSpPr>
              <p:spPr>
                <a:xfrm>
                  <a:off x="8439480" y="4039200"/>
                  <a:ext cx="126000" cy="126360"/>
                </a:xfrm>
                <a:prstGeom prst="rect"/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63360" tIns="6336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0724" name="Google Shape;3126;p30"/>
                <p:cNvSpPr/>
                <p:nvPr/>
              </p:nvSpPr>
              <p:spPr>
                <a:xfrm>
                  <a:off x="8439480" y="3828600"/>
                  <a:ext cx="126000" cy="126360"/>
                </a:xfrm>
                <a:prstGeom prst="rect"/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63360" tIns="6336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0725" name="Google Shape;3127;p30"/>
                <p:cNvSpPr/>
                <p:nvPr/>
              </p:nvSpPr>
              <p:spPr>
                <a:xfrm>
                  <a:off x="8443800" y="3617640"/>
                  <a:ext cx="117360" cy="117720"/>
                </a:xfrm>
                <a:prstGeom prst="rect"/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59040" tIns="5904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0726" name="Google Shape;3128;p30"/>
                <p:cNvSpPr/>
                <p:nvPr/>
              </p:nvSpPr>
              <p:spPr>
                <a:xfrm>
                  <a:off x="8443800" y="3407040"/>
                  <a:ext cx="117360" cy="117720"/>
                </a:xfrm>
                <a:prstGeom prst="rect"/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59040" tIns="5904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0727" name="Google Shape;3129;p30"/>
                <p:cNvSpPr/>
                <p:nvPr/>
              </p:nvSpPr>
              <p:spPr>
                <a:xfrm>
                  <a:off x="8445960" y="3196080"/>
                  <a:ext cx="113040" cy="113040"/>
                </a:xfrm>
                <a:prstGeom prst="rect"/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56520" tIns="5652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0728" name="Google Shape;3130;p30"/>
                <p:cNvSpPr/>
                <p:nvPr/>
              </p:nvSpPr>
              <p:spPr>
                <a:xfrm>
                  <a:off x="8448120" y="2985480"/>
                  <a:ext cx="108720" cy="108720"/>
                </a:xfrm>
                <a:prstGeom prst="rect"/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54360" tIns="5436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0729" name="Google Shape;3131;p30"/>
                <p:cNvSpPr/>
                <p:nvPr/>
              </p:nvSpPr>
              <p:spPr>
                <a:xfrm>
                  <a:off x="8453160" y="2779200"/>
                  <a:ext cx="98640" cy="98640"/>
                </a:xfrm>
                <a:prstGeom prst="rect"/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49320" tIns="4932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0730" name="Google Shape;3132;p30"/>
                <p:cNvSpPr/>
                <p:nvPr/>
              </p:nvSpPr>
              <p:spPr>
                <a:xfrm>
                  <a:off x="8457840" y="2572920"/>
                  <a:ext cx="88920" cy="88920"/>
                </a:xfrm>
                <a:prstGeom prst="rect"/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44640" tIns="4464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0731" name="Google Shape;3133;p30"/>
                <p:cNvSpPr/>
                <p:nvPr/>
              </p:nvSpPr>
              <p:spPr>
                <a:xfrm>
                  <a:off x="8457840" y="2367000"/>
                  <a:ext cx="88920" cy="88920"/>
                </a:xfrm>
                <a:prstGeom prst="rect"/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44640" tIns="4464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0732" name="Google Shape;3134;p30"/>
                <p:cNvSpPr/>
                <p:nvPr/>
              </p:nvSpPr>
              <p:spPr>
                <a:xfrm>
                  <a:off x="8462880" y="2149560"/>
                  <a:ext cx="79200" cy="79200"/>
                </a:xfrm>
                <a:prstGeom prst="rect"/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39600" tIns="3960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</p:grpSp>
          <p:grpSp>
            <p:nvGrpSpPr>
              <p:cNvPr id="366" name="Google Shape;3135;p30"/>
              <p:cNvGrpSpPr/>
              <p:nvPr/>
            </p:nvGrpSpPr>
            <p:grpSpPr>
              <a:xfrm>
                <a:off x="8430840" y="2149560"/>
                <a:ext cx="142920" cy="2454120"/>
                <a:chOff x="8430840" y="2149560"/>
                <a:chExt cx="142920" cy="2454120"/>
              </a:xfrm>
            </p:grpSpPr>
            <p:sp>
              <p:nvSpPr>
                <p:cNvPr id="1050733" name="Google Shape;3136;p30"/>
                <p:cNvSpPr/>
                <p:nvPr/>
              </p:nvSpPr>
              <p:spPr>
                <a:xfrm>
                  <a:off x="8430840" y="4460760"/>
                  <a:ext cx="142920" cy="142920"/>
                </a:xfrm>
                <a:prstGeom prst="rect"/>
                <a:noFill/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71640" tIns="7164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0734" name="Google Shape;3137;p30"/>
                <p:cNvSpPr/>
                <p:nvPr/>
              </p:nvSpPr>
              <p:spPr>
                <a:xfrm>
                  <a:off x="8439480" y="4249800"/>
                  <a:ext cx="126000" cy="126360"/>
                </a:xfrm>
                <a:prstGeom prst="rect"/>
                <a:solidFill>
                  <a:srgbClr val="009F8C">
                    <a:alpha val="5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63360" tIns="6336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0735" name="Google Shape;3138;p30"/>
                <p:cNvSpPr/>
                <p:nvPr/>
              </p:nvSpPr>
              <p:spPr>
                <a:xfrm>
                  <a:off x="8439480" y="4039200"/>
                  <a:ext cx="126000" cy="126360"/>
                </a:xfrm>
                <a:prstGeom prst="rect"/>
                <a:solidFill>
                  <a:srgbClr val="009F8C">
                    <a:alpha val="10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63360" tIns="6336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0736" name="Google Shape;3139;p30"/>
                <p:cNvSpPr/>
                <p:nvPr/>
              </p:nvSpPr>
              <p:spPr>
                <a:xfrm>
                  <a:off x="8439480" y="3828600"/>
                  <a:ext cx="126000" cy="126360"/>
                </a:xfrm>
                <a:prstGeom prst="rect"/>
                <a:solidFill>
                  <a:srgbClr val="009F8C">
                    <a:alpha val="20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63360" tIns="6336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0737" name="Google Shape;3140;p30"/>
                <p:cNvSpPr/>
                <p:nvPr/>
              </p:nvSpPr>
              <p:spPr>
                <a:xfrm>
                  <a:off x="8443800" y="3617640"/>
                  <a:ext cx="117360" cy="117720"/>
                </a:xfrm>
                <a:prstGeom prst="rect"/>
                <a:solidFill>
                  <a:srgbClr val="009F8C">
                    <a:alpha val="30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59040" tIns="5904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0738" name="Google Shape;3141;p30"/>
                <p:cNvSpPr/>
                <p:nvPr/>
              </p:nvSpPr>
              <p:spPr>
                <a:xfrm>
                  <a:off x="8443800" y="3407040"/>
                  <a:ext cx="117360" cy="117720"/>
                </a:xfrm>
                <a:prstGeom prst="rect"/>
                <a:solidFill>
                  <a:srgbClr val="009F8C">
                    <a:alpha val="40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59040" tIns="5904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0739" name="Google Shape;3142;p30"/>
                <p:cNvSpPr/>
                <p:nvPr/>
              </p:nvSpPr>
              <p:spPr>
                <a:xfrm>
                  <a:off x="8445960" y="3196080"/>
                  <a:ext cx="113040" cy="113040"/>
                </a:xfrm>
                <a:prstGeom prst="rect"/>
                <a:solidFill>
                  <a:srgbClr val="009F8C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56520" tIns="5652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0740" name="Google Shape;3143;p30"/>
                <p:cNvSpPr/>
                <p:nvPr/>
              </p:nvSpPr>
              <p:spPr>
                <a:xfrm>
                  <a:off x="8448120" y="2985480"/>
                  <a:ext cx="108720" cy="108720"/>
                </a:xfrm>
                <a:prstGeom prst="rect"/>
                <a:solidFill>
                  <a:srgbClr val="009F8C">
                    <a:alpha val="55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54360" tIns="5436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0741" name="Google Shape;3144;p30"/>
                <p:cNvSpPr/>
                <p:nvPr/>
              </p:nvSpPr>
              <p:spPr>
                <a:xfrm>
                  <a:off x="8453160" y="2779200"/>
                  <a:ext cx="98640" cy="98640"/>
                </a:xfrm>
                <a:prstGeom prst="rect"/>
                <a:solidFill>
                  <a:srgbClr val="009F8C">
                    <a:alpha val="60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49320" tIns="4932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0742" name="Google Shape;3145;p30"/>
                <p:cNvSpPr/>
                <p:nvPr/>
              </p:nvSpPr>
              <p:spPr>
                <a:xfrm>
                  <a:off x="8457840" y="2572920"/>
                  <a:ext cx="88920" cy="88920"/>
                </a:xfrm>
                <a:prstGeom prst="rect"/>
                <a:solidFill>
                  <a:srgbClr val="009F8C">
                    <a:alpha val="65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44640" tIns="4464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0743" name="Google Shape;3146;p30"/>
                <p:cNvSpPr/>
                <p:nvPr/>
              </p:nvSpPr>
              <p:spPr>
                <a:xfrm>
                  <a:off x="8457840" y="2367000"/>
                  <a:ext cx="88920" cy="88920"/>
                </a:xfrm>
                <a:prstGeom prst="rect"/>
                <a:solidFill>
                  <a:srgbClr val="009F8C">
                    <a:alpha val="70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44640" tIns="4464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0744" name="Google Shape;3147;p30"/>
                <p:cNvSpPr/>
                <p:nvPr/>
              </p:nvSpPr>
              <p:spPr>
                <a:xfrm>
                  <a:off x="8462880" y="2149560"/>
                  <a:ext cx="79200" cy="79200"/>
                </a:xfrm>
                <a:prstGeom prst="rect"/>
                <a:solidFill>
                  <a:srgbClr val="009F8C">
                    <a:alpha val="80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39600" tIns="3960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</p:grpSp>
        </p:grpSp>
        <p:grpSp>
          <p:nvGrpSpPr>
            <p:cNvPr id="367" name="Google Shape;3148;p30"/>
            <p:cNvGrpSpPr/>
            <p:nvPr/>
          </p:nvGrpSpPr>
          <p:grpSpPr>
            <a:xfrm>
              <a:off x="569880" y="-1044720"/>
              <a:ext cx="142920" cy="2454120"/>
              <a:chOff x="569880" y="-1044720"/>
              <a:chExt cx="142920" cy="2454120"/>
            </a:xfrm>
          </p:grpSpPr>
          <p:grpSp>
            <p:nvGrpSpPr>
              <p:cNvPr id="368" name="Google Shape;3149;p30"/>
              <p:cNvGrpSpPr/>
              <p:nvPr/>
            </p:nvGrpSpPr>
            <p:grpSpPr>
              <a:xfrm>
                <a:off x="569880" y="-1044720"/>
                <a:ext cx="142920" cy="2454120"/>
                <a:chOff x="569880" y="-1044720"/>
                <a:chExt cx="142920" cy="2454120"/>
              </a:xfrm>
            </p:grpSpPr>
            <p:sp>
              <p:nvSpPr>
                <p:cNvPr id="1050745" name="Google Shape;3150;p30"/>
                <p:cNvSpPr/>
                <p:nvPr/>
              </p:nvSpPr>
              <p:spPr>
                <a:xfrm>
                  <a:off x="569880" y="1266480"/>
                  <a:ext cx="142920" cy="142920"/>
                </a:xfrm>
                <a:prstGeom prst="rect"/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71640" tIns="7164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0746" name="Google Shape;3151;p30"/>
                <p:cNvSpPr/>
                <p:nvPr/>
              </p:nvSpPr>
              <p:spPr>
                <a:xfrm>
                  <a:off x="578520" y="1055520"/>
                  <a:ext cx="126000" cy="126360"/>
                </a:xfrm>
                <a:prstGeom prst="rect"/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63360" tIns="6336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0747" name="Google Shape;3152;p30"/>
                <p:cNvSpPr/>
                <p:nvPr/>
              </p:nvSpPr>
              <p:spPr>
                <a:xfrm>
                  <a:off x="578520" y="844920"/>
                  <a:ext cx="126000" cy="126360"/>
                </a:xfrm>
                <a:prstGeom prst="rect"/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63360" tIns="6336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0748" name="Google Shape;3153;p30"/>
                <p:cNvSpPr/>
                <p:nvPr/>
              </p:nvSpPr>
              <p:spPr>
                <a:xfrm>
                  <a:off x="578520" y="634320"/>
                  <a:ext cx="126000" cy="126360"/>
                </a:xfrm>
                <a:prstGeom prst="rect"/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63360" tIns="6336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0749" name="Google Shape;3154;p30"/>
                <p:cNvSpPr/>
                <p:nvPr/>
              </p:nvSpPr>
              <p:spPr>
                <a:xfrm>
                  <a:off x="582840" y="423360"/>
                  <a:ext cx="117360" cy="117720"/>
                </a:xfrm>
                <a:prstGeom prst="rect"/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59040" tIns="5904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0750" name="Google Shape;3155;p30"/>
                <p:cNvSpPr/>
                <p:nvPr/>
              </p:nvSpPr>
              <p:spPr>
                <a:xfrm>
                  <a:off x="582840" y="212760"/>
                  <a:ext cx="117360" cy="117720"/>
                </a:xfrm>
                <a:prstGeom prst="rect"/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59040" tIns="5904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0751" name="Google Shape;3156;p30"/>
                <p:cNvSpPr/>
                <p:nvPr/>
              </p:nvSpPr>
              <p:spPr>
                <a:xfrm>
                  <a:off x="585000" y="2160"/>
                  <a:ext cx="113040" cy="113040"/>
                </a:xfrm>
                <a:prstGeom prst="rect"/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56520" tIns="5652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0752" name="Google Shape;3157;p30"/>
                <p:cNvSpPr/>
                <p:nvPr/>
              </p:nvSpPr>
              <p:spPr>
                <a:xfrm>
                  <a:off x="587160" y="-208800"/>
                  <a:ext cx="108720" cy="108720"/>
                </a:xfrm>
                <a:prstGeom prst="rect"/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54360" tIns="5436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0753" name="Google Shape;3158;p30"/>
                <p:cNvSpPr/>
                <p:nvPr/>
              </p:nvSpPr>
              <p:spPr>
                <a:xfrm>
                  <a:off x="592200" y="-415080"/>
                  <a:ext cx="98640" cy="98640"/>
                </a:xfrm>
                <a:prstGeom prst="rect"/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49320" tIns="4932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0754" name="Google Shape;3159;p30"/>
                <p:cNvSpPr/>
                <p:nvPr/>
              </p:nvSpPr>
              <p:spPr>
                <a:xfrm>
                  <a:off x="596880" y="-621000"/>
                  <a:ext cx="88920" cy="88920"/>
                </a:xfrm>
                <a:prstGeom prst="rect"/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44640" tIns="4464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0755" name="Google Shape;3160;p30"/>
                <p:cNvSpPr/>
                <p:nvPr/>
              </p:nvSpPr>
              <p:spPr>
                <a:xfrm>
                  <a:off x="596880" y="-827280"/>
                  <a:ext cx="88920" cy="88920"/>
                </a:xfrm>
                <a:prstGeom prst="rect"/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44640" tIns="4464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0756" name="Google Shape;3161;p30"/>
                <p:cNvSpPr/>
                <p:nvPr/>
              </p:nvSpPr>
              <p:spPr>
                <a:xfrm>
                  <a:off x="601920" y="-1044720"/>
                  <a:ext cx="79200" cy="79200"/>
                </a:xfrm>
                <a:prstGeom prst="rect"/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39600" tIns="3960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</p:grpSp>
          <p:grpSp>
            <p:nvGrpSpPr>
              <p:cNvPr id="369" name="Google Shape;3162;p30"/>
              <p:cNvGrpSpPr/>
              <p:nvPr/>
            </p:nvGrpSpPr>
            <p:grpSpPr>
              <a:xfrm>
                <a:off x="569880" y="-1044720"/>
                <a:ext cx="142920" cy="2454120"/>
                <a:chOff x="569880" y="-1044720"/>
                <a:chExt cx="142920" cy="2454120"/>
              </a:xfrm>
            </p:grpSpPr>
            <p:sp>
              <p:nvSpPr>
                <p:cNvPr id="1050757" name="Google Shape;3163;p30"/>
                <p:cNvSpPr/>
                <p:nvPr/>
              </p:nvSpPr>
              <p:spPr>
                <a:xfrm>
                  <a:off x="569880" y="1266480"/>
                  <a:ext cx="142920" cy="142920"/>
                </a:xfrm>
                <a:prstGeom prst="rect"/>
                <a:noFill/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71640" tIns="7164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0758" name="Google Shape;3164;p30"/>
                <p:cNvSpPr/>
                <p:nvPr/>
              </p:nvSpPr>
              <p:spPr>
                <a:xfrm>
                  <a:off x="578520" y="1055520"/>
                  <a:ext cx="126000" cy="126360"/>
                </a:xfrm>
                <a:prstGeom prst="rect"/>
                <a:solidFill>
                  <a:srgbClr val="009F8C">
                    <a:alpha val="5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63360" tIns="6336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0759" name="Google Shape;3165;p30"/>
                <p:cNvSpPr/>
                <p:nvPr/>
              </p:nvSpPr>
              <p:spPr>
                <a:xfrm>
                  <a:off x="578520" y="844920"/>
                  <a:ext cx="126000" cy="126360"/>
                </a:xfrm>
                <a:prstGeom prst="rect"/>
                <a:solidFill>
                  <a:srgbClr val="009F8C">
                    <a:alpha val="10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63360" tIns="6336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0760" name="Google Shape;3166;p30"/>
                <p:cNvSpPr/>
                <p:nvPr/>
              </p:nvSpPr>
              <p:spPr>
                <a:xfrm>
                  <a:off x="578520" y="634320"/>
                  <a:ext cx="126000" cy="126360"/>
                </a:xfrm>
                <a:prstGeom prst="rect"/>
                <a:solidFill>
                  <a:srgbClr val="009F8C">
                    <a:alpha val="20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63360" tIns="6336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0761" name="Google Shape;3167;p30"/>
                <p:cNvSpPr/>
                <p:nvPr/>
              </p:nvSpPr>
              <p:spPr>
                <a:xfrm>
                  <a:off x="582840" y="423360"/>
                  <a:ext cx="117360" cy="117720"/>
                </a:xfrm>
                <a:prstGeom prst="rect"/>
                <a:solidFill>
                  <a:srgbClr val="009F8C">
                    <a:alpha val="30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59040" tIns="5904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0762" name="Google Shape;3168;p30"/>
                <p:cNvSpPr/>
                <p:nvPr/>
              </p:nvSpPr>
              <p:spPr>
                <a:xfrm>
                  <a:off x="582840" y="212760"/>
                  <a:ext cx="117360" cy="117720"/>
                </a:xfrm>
                <a:prstGeom prst="rect"/>
                <a:solidFill>
                  <a:srgbClr val="009F8C">
                    <a:alpha val="40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59040" tIns="5904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0763" name="Google Shape;3169;p30"/>
                <p:cNvSpPr/>
                <p:nvPr/>
              </p:nvSpPr>
              <p:spPr>
                <a:xfrm>
                  <a:off x="585000" y="2160"/>
                  <a:ext cx="113040" cy="113040"/>
                </a:xfrm>
                <a:prstGeom prst="rect"/>
                <a:solidFill>
                  <a:srgbClr val="009F8C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56520" tIns="5652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0764" name="Google Shape;3170;p30"/>
                <p:cNvSpPr/>
                <p:nvPr/>
              </p:nvSpPr>
              <p:spPr>
                <a:xfrm>
                  <a:off x="587160" y="-208800"/>
                  <a:ext cx="108720" cy="108720"/>
                </a:xfrm>
                <a:prstGeom prst="rect"/>
                <a:solidFill>
                  <a:srgbClr val="009F8C">
                    <a:alpha val="55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54360" tIns="5436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0765" name="Google Shape;3171;p30"/>
                <p:cNvSpPr/>
                <p:nvPr/>
              </p:nvSpPr>
              <p:spPr>
                <a:xfrm>
                  <a:off x="592200" y="-415080"/>
                  <a:ext cx="98640" cy="98640"/>
                </a:xfrm>
                <a:prstGeom prst="rect"/>
                <a:solidFill>
                  <a:srgbClr val="009F8C">
                    <a:alpha val="60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49320" tIns="4932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0766" name="Google Shape;3172;p30"/>
                <p:cNvSpPr/>
                <p:nvPr/>
              </p:nvSpPr>
              <p:spPr>
                <a:xfrm>
                  <a:off x="596880" y="-621000"/>
                  <a:ext cx="88920" cy="88920"/>
                </a:xfrm>
                <a:prstGeom prst="rect"/>
                <a:solidFill>
                  <a:srgbClr val="009F8C">
                    <a:alpha val="65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44640" tIns="4464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0767" name="Google Shape;3173;p30"/>
                <p:cNvSpPr/>
                <p:nvPr/>
              </p:nvSpPr>
              <p:spPr>
                <a:xfrm>
                  <a:off x="596880" y="-827280"/>
                  <a:ext cx="88920" cy="88920"/>
                </a:xfrm>
                <a:prstGeom prst="rect"/>
                <a:solidFill>
                  <a:srgbClr val="009F8C">
                    <a:alpha val="70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44640" tIns="4464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0768" name="Google Shape;3174;p30"/>
                <p:cNvSpPr/>
                <p:nvPr/>
              </p:nvSpPr>
              <p:spPr>
                <a:xfrm>
                  <a:off x="601920" y="-1044720"/>
                  <a:ext cx="79200" cy="79200"/>
                </a:xfrm>
                <a:prstGeom prst="rect"/>
                <a:solidFill>
                  <a:srgbClr val="009F8C">
                    <a:alpha val="80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39600" tIns="3960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</p:grpSp>
        </p:grpSp>
        <p:grpSp>
          <p:nvGrpSpPr>
            <p:cNvPr id="370" name="Google Shape;3175;p30"/>
            <p:cNvGrpSpPr/>
            <p:nvPr/>
          </p:nvGrpSpPr>
          <p:grpSpPr>
            <a:xfrm>
              <a:off x="321120" y="2448360"/>
              <a:ext cx="142920" cy="2454120"/>
              <a:chOff x="321120" y="2448360"/>
              <a:chExt cx="142920" cy="2454120"/>
            </a:xfrm>
          </p:grpSpPr>
          <p:grpSp>
            <p:nvGrpSpPr>
              <p:cNvPr id="371" name="Google Shape;3176;p30"/>
              <p:cNvGrpSpPr/>
              <p:nvPr/>
            </p:nvGrpSpPr>
            <p:grpSpPr>
              <a:xfrm>
                <a:off x="321120" y="2448360"/>
                <a:ext cx="142920" cy="2454120"/>
                <a:chOff x="321120" y="2448360"/>
                <a:chExt cx="142920" cy="2454120"/>
              </a:xfrm>
            </p:grpSpPr>
            <p:sp>
              <p:nvSpPr>
                <p:cNvPr id="1050769" name="Google Shape;3177;p30"/>
                <p:cNvSpPr/>
                <p:nvPr/>
              </p:nvSpPr>
              <p:spPr>
                <a:xfrm>
                  <a:off x="321120" y="4759560"/>
                  <a:ext cx="142920" cy="142920"/>
                </a:xfrm>
                <a:prstGeom prst="rect"/>
                <a:gradFill rotWithShape="0">
                  <a:gsLst>
                    <a:gs pos="0">
                      <a:srgbClr val="B6F8F0"/>
                    </a:gs>
                    <a:gs pos="100000">
                      <a:srgbClr val="7DF3E5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71640" tIns="7164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0770" name="Google Shape;3178;p30"/>
                <p:cNvSpPr/>
                <p:nvPr/>
              </p:nvSpPr>
              <p:spPr>
                <a:xfrm>
                  <a:off x="329760" y="4548600"/>
                  <a:ext cx="126000" cy="126360"/>
                </a:xfrm>
                <a:prstGeom prst="rect"/>
                <a:gradFill rotWithShape="0">
                  <a:gsLst>
                    <a:gs pos="0">
                      <a:srgbClr val="B6F8F0"/>
                    </a:gs>
                    <a:gs pos="100000">
                      <a:srgbClr val="7DF3E5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63360" tIns="6336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0771" name="Google Shape;3179;p30"/>
                <p:cNvSpPr/>
                <p:nvPr/>
              </p:nvSpPr>
              <p:spPr>
                <a:xfrm>
                  <a:off x="329760" y="4338000"/>
                  <a:ext cx="126000" cy="126360"/>
                </a:xfrm>
                <a:prstGeom prst="rect"/>
                <a:gradFill rotWithShape="0">
                  <a:gsLst>
                    <a:gs pos="0">
                      <a:srgbClr val="B6F8F0"/>
                    </a:gs>
                    <a:gs pos="100000">
                      <a:srgbClr val="7DF3E5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63360" tIns="6336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0772" name="Google Shape;3180;p30"/>
                <p:cNvSpPr/>
                <p:nvPr/>
              </p:nvSpPr>
              <p:spPr>
                <a:xfrm>
                  <a:off x="329760" y="4127400"/>
                  <a:ext cx="126000" cy="126360"/>
                </a:xfrm>
                <a:prstGeom prst="rect"/>
                <a:gradFill rotWithShape="0">
                  <a:gsLst>
                    <a:gs pos="0">
                      <a:srgbClr val="B6F8F0"/>
                    </a:gs>
                    <a:gs pos="100000">
                      <a:srgbClr val="7DF3E5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63360" tIns="6336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0773" name="Google Shape;3181;p30"/>
                <p:cNvSpPr/>
                <p:nvPr/>
              </p:nvSpPr>
              <p:spPr>
                <a:xfrm>
                  <a:off x="334080" y="3916440"/>
                  <a:ext cx="117360" cy="117720"/>
                </a:xfrm>
                <a:prstGeom prst="rect"/>
                <a:gradFill rotWithShape="0">
                  <a:gsLst>
                    <a:gs pos="0">
                      <a:srgbClr val="B6F8F0"/>
                    </a:gs>
                    <a:gs pos="100000">
                      <a:srgbClr val="7DF3E5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59040" tIns="5904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0774" name="Google Shape;3182;p30"/>
                <p:cNvSpPr/>
                <p:nvPr/>
              </p:nvSpPr>
              <p:spPr>
                <a:xfrm>
                  <a:off x="334080" y="3705840"/>
                  <a:ext cx="117360" cy="117720"/>
                </a:xfrm>
                <a:prstGeom prst="rect"/>
                <a:gradFill rotWithShape="0">
                  <a:gsLst>
                    <a:gs pos="0">
                      <a:srgbClr val="B6F8F0"/>
                    </a:gs>
                    <a:gs pos="100000">
                      <a:srgbClr val="7DF3E5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59040" tIns="5904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0775" name="Google Shape;3183;p30"/>
                <p:cNvSpPr/>
                <p:nvPr/>
              </p:nvSpPr>
              <p:spPr>
                <a:xfrm>
                  <a:off x="336240" y="3494880"/>
                  <a:ext cx="113040" cy="113040"/>
                </a:xfrm>
                <a:prstGeom prst="rect"/>
                <a:gradFill rotWithShape="0">
                  <a:gsLst>
                    <a:gs pos="0">
                      <a:srgbClr val="B6F8F0"/>
                    </a:gs>
                    <a:gs pos="100000">
                      <a:srgbClr val="7DF3E5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56520" tIns="5652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0776" name="Google Shape;3184;p30"/>
                <p:cNvSpPr/>
                <p:nvPr/>
              </p:nvSpPr>
              <p:spPr>
                <a:xfrm>
                  <a:off x="338400" y="3284280"/>
                  <a:ext cx="108720" cy="108720"/>
                </a:xfrm>
                <a:prstGeom prst="rect"/>
                <a:gradFill rotWithShape="0">
                  <a:gsLst>
                    <a:gs pos="0">
                      <a:srgbClr val="B6F8F0"/>
                    </a:gs>
                    <a:gs pos="100000">
                      <a:srgbClr val="7DF3E5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54360" tIns="5436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0777" name="Google Shape;3185;p30"/>
                <p:cNvSpPr/>
                <p:nvPr/>
              </p:nvSpPr>
              <p:spPr>
                <a:xfrm>
                  <a:off x="343440" y="3078000"/>
                  <a:ext cx="98640" cy="98640"/>
                </a:xfrm>
                <a:prstGeom prst="rect"/>
                <a:gradFill rotWithShape="0">
                  <a:gsLst>
                    <a:gs pos="0">
                      <a:srgbClr val="B6F8F0"/>
                    </a:gs>
                    <a:gs pos="100000">
                      <a:srgbClr val="7DF3E5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49320" tIns="4932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0778" name="Google Shape;3186;p30"/>
                <p:cNvSpPr/>
                <p:nvPr/>
              </p:nvSpPr>
              <p:spPr>
                <a:xfrm>
                  <a:off x="348120" y="2871720"/>
                  <a:ext cx="88920" cy="88920"/>
                </a:xfrm>
                <a:prstGeom prst="rect"/>
                <a:gradFill rotWithShape="0">
                  <a:gsLst>
                    <a:gs pos="0">
                      <a:srgbClr val="B6F8F0"/>
                    </a:gs>
                    <a:gs pos="100000">
                      <a:srgbClr val="7DF3E5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44640" tIns="4464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0779" name="Google Shape;3187;p30"/>
                <p:cNvSpPr/>
                <p:nvPr/>
              </p:nvSpPr>
              <p:spPr>
                <a:xfrm>
                  <a:off x="348120" y="2665800"/>
                  <a:ext cx="88920" cy="88920"/>
                </a:xfrm>
                <a:prstGeom prst="rect"/>
                <a:gradFill rotWithShape="0">
                  <a:gsLst>
                    <a:gs pos="0">
                      <a:srgbClr val="B6F8F0"/>
                    </a:gs>
                    <a:gs pos="100000">
                      <a:srgbClr val="7DF3E5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44640" tIns="4464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0780" name="Google Shape;3188;p30"/>
                <p:cNvSpPr/>
                <p:nvPr/>
              </p:nvSpPr>
              <p:spPr>
                <a:xfrm>
                  <a:off x="353160" y="2448360"/>
                  <a:ext cx="79200" cy="79200"/>
                </a:xfrm>
                <a:prstGeom prst="rect"/>
                <a:gradFill rotWithShape="0">
                  <a:gsLst>
                    <a:gs pos="0">
                      <a:srgbClr val="B6F8F0"/>
                    </a:gs>
                    <a:gs pos="100000">
                      <a:srgbClr val="7DF3E5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39600" tIns="3960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</p:grpSp>
          <p:grpSp>
            <p:nvGrpSpPr>
              <p:cNvPr id="372" name="Google Shape;3189;p30"/>
              <p:cNvGrpSpPr/>
              <p:nvPr/>
            </p:nvGrpSpPr>
            <p:grpSpPr>
              <a:xfrm>
                <a:off x="321120" y="2448360"/>
                <a:ext cx="142920" cy="2454120"/>
                <a:chOff x="321120" y="2448360"/>
                <a:chExt cx="142920" cy="2454120"/>
              </a:xfrm>
            </p:grpSpPr>
            <p:sp>
              <p:nvSpPr>
                <p:cNvPr id="1050781" name="Google Shape;3190;p30"/>
                <p:cNvSpPr/>
                <p:nvPr/>
              </p:nvSpPr>
              <p:spPr>
                <a:xfrm>
                  <a:off x="321120" y="4759560"/>
                  <a:ext cx="142920" cy="142920"/>
                </a:xfrm>
                <a:prstGeom prst="rect"/>
                <a:noFill/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71640" tIns="7164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0782" name="Google Shape;3191;p30"/>
                <p:cNvSpPr/>
                <p:nvPr/>
              </p:nvSpPr>
              <p:spPr>
                <a:xfrm>
                  <a:off x="329760" y="4548600"/>
                  <a:ext cx="126000" cy="126360"/>
                </a:xfrm>
                <a:prstGeom prst="rect"/>
                <a:solidFill>
                  <a:srgbClr val="009F8C">
                    <a:alpha val="5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63360" tIns="6336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0783" name="Google Shape;3192;p30"/>
                <p:cNvSpPr/>
                <p:nvPr/>
              </p:nvSpPr>
              <p:spPr>
                <a:xfrm>
                  <a:off x="329760" y="4338000"/>
                  <a:ext cx="126000" cy="126360"/>
                </a:xfrm>
                <a:prstGeom prst="rect"/>
                <a:solidFill>
                  <a:srgbClr val="009F8C">
                    <a:alpha val="10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63360" tIns="6336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0784" name="Google Shape;3193;p30"/>
                <p:cNvSpPr/>
                <p:nvPr/>
              </p:nvSpPr>
              <p:spPr>
                <a:xfrm>
                  <a:off x="329760" y="4127400"/>
                  <a:ext cx="126000" cy="126360"/>
                </a:xfrm>
                <a:prstGeom prst="rect"/>
                <a:solidFill>
                  <a:srgbClr val="009F8C">
                    <a:alpha val="20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63360" tIns="6336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0785" name="Google Shape;3194;p30"/>
                <p:cNvSpPr/>
                <p:nvPr/>
              </p:nvSpPr>
              <p:spPr>
                <a:xfrm>
                  <a:off x="334080" y="3916440"/>
                  <a:ext cx="117360" cy="117720"/>
                </a:xfrm>
                <a:prstGeom prst="rect"/>
                <a:solidFill>
                  <a:srgbClr val="009F8C">
                    <a:alpha val="30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59040" tIns="5904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0786" name="Google Shape;3195;p30"/>
                <p:cNvSpPr/>
                <p:nvPr/>
              </p:nvSpPr>
              <p:spPr>
                <a:xfrm>
                  <a:off x="334080" y="3705840"/>
                  <a:ext cx="117360" cy="117720"/>
                </a:xfrm>
                <a:prstGeom prst="rect"/>
                <a:solidFill>
                  <a:srgbClr val="009F8C">
                    <a:alpha val="40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59040" tIns="5904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0787" name="Google Shape;3196;p30"/>
                <p:cNvSpPr/>
                <p:nvPr/>
              </p:nvSpPr>
              <p:spPr>
                <a:xfrm>
                  <a:off x="336240" y="3494880"/>
                  <a:ext cx="113040" cy="113040"/>
                </a:xfrm>
                <a:prstGeom prst="rect"/>
                <a:solidFill>
                  <a:srgbClr val="009F8C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56520" tIns="5652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0788" name="Google Shape;3197;p30"/>
                <p:cNvSpPr/>
                <p:nvPr/>
              </p:nvSpPr>
              <p:spPr>
                <a:xfrm>
                  <a:off x="338400" y="3284280"/>
                  <a:ext cx="108720" cy="108720"/>
                </a:xfrm>
                <a:prstGeom prst="rect"/>
                <a:solidFill>
                  <a:srgbClr val="009F8C">
                    <a:alpha val="55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54360" tIns="5436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0789" name="Google Shape;3198;p30"/>
                <p:cNvSpPr/>
                <p:nvPr/>
              </p:nvSpPr>
              <p:spPr>
                <a:xfrm>
                  <a:off x="343440" y="3078000"/>
                  <a:ext cx="98640" cy="98640"/>
                </a:xfrm>
                <a:prstGeom prst="rect"/>
                <a:solidFill>
                  <a:srgbClr val="009F8C">
                    <a:alpha val="60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49320" tIns="4932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0790" name="Google Shape;3199;p30"/>
                <p:cNvSpPr/>
                <p:nvPr/>
              </p:nvSpPr>
              <p:spPr>
                <a:xfrm>
                  <a:off x="348120" y="2871720"/>
                  <a:ext cx="88920" cy="88920"/>
                </a:xfrm>
                <a:prstGeom prst="rect"/>
                <a:solidFill>
                  <a:srgbClr val="009F8C">
                    <a:alpha val="65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44640" tIns="4464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0791" name="Google Shape;3200;p30"/>
                <p:cNvSpPr/>
                <p:nvPr/>
              </p:nvSpPr>
              <p:spPr>
                <a:xfrm>
                  <a:off x="348120" y="2665800"/>
                  <a:ext cx="88920" cy="88920"/>
                </a:xfrm>
                <a:prstGeom prst="rect"/>
                <a:solidFill>
                  <a:srgbClr val="009F8C">
                    <a:alpha val="70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44640" tIns="4464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0792" name="Google Shape;3201;p30"/>
                <p:cNvSpPr/>
                <p:nvPr/>
              </p:nvSpPr>
              <p:spPr>
                <a:xfrm>
                  <a:off x="353160" y="2448360"/>
                  <a:ext cx="79200" cy="79200"/>
                </a:xfrm>
                <a:prstGeom prst="rect"/>
                <a:solidFill>
                  <a:srgbClr val="009F8C">
                    <a:alpha val="80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39600" tIns="3960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</p:grpSp>
        </p:grpSp>
      </p:grp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x">
  <p:cSld name="TITLE_AND_BODY">
    <p:bg>
      <p:bgPr>
        <a:solidFill>
          <a:schemeClr val="lt1"/>
        </a:solidFill>
      </p:bgPr>
    </p:bg>
    <p:spTree>
      <p:nvGrpSpPr>
        <p:cNvPr id="37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0793" name="PlaceHolder 1"/>
          <p:cNvSpPr>
            <a:spLocks noGrp="1"/>
          </p:cNvSpPr>
          <p:nvPr>
            <p:ph type="title"/>
          </p:nvPr>
        </p:nvSpPr>
        <p:spPr>
          <a:xfrm>
            <a:off x="720000" y="444960"/>
            <a:ext cx="7703640" cy="572400"/>
          </a:xfrm>
          <a:prstGeom prst="rect"/>
          <a:noFill/>
          <a:ln w="0">
            <a:noFill/>
          </a:ln>
        </p:spPr>
        <p:txBody>
          <a:bodyPr anchor="t" bIns="91440" lIns="91440" rIns="91440" tIns="91440">
            <a:noAutofit/>
          </a:bodyPr>
          <a:p>
            <a:pPr indent="0">
              <a:buNone/>
            </a:pPr>
            <a:r>
              <a:rPr b="0" sz="3500" lang="fr-FR" strike="noStrike" u="none">
                <a:solidFill>
                  <a:schemeClr val="dk1"/>
                </a:solidFill>
                <a:effectLst/>
                <a:latin typeface="Arial"/>
              </a:rPr>
              <a:t>Click to edit the title text format</a:t>
            </a:r>
            <a:endParaRPr b="0" sz="3500" lang="fr-FR" strike="noStrike" u="none">
              <a:solidFill>
                <a:schemeClr val="dk1"/>
              </a:solidFill>
              <a:effectLst/>
              <a:latin typeface="Arial"/>
            </a:endParaRPr>
          </a:p>
        </p:txBody>
      </p:sp>
      <p:sp>
        <p:nvSpPr>
          <p:cNvPr id="1050794" name="PlaceHolder 2"/>
          <p:cNvSpPr>
            <a:spLocks noGrp="1"/>
          </p:cNvSpPr>
          <p:nvPr>
            <p:ph type="body"/>
          </p:nvPr>
        </p:nvSpPr>
        <p:spPr>
          <a:xfrm>
            <a:off x="720000" y="1215720"/>
            <a:ext cx="7703640" cy="398520"/>
          </a:xfrm>
          <a:prstGeom prst="rect"/>
          <a:noFill/>
          <a:ln w="0">
            <a:noFill/>
          </a:ln>
        </p:spPr>
        <p:txBody>
          <a:bodyPr anchor="t" bIns="91440" lIns="91440" rIns="91440" tIns="91440">
            <a:noAutofit/>
          </a:bodyPr>
          <a:p>
            <a:pPr indent="-324000" marL="432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sz="1400" lang="fr-FR" strike="noStrike" u="none">
                <a:solidFill>
                  <a:srgbClr val="000000"/>
                </a:solidFill>
                <a:effectLst/>
                <a:latin typeface="Arial"/>
              </a:rPr>
              <a:t>Click to edit the outline text format</a:t>
            </a:r>
            <a:endParaRPr b="0" sz="1400" lang="fr-FR" strike="noStrike" u="none">
              <a:solidFill>
                <a:srgbClr val="000000"/>
              </a:solidFill>
              <a:effectLst/>
              <a:latin typeface="Arial"/>
            </a:endParaRPr>
          </a:p>
          <a:p>
            <a:pPr indent="-324000" lvl="1" marL="86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sz="1400" lang="fr-FR" strike="noStrike" u="none">
                <a:solidFill>
                  <a:srgbClr val="000000"/>
                </a:solidFill>
                <a:effectLst/>
                <a:latin typeface="Arial"/>
              </a:rPr>
              <a:t>Second Outline Level</a:t>
            </a:r>
            <a:endParaRPr b="0" sz="1400" lang="fr-FR" strike="noStrike" u="none">
              <a:solidFill>
                <a:srgbClr val="000000"/>
              </a:solidFill>
              <a:effectLst/>
              <a:latin typeface="Arial"/>
            </a:endParaRPr>
          </a:p>
          <a:p>
            <a:pPr indent="-288000" lvl="2" marL="1296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sz="1400" lang="fr-FR" strike="noStrike" u="none">
                <a:solidFill>
                  <a:srgbClr val="000000"/>
                </a:solidFill>
                <a:effectLst/>
                <a:latin typeface="Arial"/>
              </a:rPr>
              <a:t>Third Outline Level</a:t>
            </a:r>
            <a:endParaRPr b="0" sz="1400" lang="fr-FR" strike="noStrike" u="none">
              <a:solidFill>
                <a:srgbClr val="000000"/>
              </a:solidFill>
              <a:effectLst/>
              <a:latin typeface="Arial"/>
            </a:endParaRPr>
          </a:p>
          <a:p>
            <a:pPr indent="-216000" lvl="3" marL="1728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sz="1400" lang="fr-FR" strike="noStrike" u="none">
                <a:solidFill>
                  <a:srgbClr val="000000"/>
                </a:solidFill>
                <a:effectLst/>
                <a:latin typeface="Arial"/>
              </a:rPr>
              <a:t>Fourth Outline Level</a:t>
            </a:r>
            <a:endParaRPr b="0" sz="1400" lang="fr-FR" strike="noStrike" u="none">
              <a:solidFill>
                <a:srgbClr val="000000"/>
              </a:solidFill>
              <a:effectLst/>
              <a:latin typeface="Arial"/>
            </a:endParaRPr>
          </a:p>
          <a:p>
            <a:pPr indent="-216000" lvl="4" marL="2160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sz="1400" lang="fr-FR" strike="noStrike" u="none">
                <a:solidFill>
                  <a:srgbClr val="000000"/>
                </a:solidFill>
                <a:effectLst/>
                <a:latin typeface="Arial"/>
              </a:rPr>
              <a:t>Fifth Outline Level</a:t>
            </a:r>
            <a:endParaRPr b="0" sz="1400" lang="fr-FR" strike="noStrike" u="none">
              <a:solidFill>
                <a:srgbClr val="000000"/>
              </a:solidFill>
              <a:effectLst/>
              <a:latin typeface="Arial"/>
            </a:endParaRPr>
          </a:p>
          <a:p>
            <a:pPr indent="-216000" lvl="5" marL="2592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sz="1400" lang="fr-FR" strike="noStrike" u="none">
                <a:solidFill>
                  <a:srgbClr val="000000"/>
                </a:solidFill>
                <a:effectLst/>
                <a:latin typeface="Arial"/>
              </a:rPr>
              <a:t>Sixth Outline Level</a:t>
            </a:r>
            <a:endParaRPr b="0" sz="1400" lang="fr-FR" strike="noStrike" u="none">
              <a:solidFill>
                <a:srgbClr val="000000"/>
              </a:solidFill>
              <a:effectLst/>
              <a:latin typeface="Arial"/>
            </a:endParaRPr>
          </a:p>
          <a:p>
            <a:pPr indent="-216000" lvl="6" marL="3024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sz="1400" lang="fr-FR" strike="noStrike" u="none">
                <a:solidFill>
                  <a:srgbClr val="000000"/>
                </a:solidFill>
                <a:effectLst/>
                <a:latin typeface="Arial"/>
              </a:rPr>
              <a:t>Seventh Outline Level</a:t>
            </a:r>
            <a:endParaRPr b="0" sz="1400" lang="fr-FR" strike="noStrike" u="none">
              <a:solidFill>
                <a:srgbClr val="000000"/>
              </a:solidFill>
              <a:effectLst/>
              <a:latin typeface="Arial"/>
            </a:endParaRPr>
          </a:p>
        </p:txBody>
      </p:sp>
      <p:grpSp>
        <p:nvGrpSpPr>
          <p:cNvPr id="374" name="Google Shape;208;p4"/>
          <p:cNvGrpSpPr/>
          <p:nvPr/>
        </p:nvGrpSpPr>
        <p:grpSpPr>
          <a:xfrm>
            <a:off x="192960" y="-1616040"/>
            <a:ext cx="8693280" cy="6198840"/>
            <a:chOff x="192960" y="-1616040"/>
            <a:chExt cx="8693280" cy="6198840"/>
          </a:xfrm>
        </p:grpSpPr>
        <p:grpSp>
          <p:nvGrpSpPr>
            <p:cNvPr id="375" name="Google Shape;209;p4"/>
            <p:cNvGrpSpPr/>
            <p:nvPr/>
          </p:nvGrpSpPr>
          <p:grpSpPr>
            <a:xfrm>
              <a:off x="8743320" y="-363600"/>
              <a:ext cx="142920" cy="2453760"/>
              <a:chOff x="8743320" y="-363600"/>
              <a:chExt cx="142920" cy="2453760"/>
            </a:xfrm>
          </p:grpSpPr>
          <p:grpSp>
            <p:nvGrpSpPr>
              <p:cNvPr id="376" name="Google Shape;210;p4"/>
              <p:cNvGrpSpPr/>
              <p:nvPr/>
            </p:nvGrpSpPr>
            <p:grpSpPr>
              <a:xfrm>
                <a:off x="8743320" y="-363600"/>
                <a:ext cx="142920" cy="2453760"/>
                <a:chOff x="8743320" y="-363600"/>
                <a:chExt cx="142920" cy="2453760"/>
              </a:xfrm>
            </p:grpSpPr>
            <p:sp>
              <p:nvSpPr>
                <p:cNvPr id="1050795" name="Google Shape;211;p4"/>
                <p:cNvSpPr/>
                <p:nvPr/>
              </p:nvSpPr>
              <p:spPr>
                <a:xfrm>
                  <a:off x="8743320" y="1947240"/>
                  <a:ext cx="142920" cy="142920"/>
                </a:xfrm>
                <a:prstGeom prst="rect"/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71640" tIns="7164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0796" name="Google Shape;212;p4"/>
                <p:cNvSpPr/>
                <p:nvPr/>
              </p:nvSpPr>
              <p:spPr>
                <a:xfrm>
                  <a:off x="8751960" y="1736640"/>
                  <a:ext cx="126000" cy="126360"/>
                </a:xfrm>
                <a:prstGeom prst="rect"/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63360" tIns="6336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0797" name="Google Shape;213;p4"/>
                <p:cNvSpPr/>
                <p:nvPr/>
              </p:nvSpPr>
              <p:spPr>
                <a:xfrm>
                  <a:off x="8751960" y="1525680"/>
                  <a:ext cx="126000" cy="126360"/>
                </a:xfrm>
                <a:prstGeom prst="rect"/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63360" tIns="6336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0798" name="Google Shape;214;p4"/>
                <p:cNvSpPr/>
                <p:nvPr/>
              </p:nvSpPr>
              <p:spPr>
                <a:xfrm>
                  <a:off x="8751960" y="1315080"/>
                  <a:ext cx="126000" cy="126360"/>
                </a:xfrm>
                <a:prstGeom prst="rect"/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63360" tIns="6336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0799" name="Google Shape;215;p4"/>
                <p:cNvSpPr/>
                <p:nvPr/>
              </p:nvSpPr>
              <p:spPr>
                <a:xfrm>
                  <a:off x="8756280" y="1104480"/>
                  <a:ext cx="117360" cy="117720"/>
                </a:xfrm>
                <a:prstGeom prst="rect"/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59040" tIns="5904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0800" name="Google Shape;216;p4"/>
                <p:cNvSpPr/>
                <p:nvPr/>
              </p:nvSpPr>
              <p:spPr>
                <a:xfrm>
                  <a:off x="8756280" y="893520"/>
                  <a:ext cx="117360" cy="117720"/>
                </a:xfrm>
                <a:prstGeom prst="rect"/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59040" tIns="5904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0801" name="Google Shape;217;p4"/>
                <p:cNvSpPr/>
                <p:nvPr/>
              </p:nvSpPr>
              <p:spPr>
                <a:xfrm>
                  <a:off x="8758440" y="682920"/>
                  <a:ext cx="113040" cy="113040"/>
                </a:xfrm>
                <a:prstGeom prst="rect"/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56520" tIns="5652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0802" name="Google Shape;218;p4"/>
                <p:cNvSpPr/>
                <p:nvPr/>
              </p:nvSpPr>
              <p:spPr>
                <a:xfrm>
                  <a:off x="8760600" y="472320"/>
                  <a:ext cx="108720" cy="108720"/>
                </a:xfrm>
                <a:prstGeom prst="rect"/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54360" tIns="5436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0803" name="Google Shape;219;p4"/>
                <p:cNvSpPr/>
                <p:nvPr/>
              </p:nvSpPr>
              <p:spPr>
                <a:xfrm>
                  <a:off x="8765640" y="266040"/>
                  <a:ext cx="98640" cy="98640"/>
                </a:xfrm>
                <a:prstGeom prst="rect"/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49320" tIns="4932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0804" name="Google Shape;220;p4"/>
                <p:cNvSpPr/>
                <p:nvPr/>
              </p:nvSpPr>
              <p:spPr>
                <a:xfrm>
                  <a:off x="8770320" y="59760"/>
                  <a:ext cx="88920" cy="88920"/>
                </a:xfrm>
                <a:prstGeom prst="rect"/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44640" tIns="4464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0805" name="Google Shape;221;p4"/>
                <p:cNvSpPr/>
                <p:nvPr/>
              </p:nvSpPr>
              <p:spPr>
                <a:xfrm>
                  <a:off x="8770320" y="-146520"/>
                  <a:ext cx="88920" cy="88920"/>
                </a:xfrm>
                <a:prstGeom prst="rect"/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44640" tIns="4464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0806" name="Google Shape;222;p4"/>
                <p:cNvSpPr/>
                <p:nvPr/>
              </p:nvSpPr>
              <p:spPr>
                <a:xfrm>
                  <a:off x="8775360" y="-363600"/>
                  <a:ext cx="79200" cy="79200"/>
                </a:xfrm>
                <a:prstGeom prst="rect"/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39600" tIns="3960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</p:grpSp>
          <p:grpSp>
            <p:nvGrpSpPr>
              <p:cNvPr id="377" name="Google Shape;223;p4"/>
              <p:cNvGrpSpPr/>
              <p:nvPr/>
            </p:nvGrpSpPr>
            <p:grpSpPr>
              <a:xfrm>
                <a:off x="8743320" y="-363600"/>
                <a:ext cx="142920" cy="2453760"/>
                <a:chOff x="8743320" y="-363600"/>
                <a:chExt cx="142920" cy="2453760"/>
              </a:xfrm>
            </p:grpSpPr>
            <p:sp>
              <p:nvSpPr>
                <p:cNvPr id="1050807" name="Google Shape;224;p4"/>
                <p:cNvSpPr/>
                <p:nvPr/>
              </p:nvSpPr>
              <p:spPr>
                <a:xfrm>
                  <a:off x="8743320" y="1947240"/>
                  <a:ext cx="142920" cy="142920"/>
                </a:xfrm>
                <a:prstGeom prst="rect"/>
                <a:noFill/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71640" tIns="7164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0808" name="Google Shape;225;p4"/>
                <p:cNvSpPr/>
                <p:nvPr/>
              </p:nvSpPr>
              <p:spPr>
                <a:xfrm>
                  <a:off x="8751960" y="1736640"/>
                  <a:ext cx="126000" cy="126360"/>
                </a:xfrm>
                <a:prstGeom prst="rect"/>
                <a:solidFill>
                  <a:srgbClr val="009F8C">
                    <a:alpha val="5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63360" tIns="6336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0809" name="Google Shape;226;p4"/>
                <p:cNvSpPr/>
                <p:nvPr/>
              </p:nvSpPr>
              <p:spPr>
                <a:xfrm>
                  <a:off x="8751960" y="1525680"/>
                  <a:ext cx="126000" cy="126360"/>
                </a:xfrm>
                <a:prstGeom prst="rect"/>
                <a:solidFill>
                  <a:srgbClr val="009F8C">
                    <a:alpha val="10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63360" tIns="6336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0810" name="Google Shape;227;p4"/>
                <p:cNvSpPr/>
                <p:nvPr/>
              </p:nvSpPr>
              <p:spPr>
                <a:xfrm>
                  <a:off x="8751960" y="1315080"/>
                  <a:ext cx="126000" cy="126360"/>
                </a:xfrm>
                <a:prstGeom prst="rect"/>
                <a:solidFill>
                  <a:srgbClr val="009F8C">
                    <a:alpha val="20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63360" tIns="6336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0811" name="Google Shape;228;p4"/>
                <p:cNvSpPr/>
                <p:nvPr/>
              </p:nvSpPr>
              <p:spPr>
                <a:xfrm>
                  <a:off x="8756280" y="1104480"/>
                  <a:ext cx="117360" cy="117720"/>
                </a:xfrm>
                <a:prstGeom prst="rect"/>
                <a:solidFill>
                  <a:srgbClr val="009F8C">
                    <a:alpha val="30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59040" tIns="5904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0812" name="Google Shape;229;p4"/>
                <p:cNvSpPr/>
                <p:nvPr/>
              </p:nvSpPr>
              <p:spPr>
                <a:xfrm>
                  <a:off x="8756280" y="893520"/>
                  <a:ext cx="117360" cy="117720"/>
                </a:xfrm>
                <a:prstGeom prst="rect"/>
                <a:solidFill>
                  <a:srgbClr val="009F8C">
                    <a:alpha val="40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59040" tIns="5904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0813" name="Google Shape;230;p4"/>
                <p:cNvSpPr/>
                <p:nvPr/>
              </p:nvSpPr>
              <p:spPr>
                <a:xfrm>
                  <a:off x="8758440" y="682920"/>
                  <a:ext cx="113040" cy="113040"/>
                </a:xfrm>
                <a:prstGeom prst="rect"/>
                <a:solidFill>
                  <a:srgbClr val="009F8C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56520" tIns="5652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0814" name="Google Shape;231;p4"/>
                <p:cNvSpPr/>
                <p:nvPr/>
              </p:nvSpPr>
              <p:spPr>
                <a:xfrm>
                  <a:off x="8760600" y="472320"/>
                  <a:ext cx="108720" cy="108720"/>
                </a:xfrm>
                <a:prstGeom prst="rect"/>
                <a:solidFill>
                  <a:srgbClr val="009F8C">
                    <a:alpha val="55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54360" tIns="5436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0815" name="Google Shape;232;p4"/>
                <p:cNvSpPr/>
                <p:nvPr/>
              </p:nvSpPr>
              <p:spPr>
                <a:xfrm>
                  <a:off x="8765640" y="266040"/>
                  <a:ext cx="98640" cy="98640"/>
                </a:xfrm>
                <a:prstGeom prst="rect"/>
                <a:solidFill>
                  <a:srgbClr val="009F8C">
                    <a:alpha val="60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49320" tIns="4932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0816" name="Google Shape;233;p4"/>
                <p:cNvSpPr/>
                <p:nvPr/>
              </p:nvSpPr>
              <p:spPr>
                <a:xfrm>
                  <a:off x="8770320" y="59760"/>
                  <a:ext cx="88920" cy="88920"/>
                </a:xfrm>
                <a:prstGeom prst="rect"/>
                <a:solidFill>
                  <a:srgbClr val="009F8C">
                    <a:alpha val="65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44640" tIns="4464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0817" name="Google Shape;234;p4"/>
                <p:cNvSpPr/>
                <p:nvPr/>
              </p:nvSpPr>
              <p:spPr>
                <a:xfrm>
                  <a:off x="8770320" y="-146520"/>
                  <a:ext cx="88920" cy="88920"/>
                </a:xfrm>
                <a:prstGeom prst="rect"/>
                <a:solidFill>
                  <a:srgbClr val="009F8C">
                    <a:alpha val="70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44640" tIns="4464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0818" name="Google Shape;235;p4"/>
                <p:cNvSpPr/>
                <p:nvPr/>
              </p:nvSpPr>
              <p:spPr>
                <a:xfrm>
                  <a:off x="8775360" y="-363600"/>
                  <a:ext cx="79200" cy="79200"/>
                </a:xfrm>
                <a:prstGeom prst="rect"/>
                <a:solidFill>
                  <a:srgbClr val="009F8C">
                    <a:alpha val="80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39600" tIns="3960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</p:grpSp>
        </p:grpSp>
        <p:grpSp>
          <p:nvGrpSpPr>
            <p:cNvPr id="378" name="Google Shape;236;p4"/>
            <p:cNvGrpSpPr/>
            <p:nvPr/>
          </p:nvGrpSpPr>
          <p:grpSpPr>
            <a:xfrm>
              <a:off x="192960" y="2128680"/>
              <a:ext cx="142920" cy="2454120"/>
              <a:chOff x="192960" y="2128680"/>
              <a:chExt cx="142920" cy="2454120"/>
            </a:xfrm>
          </p:grpSpPr>
          <p:grpSp>
            <p:nvGrpSpPr>
              <p:cNvPr id="379" name="Google Shape;237;p4"/>
              <p:cNvGrpSpPr/>
              <p:nvPr/>
            </p:nvGrpSpPr>
            <p:grpSpPr>
              <a:xfrm>
                <a:off x="192960" y="2128680"/>
                <a:ext cx="142920" cy="2454120"/>
                <a:chOff x="192960" y="2128680"/>
                <a:chExt cx="142920" cy="2454120"/>
              </a:xfrm>
            </p:grpSpPr>
            <p:sp>
              <p:nvSpPr>
                <p:cNvPr id="1050819" name="Google Shape;238;p4"/>
                <p:cNvSpPr/>
                <p:nvPr/>
              </p:nvSpPr>
              <p:spPr>
                <a:xfrm>
                  <a:off x="192960" y="4439880"/>
                  <a:ext cx="142920" cy="142920"/>
                </a:xfrm>
                <a:prstGeom prst="rect"/>
                <a:gradFill rotWithShape="0">
                  <a:gsLst>
                    <a:gs pos="0">
                      <a:srgbClr val="B6F8F0"/>
                    </a:gs>
                    <a:gs pos="100000">
                      <a:srgbClr val="7DF3E5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71640" tIns="7164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0820" name="Google Shape;239;p4"/>
                <p:cNvSpPr/>
                <p:nvPr/>
              </p:nvSpPr>
              <p:spPr>
                <a:xfrm>
                  <a:off x="201600" y="4228920"/>
                  <a:ext cx="126000" cy="126360"/>
                </a:xfrm>
                <a:prstGeom prst="rect"/>
                <a:gradFill rotWithShape="0">
                  <a:gsLst>
                    <a:gs pos="0">
                      <a:srgbClr val="B6F8F0"/>
                    </a:gs>
                    <a:gs pos="100000">
                      <a:srgbClr val="7DF3E5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63360" tIns="6336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0821" name="Google Shape;240;p4"/>
                <p:cNvSpPr/>
                <p:nvPr/>
              </p:nvSpPr>
              <p:spPr>
                <a:xfrm>
                  <a:off x="201600" y="4018320"/>
                  <a:ext cx="126000" cy="126360"/>
                </a:xfrm>
                <a:prstGeom prst="rect"/>
                <a:gradFill rotWithShape="0">
                  <a:gsLst>
                    <a:gs pos="0">
                      <a:srgbClr val="B6F8F0"/>
                    </a:gs>
                    <a:gs pos="100000">
                      <a:srgbClr val="7DF3E5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63360" tIns="6336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0822" name="Google Shape;241;p4"/>
                <p:cNvSpPr/>
                <p:nvPr/>
              </p:nvSpPr>
              <p:spPr>
                <a:xfrm>
                  <a:off x="201600" y="3807360"/>
                  <a:ext cx="126000" cy="126360"/>
                </a:xfrm>
                <a:prstGeom prst="rect"/>
                <a:gradFill rotWithShape="0">
                  <a:gsLst>
                    <a:gs pos="0">
                      <a:srgbClr val="B6F8F0"/>
                    </a:gs>
                    <a:gs pos="100000">
                      <a:srgbClr val="7DF3E5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63360" tIns="6336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0823" name="Google Shape;242;p4"/>
                <p:cNvSpPr/>
                <p:nvPr/>
              </p:nvSpPr>
              <p:spPr>
                <a:xfrm>
                  <a:off x="205920" y="3596760"/>
                  <a:ext cx="117360" cy="117720"/>
                </a:xfrm>
                <a:prstGeom prst="rect"/>
                <a:gradFill rotWithShape="0">
                  <a:gsLst>
                    <a:gs pos="0">
                      <a:srgbClr val="B6F8F0"/>
                    </a:gs>
                    <a:gs pos="100000">
                      <a:srgbClr val="7DF3E5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59040" tIns="5904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0824" name="Google Shape;243;p4"/>
                <p:cNvSpPr/>
                <p:nvPr/>
              </p:nvSpPr>
              <p:spPr>
                <a:xfrm>
                  <a:off x="205920" y="3386160"/>
                  <a:ext cx="117360" cy="117720"/>
                </a:xfrm>
                <a:prstGeom prst="rect"/>
                <a:gradFill rotWithShape="0">
                  <a:gsLst>
                    <a:gs pos="0">
                      <a:srgbClr val="B6F8F0"/>
                    </a:gs>
                    <a:gs pos="100000">
                      <a:srgbClr val="7DF3E5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59040" tIns="5904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0825" name="Google Shape;244;p4"/>
                <p:cNvSpPr/>
                <p:nvPr/>
              </p:nvSpPr>
              <p:spPr>
                <a:xfrm>
                  <a:off x="208080" y="3175200"/>
                  <a:ext cx="113040" cy="113040"/>
                </a:xfrm>
                <a:prstGeom prst="rect"/>
                <a:gradFill rotWithShape="0">
                  <a:gsLst>
                    <a:gs pos="0">
                      <a:srgbClr val="B6F8F0"/>
                    </a:gs>
                    <a:gs pos="100000">
                      <a:srgbClr val="7DF3E5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56520" tIns="5652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0826" name="Google Shape;245;p4"/>
                <p:cNvSpPr/>
                <p:nvPr/>
              </p:nvSpPr>
              <p:spPr>
                <a:xfrm>
                  <a:off x="210240" y="2964600"/>
                  <a:ext cx="108720" cy="108720"/>
                </a:xfrm>
                <a:prstGeom prst="rect"/>
                <a:gradFill rotWithShape="0">
                  <a:gsLst>
                    <a:gs pos="0">
                      <a:srgbClr val="B6F8F0"/>
                    </a:gs>
                    <a:gs pos="100000">
                      <a:srgbClr val="7DF3E5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54360" tIns="5436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0827" name="Google Shape;246;p4"/>
                <p:cNvSpPr/>
                <p:nvPr/>
              </p:nvSpPr>
              <p:spPr>
                <a:xfrm>
                  <a:off x="215280" y="2758320"/>
                  <a:ext cx="98640" cy="98640"/>
                </a:xfrm>
                <a:prstGeom prst="rect"/>
                <a:gradFill rotWithShape="0">
                  <a:gsLst>
                    <a:gs pos="0">
                      <a:srgbClr val="B6F8F0"/>
                    </a:gs>
                    <a:gs pos="100000">
                      <a:srgbClr val="7DF3E5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49320" tIns="4932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0828" name="Google Shape;247;p4"/>
                <p:cNvSpPr/>
                <p:nvPr/>
              </p:nvSpPr>
              <p:spPr>
                <a:xfrm>
                  <a:off x="219960" y="2552040"/>
                  <a:ext cx="88920" cy="88920"/>
                </a:xfrm>
                <a:prstGeom prst="rect"/>
                <a:gradFill rotWithShape="0">
                  <a:gsLst>
                    <a:gs pos="0">
                      <a:srgbClr val="B6F8F0"/>
                    </a:gs>
                    <a:gs pos="100000">
                      <a:srgbClr val="7DF3E5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44640" tIns="4464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0829" name="Google Shape;248;p4"/>
                <p:cNvSpPr/>
                <p:nvPr/>
              </p:nvSpPr>
              <p:spPr>
                <a:xfrm>
                  <a:off x="219960" y="2346120"/>
                  <a:ext cx="88920" cy="88920"/>
                </a:xfrm>
                <a:prstGeom prst="rect"/>
                <a:gradFill rotWithShape="0">
                  <a:gsLst>
                    <a:gs pos="0">
                      <a:srgbClr val="B6F8F0"/>
                    </a:gs>
                    <a:gs pos="100000">
                      <a:srgbClr val="7DF3E5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44640" tIns="4464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0830" name="Google Shape;249;p4"/>
                <p:cNvSpPr/>
                <p:nvPr/>
              </p:nvSpPr>
              <p:spPr>
                <a:xfrm>
                  <a:off x="225000" y="2128680"/>
                  <a:ext cx="79200" cy="79200"/>
                </a:xfrm>
                <a:prstGeom prst="rect"/>
                <a:gradFill rotWithShape="0">
                  <a:gsLst>
                    <a:gs pos="0">
                      <a:srgbClr val="B6F8F0"/>
                    </a:gs>
                    <a:gs pos="100000">
                      <a:srgbClr val="7DF3E5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39600" tIns="3960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</p:grpSp>
          <p:grpSp>
            <p:nvGrpSpPr>
              <p:cNvPr id="380" name="Google Shape;250;p4"/>
              <p:cNvGrpSpPr/>
              <p:nvPr/>
            </p:nvGrpSpPr>
            <p:grpSpPr>
              <a:xfrm>
                <a:off x="192960" y="2128680"/>
                <a:ext cx="142920" cy="2454120"/>
                <a:chOff x="192960" y="2128680"/>
                <a:chExt cx="142920" cy="2454120"/>
              </a:xfrm>
            </p:grpSpPr>
            <p:sp>
              <p:nvSpPr>
                <p:cNvPr id="1050831" name="Google Shape;251;p4"/>
                <p:cNvSpPr/>
                <p:nvPr/>
              </p:nvSpPr>
              <p:spPr>
                <a:xfrm>
                  <a:off x="192960" y="4439880"/>
                  <a:ext cx="142920" cy="142920"/>
                </a:xfrm>
                <a:prstGeom prst="rect"/>
                <a:noFill/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71640" tIns="7164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0832" name="Google Shape;252;p4"/>
                <p:cNvSpPr/>
                <p:nvPr/>
              </p:nvSpPr>
              <p:spPr>
                <a:xfrm>
                  <a:off x="201600" y="4228920"/>
                  <a:ext cx="126000" cy="126360"/>
                </a:xfrm>
                <a:prstGeom prst="rect"/>
                <a:solidFill>
                  <a:srgbClr val="009F8C">
                    <a:alpha val="5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63360" tIns="6336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0833" name="Google Shape;253;p4"/>
                <p:cNvSpPr/>
                <p:nvPr/>
              </p:nvSpPr>
              <p:spPr>
                <a:xfrm>
                  <a:off x="201600" y="4018320"/>
                  <a:ext cx="126000" cy="126360"/>
                </a:xfrm>
                <a:prstGeom prst="rect"/>
                <a:solidFill>
                  <a:srgbClr val="009F8C">
                    <a:alpha val="10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63360" tIns="6336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0834" name="Google Shape;254;p4"/>
                <p:cNvSpPr/>
                <p:nvPr/>
              </p:nvSpPr>
              <p:spPr>
                <a:xfrm>
                  <a:off x="201600" y="3807360"/>
                  <a:ext cx="126000" cy="126360"/>
                </a:xfrm>
                <a:prstGeom prst="rect"/>
                <a:solidFill>
                  <a:srgbClr val="009F8C">
                    <a:alpha val="20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63360" tIns="6336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0835" name="Google Shape;255;p4"/>
                <p:cNvSpPr/>
                <p:nvPr/>
              </p:nvSpPr>
              <p:spPr>
                <a:xfrm>
                  <a:off x="205920" y="3596760"/>
                  <a:ext cx="117360" cy="117720"/>
                </a:xfrm>
                <a:prstGeom prst="rect"/>
                <a:solidFill>
                  <a:srgbClr val="009F8C">
                    <a:alpha val="30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59040" tIns="5904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0836" name="Google Shape;256;p4"/>
                <p:cNvSpPr/>
                <p:nvPr/>
              </p:nvSpPr>
              <p:spPr>
                <a:xfrm>
                  <a:off x="205920" y="3386160"/>
                  <a:ext cx="117360" cy="117720"/>
                </a:xfrm>
                <a:prstGeom prst="rect"/>
                <a:solidFill>
                  <a:srgbClr val="009F8C">
                    <a:alpha val="40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59040" tIns="5904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0837" name="Google Shape;257;p4"/>
                <p:cNvSpPr/>
                <p:nvPr/>
              </p:nvSpPr>
              <p:spPr>
                <a:xfrm>
                  <a:off x="208080" y="3175200"/>
                  <a:ext cx="113040" cy="113040"/>
                </a:xfrm>
                <a:prstGeom prst="rect"/>
                <a:solidFill>
                  <a:srgbClr val="009F8C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56520" tIns="5652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0838" name="Google Shape;258;p4"/>
                <p:cNvSpPr/>
                <p:nvPr/>
              </p:nvSpPr>
              <p:spPr>
                <a:xfrm>
                  <a:off x="210240" y="2964600"/>
                  <a:ext cx="108720" cy="108720"/>
                </a:xfrm>
                <a:prstGeom prst="rect"/>
                <a:solidFill>
                  <a:srgbClr val="009F8C">
                    <a:alpha val="55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54360" tIns="5436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0839" name="Google Shape;259;p4"/>
                <p:cNvSpPr/>
                <p:nvPr/>
              </p:nvSpPr>
              <p:spPr>
                <a:xfrm>
                  <a:off x="215280" y="2758320"/>
                  <a:ext cx="98640" cy="98640"/>
                </a:xfrm>
                <a:prstGeom prst="rect"/>
                <a:solidFill>
                  <a:srgbClr val="009F8C">
                    <a:alpha val="60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49320" tIns="4932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0840" name="Google Shape;260;p4"/>
                <p:cNvSpPr/>
                <p:nvPr/>
              </p:nvSpPr>
              <p:spPr>
                <a:xfrm>
                  <a:off x="219960" y="2552040"/>
                  <a:ext cx="88920" cy="88920"/>
                </a:xfrm>
                <a:prstGeom prst="rect"/>
                <a:solidFill>
                  <a:srgbClr val="009F8C">
                    <a:alpha val="65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44640" tIns="4464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0841" name="Google Shape;261;p4"/>
                <p:cNvSpPr/>
                <p:nvPr/>
              </p:nvSpPr>
              <p:spPr>
                <a:xfrm>
                  <a:off x="219960" y="2346120"/>
                  <a:ext cx="88920" cy="88920"/>
                </a:xfrm>
                <a:prstGeom prst="rect"/>
                <a:solidFill>
                  <a:srgbClr val="009F8C">
                    <a:alpha val="70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44640" tIns="4464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0842" name="Google Shape;262;p4"/>
                <p:cNvSpPr/>
                <p:nvPr/>
              </p:nvSpPr>
              <p:spPr>
                <a:xfrm>
                  <a:off x="225000" y="2128680"/>
                  <a:ext cx="79200" cy="79200"/>
                </a:xfrm>
                <a:prstGeom prst="rect"/>
                <a:solidFill>
                  <a:srgbClr val="009F8C">
                    <a:alpha val="80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39600" tIns="3960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</p:grpSp>
        </p:grpSp>
        <p:grpSp>
          <p:nvGrpSpPr>
            <p:cNvPr id="381" name="Google Shape;263;p4"/>
            <p:cNvGrpSpPr/>
            <p:nvPr/>
          </p:nvGrpSpPr>
          <p:grpSpPr>
            <a:xfrm>
              <a:off x="569880" y="-1616040"/>
              <a:ext cx="142920" cy="2453760"/>
              <a:chOff x="569880" y="-1616040"/>
              <a:chExt cx="142920" cy="2453760"/>
            </a:xfrm>
          </p:grpSpPr>
          <p:grpSp>
            <p:nvGrpSpPr>
              <p:cNvPr id="382" name="Google Shape;264;p4"/>
              <p:cNvGrpSpPr/>
              <p:nvPr/>
            </p:nvGrpSpPr>
            <p:grpSpPr>
              <a:xfrm>
                <a:off x="569880" y="-1616040"/>
                <a:ext cx="142920" cy="2453760"/>
                <a:chOff x="569880" y="-1616040"/>
                <a:chExt cx="142920" cy="2453760"/>
              </a:xfrm>
            </p:grpSpPr>
            <p:sp>
              <p:nvSpPr>
                <p:cNvPr id="1050843" name="Google Shape;265;p4"/>
                <p:cNvSpPr/>
                <p:nvPr/>
              </p:nvSpPr>
              <p:spPr>
                <a:xfrm>
                  <a:off x="569880" y="694800"/>
                  <a:ext cx="142920" cy="142920"/>
                </a:xfrm>
                <a:prstGeom prst="rect"/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71640" tIns="7164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0844" name="Google Shape;266;p4"/>
                <p:cNvSpPr/>
                <p:nvPr/>
              </p:nvSpPr>
              <p:spPr>
                <a:xfrm>
                  <a:off x="578520" y="484200"/>
                  <a:ext cx="126000" cy="126360"/>
                </a:xfrm>
                <a:prstGeom prst="rect"/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63360" tIns="6336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0845" name="Google Shape;267;p4"/>
                <p:cNvSpPr/>
                <p:nvPr/>
              </p:nvSpPr>
              <p:spPr>
                <a:xfrm>
                  <a:off x="578520" y="273240"/>
                  <a:ext cx="126000" cy="126360"/>
                </a:xfrm>
                <a:prstGeom prst="rect"/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63360" tIns="6336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0846" name="Google Shape;268;p4"/>
                <p:cNvSpPr/>
                <p:nvPr/>
              </p:nvSpPr>
              <p:spPr>
                <a:xfrm>
                  <a:off x="578520" y="62640"/>
                  <a:ext cx="126000" cy="126360"/>
                </a:xfrm>
                <a:prstGeom prst="rect"/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63360" tIns="6336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0847" name="Google Shape;269;p4"/>
                <p:cNvSpPr/>
                <p:nvPr/>
              </p:nvSpPr>
              <p:spPr>
                <a:xfrm>
                  <a:off x="582840" y="-147960"/>
                  <a:ext cx="117360" cy="117720"/>
                </a:xfrm>
                <a:prstGeom prst="rect"/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59040" tIns="5904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0848" name="Google Shape;270;p4"/>
                <p:cNvSpPr/>
                <p:nvPr/>
              </p:nvSpPr>
              <p:spPr>
                <a:xfrm>
                  <a:off x="582840" y="-358920"/>
                  <a:ext cx="117360" cy="117720"/>
                </a:xfrm>
                <a:prstGeom prst="rect"/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59040" tIns="5904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0849" name="Google Shape;271;p4"/>
                <p:cNvSpPr/>
                <p:nvPr/>
              </p:nvSpPr>
              <p:spPr>
                <a:xfrm>
                  <a:off x="585000" y="-569520"/>
                  <a:ext cx="113040" cy="113040"/>
                </a:xfrm>
                <a:prstGeom prst="rect"/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56520" tIns="5652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0850" name="Google Shape;272;p4"/>
                <p:cNvSpPr/>
                <p:nvPr/>
              </p:nvSpPr>
              <p:spPr>
                <a:xfrm>
                  <a:off x="587160" y="-780120"/>
                  <a:ext cx="108720" cy="108720"/>
                </a:xfrm>
                <a:prstGeom prst="rect"/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54360" tIns="5436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0851" name="Google Shape;273;p4"/>
                <p:cNvSpPr/>
                <p:nvPr/>
              </p:nvSpPr>
              <p:spPr>
                <a:xfrm>
                  <a:off x="592200" y="-986400"/>
                  <a:ext cx="98640" cy="98640"/>
                </a:xfrm>
                <a:prstGeom prst="rect"/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49320" tIns="4932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0852" name="Google Shape;274;p4"/>
                <p:cNvSpPr/>
                <p:nvPr/>
              </p:nvSpPr>
              <p:spPr>
                <a:xfrm>
                  <a:off x="596880" y="-1192680"/>
                  <a:ext cx="88920" cy="88920"/>
                </a:xfrm>
                <a:prstGeom prst="rect"/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44640" tIns="4464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0853" name="Google Shape;275;p4"/>
                <p:cNvSpPr/>
                <p:nvPr/>
              </p:nvSpPr>
              <p:spPr>
                <a:xfrm>
                  <a:off x="596880" y="-1398960"/>
                  <a:ext cx="88920" cy="88920"/>
                </a:xfrm>
                <a:prstGeom prst="rect"/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44640" tIns="4464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0854" name="Google Shape;276;p4"/>
                <p:cNvSpPr/>
                <p:nvPr/>
              </p:nvSpPr>
              <p:spPr>
                <a:xfrm>
                  <a:off x="601920" y="-1616040"/>
                  <a:ext cx="79200" cy="79200"/>
                </a:xfrm>
                <a:prstGeom prst="rect"/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39600" tIns="3960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</p:grpSp>
          <p:grpSp>
            <p:nvGrpSpPr>
              <p:cNvPr id="383" name="Google Shape;277;p4"/>
              <p:cNvGrpSpPr/>
              <p:nvPr/>
            </p:nvGrpSpPr>
            <p:grpSpPr>
              <a:xfrm>
                <a:off x="569880" y="-1616040"/>
                <a:ext cx="142920" cy="2453760"/>
                <a:chOff x="569880" y="-1616040"/>
                <a:chExt cx="142920" cy="2453760"/>
              </a:xfrm>
            </p:grpSpPr>
            <p:sp>
              <p:nvSpPr>
                <p:cNvPr id="1050855" name="Google Shape;278;p4"/>
                <p:cNvSpPr/>
                <p:nvPr/>
              </p:nvSpPr>
              <p:spPr>
                <a:xfrm>
                  <a:off x="569880" y="694800"/>
                  <a:ext cx="142920" cy="142920"/>
                </a:xfrm>
                <a:prstGeom prst="rect"/>
                <a:noFill/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71640" tIns="7164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0856" name="Google Shape;279;p4"/>
                <p:cNvSpPr/>
                <p:nvPr/>
              </p:nvSpPr>
              <p:spPr>
                <a:xfrm>
                  <a:off x="578520" y="484200"/>
                  <a:ext cx="126000" cy="126360"/>
                </a:xfrm>
                <a:prstGeom prst="rect"/>
                <a:solidFill>
                  <a:srgbClr val="009F8C">
                    <a:alpha val="5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63360" tIns="6336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0857" name="Google Shape;280;p4"/>
                <p:cNvSpPr/>
                <p:nvPr/>
              </p:nvSpPr>
              <p:spPr>
                <a:xfrm>
                  <a:off x="578520" y="273240"/>
                  <a:ext cx="126000" cy="126360"/>
                </a:xfrm>
                <a:prstGeom prst="rect"/>
                <a:solidFill>
                  <a:srgbClr val="009F8C">
                    <a:alpha val="10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63360" tIns="6336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0858" name="Google Shape;281;p4"/>
                <p:cNvSpPr/>
                <p:nvPr/>
              </p:nvSpPr>
              <p:spPr>
                <a:xfrm>
                  <a:off x="578520" y="62640"/>
                  <a:ext cx="126000" cy="126360"/>
                </a:xfrm>
                <a:prstGeom prst="rect"/>
                <a:solidFill>
                  <a:srgbClr val="009F8C">
                    <a:alpha val="20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63360" tIns="6336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0859" name="Google Shape;282;p4"/>
                <p:cNvSpPr/>
                <p:nvPr/>
              </p:nvSpPr>
              <p:spPr>
                <a:xfrm>
                  <a:off x="582840" y="-147960"/>
                  <a:ext cx="117360" cy="117720"/>
                </a:xfrm>
                <a:prstGeom prst="rect"/>
                <a:solidFill>
                  <a:srgbClr val="009F8C">
                    <a:alpha val="30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59040" tIns="5904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0860" name="Google Shape;283;p4"/>
                <p:cNvSpPr/>
                <p:nvPr/>
              </p:nvSpPr>
              <p:spPr>
                <a:xfrm>
                  <a:off x="582840" y="-358920"/>
                  <a:ext cx="117360" cy="117720"/>
                </a:xfrm>
                <a:prstGeom prst="rect"/>
                <a:solidFill>
                  <a:srgbClr val="009F8C">
                    <a:alpha val="40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59040" tIns="5904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0861" name="Google Shape;284;p4"/>
                <p:cNvSpPr/>
                <p:nvPr/>
              </p:nvSpPr>
              <p:spPr>
                <a:xfrm>
                  <a:off x="585000" y="-569520"/>
                  <a:ext cx="113040" cy="113040"/>
                </a:xfrm>
                <a:prstGeom prst="rect"/>
                <a:solidFill>
                  <a:srgbClr val="009F8C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56520" tIns="5652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0862" name="Google Shape;285;p4"/>
                <p:cNvSpPr/>
                <p:nvPr/>
              </p:nvSpPr>
              <p:spPr>
                <a:xfrm>
                  <a:off x="587160" y="-780120"/>
                  <a:ext cx="108720" cy="108720"/>
                </a:xfrm>
                <a:prstGeom prst="rect"/>
                <a:solidFill>
                  <a:srgbClr val="009F8C">
                    <a:alpha val="55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54360" tIns="5436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0863" name="Google Shape;286;p4"/>
                <p:cNvSpPr/>
                <p:nvPr/>
              </p:nvSpPr>
              <p:spPr>
                <a:xfrm>
                  <a:off x="592200" y="-986400"/>
                  <a:ext cx="98640" cy="98640"/>
                </a:xfrm>
                <a:prstGeom prst="rect"/>
                <a:solidFill>
                  <a:srgbClr val="009F8C">
                    <a:alpha val="60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49320" tIns="4932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0864" name="Google Shape;287;p4"/>
                <p:cNvSpPr/>
                <p:nvPr/>
              </p:nvSpPr>
              <p:spPr>
                <a:xfrm>
                  <a:off x="596880" y="-1192680"/>
                  <a:ext cx="88920" cy="88920"/>
                </a:xfrm>
                <a:prstGeom prst="rect"/>
                <a:solidFill>
                  <a:srgbClr val="009F8C">
                    <a:alpha val="65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44640" tIns="4464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0865" name="Google Shape;288;p4"/>
                <p:cNvSpPr/>
                <p:nvPr/>
              </p:nvSpPr>
              <p:spPr>
                <a:xfrm>
                  <a:off x="596880" y="-1398960"/>
                  <a:ext cx="88920" cy="88920"/>
                </a:xfrm>
                <a:prstGeom prst="rect"/>
                <a:solidFill>
                  <a:srgbClr val="009F8C">
                    <a:alpha val="70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44640" tIns="4464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0866" name="Google Shape;289;p4"/>
                <p:cNvSpPr/>
                <p:nvPr/>
              </p:nvSpPr>
              <p:spPr>
                <a:xfrm>
                  <a:off x="601920" y="-1616040"/>
                  <a:ext cx="79200" cy="79200"/>
                </a:xfrm>
                <a:prstGeom prst="rect"/>
                <a:solidFill>
                  <a:srgbClr val="009F8C">
                    <a:alpha val="80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39600" tIns="3960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</p:grpSp>
        </p:grpSp>
      </p:grp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woObj">
  <p:cSld name="TITLE_AND_TWO_COLUMNS">
    <p:bg>
      <p:bgPr>
        <a:solidFill>
          <a:schemeClr val="lt1"/>
        </a:solidFill>
      </p:bgPr>
    </p:bg>
    <p:spTree>
      <p:nvGrpSpPr>
        <p:cNvPr id="45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53" name="Google Shape;291;p5"/>
          <p:cNvGrpSpPr/>
          <p:nvPr/>
        </p:nvGrpSpPr>
        <p:grpSpPr>
          <a:xfrm>
            <a:off x="177840" y="-363600"/>
            <a:ext cx="8804520" cy="4728600"/>
            <a:chOff x="177840" y="-363600"/>
            <a:chExt cx="8804520" cy="4728600"/>
          </a:xfrm>
        </p:grpSpPr>
        <p:grpSp>
          <p:nvGrpSpPr>
            <p:cNvPr id="454" name="Google Shape;292;p5"/>
            <p:cNvGrpSpPr/>
            <p:nvPr/>
          </p:nvGrpSpPr>
          <p:grpSpPr>
            <a:xfrm>
              <a:off x="8839440" y="-363600"/>
              <a:ext cx="142920" cy="2453760"/>
              <a:chOff x="8839440" y="-363600"/>
              <a:chExt cx="142920" cy="2453760"/>
            </a:xfrm>
          </p:grpSpPr>
          <p:grpSp>
            <p:nvGrpSpPr>
              <p:cNvPr id="455" name="Google Shape;293;p5"/>
              <p:cNvGrpSpPr/>
              <p:nvPr/>
            </p:nvGrpSpPr>
            <p:grpSpPr>
              <a:xfrm>
                <a:off x="8839440" y="-363600"/>
                <a:ext cx="142920" cy="2453760"/>
                <a:chOff x="8839440" y="-363600"/>
                <a:chExt cx="142920" cy="2453760"/>
              </a:xfrm>
            </p:grpSpPr>
            <p:sp>
              <p:nvSpPr>
                <p:cNvPr id="1051329" name="Google Shape;294;p5"/>
                <p:cNvSpPr/>
                <p:nvPr/>
              </p:nvSpPr>
              <p:spPr>
                <a:xfrm>
                  <a:off x="8839440" y="1947240"/>
                  <a:ext cx="142920" cy="142920"/>
                </a:xfrm>
                <a:prstGeom prst="rect"/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71640" tIns="7164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1330" name="Google Shape;295;p5"/>
                <p:cNvSpPr/>
                <p:nvPr/>
              </p:nvSpPr>
              <p:spPr>
                <a:xfrm>
                  <a:off x="8848080" y="1736640"/>
                  <a:ext cx="126000" cy="126360"/>
                </a:xfrm>
                <a:prstGeom prst="rect"/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63360" tIns="6336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1331" name="Google Shape;296;p5"/>
                <p:cNvSpPr/>
                <p:nvPr/>
              </p:nvSpPr>
              <p:spPr>
                <a:xfrm>
                  <a:off x="8848080" y="1525680"/>
                  <a:ext cx="126000" cy="126360"/>
                </a:xfrm>
                <a:prstGeom prst="rect"/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63360" tIns="6336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1332" name="Google Shape;297;p5"/>
                <p:cNvSpPr/>
                <p:nvPr/>
              </p:nvSpPr>
              <p:spPr>
                <a:xfrm>
                  <a:off x="8848080" y="1315080"/>
                  <a:ext cx="126000" cy="126360"/>
                </a:xfrm>
                <a:prstGeom prst="rect"/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63360" tIns="6336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1333" name="Google Shape;298;p5"/>
                <p:cNvSpPr/>
                <p:nvPr/>
              </p:nvSpPr>
              <p:spPr>
                <a:xfrm>
                  <a:off x="8852400" y="1104480"/>
                  <a:ext cx="117360" cy="117720"/>
                </a:xfrm>
                <a:prstGeom prst="rect"/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59040" tIns="5904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1334" name="Google Shape;299;p5"/>
                <p:cNvSpPr/>
                <p:nvPr/>
              </p:nvSpPr>
              <p:spPr>
                <a:xfrm>
                  <a:off x="8852400" y="893520"/>
                  <a:ext cx="117360" cy="117720"/>
                </a:xfrm>
                <a:prstGeom prst="rect"/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59040" tIns="5904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1335" name="Google Shape;300;p5"/>
                <p:cNvSpPr/>
                <p:nvPr/>
              </p:nvSpPr>
              <p:spPr>
                <a:xfrm>
                  <a:off x="8854200" y="682920"/>
                  <a:ext cx="113040" cy="113040"/>
                </a:xfrm>
                <a:prstGeom prst="rect"/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56520" tIns="5652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1336" name="Google Shape;301;p5"/>
                <p:cNvSpPr/>
                <p:nvPr/>
              </p:nvSpPr>
              <p:spPr>
                <a:xfrm>
                  <a:off x="8856720" y="472320"/>
                  <a:ext cx="108720" cy="108720"/>
                </a:xfrm>
                <a:prstGeom prst="rect"/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54360" tIns="5436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1337" name="Google Shape;302;p5"/>
                <p:cNvSpPr/>
                <p:nvPr/>
              </p:nvSpPr>
              <p:spPr>
                <a:xfrm>
                  <a:off x="8861400" y="266040"/>
                  <a:ext cx="98640" cy="98640"/>
                </a:xfrm>
                <a:prstGeom prst="rect"/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49320" tIns="4932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1338" name="Google Shape;303;p5"/>
                <p:cNvSpPr/>
                <p:nvPr/>
              </p:nvSpPr>
              <p:spPr>
                <a:xfrm>
                  <a:off x="8866440" y="59760"/>
                  <a:ext cx="88920" cy="88920"/>
                </a:xfrm>
                <a:prstGeom prst="rect"/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44640" tIns="4464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1339" name="Google Shape;304;p5"/>
                <p:cNvSpPr/>
                <p:nvPr/>
              </p:nvSpPr>
              <p:spPr>
                <a:xfrm>
                  <a:off x="8866440" y="-146520"/>
                  <a:ext cx="88920" cy="88920"/>
                </a:xfrm>
                <a:prstGeom prst="rect"/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44640" tIns="4464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1340" name="Google Shape;305;p5"/>
                <p:cNvSpPr/>
                <p:nvPr/>
              </p:nvSpPr>
              <p:spPr>
                <a:xfrm>
                  <a:off x="8871480" y="-363600"/>
                  <a:ext cx="79200" cy="79200"/>
                </a:xfrm>
                <a:prstGeom prst="rect"/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39600" tIns="3960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</p:grpSp>
          <p:grpSp>
            <p:nvGrpSpPr>
              <p:cNvPr id="456" name="Google Shape;306;p5"/>
              <p:cNvGrpSpPr/>
              <p:nvPr/>
            </p:nvGrpSpPr>
            <p:grpSpPr>
              <a:xfrm>
                <a:off x="8839440" y="-363600"/>
                <a:ext cx="142920" cy="2453760"/>
                <a:chOff x="8839440" y="-363600"/>
                <a:chExt cx="142920" cy="2453760"/>
              </a:xfrm>
            </p:grpSpPr>
            <p:sp>
              <p:nvSpPr>
                <p:cNvPr id="1051341" name="Google Shape;307;p5"/>
                <p:cNvSpPr/>
                <p:nvPr/>
              </p:nvSpPr>
              <p:spPr>
                <a:xfrm>
                  <a:off x="8839440" y="1947240"/>
                  <a:ext cx="142920" cy="142920"/>
                </a:xfrm>
                <a:prstGeom prst="rect"/>
                <a:noFill/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71640" tIns="7164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1342" name="Google Shape;308;p5"/>
                <p:cNvSpPr/>
                <p:nvPr/>
              </p:nvSpPr>
              <p:spPr>
                <a:xfrm>
                  <a:off x="8848080" y="1736640"/>
                  <a:ext cx="126000" cy="126360"/>
                </a:xfrm>
                <a:prstGeom prst="rect"/>
                <a:solidFill>
                  <a:srgbClr val="009F8C">
                    <a:alpha val="5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63360" tIns="6336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1343" name="Google Shape;309;p5"/>
                <p:cNvSpPr/>
                <p:nvPr/>
              </p:nvSpPr>
              <p:spPr>
                <a:xfrm>
                  <a:off x="8848080" y="1525680"/>
                  <a:ext cx="126000" cy="126360"/>
                </a:xfrm>
                <a:prstGeom prst="rect"/>
                <a:solidFill>
                  <a:srgbClr val="009F8C">
                    <a:alpha val="10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63360" tIns="6336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1344" name="Google Shape;310;p5"/>
                <p:cNvSpPr/>
                <p:nvPr/>
              </p:nvSpPr>
              <p:spPr>
                <a:xfrm>
                  <a:off x="8848080" y="1315080"/>
                  <a:ext cx="126000" cy="126360"/>
                </a:xfrm>
                <a:prstGeom prst="rect"/>
                <a:solidFill>
                  <a:srgbClr val="009F8C">
                    <a:alpha val="20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63360" tIns="6336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1345" name="Google Shape;311;p5"/>
                <p:cNvSpPr/>
                <p:nvPr/>
              </p:nvSpPr>
              <p:spPr>
                <a:xfrm>
                  <a:off x="8852400" y="1104480"/>
                  <a:ext cx="117360" cy="117720"/>
                </a:xfrm>
                <a:prstGeom prst="rect"/>
                <a:solidFill>
                  <a:srgbClr val="009F8C">
                    <a:alpha val="30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59040" tIns="5904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1346" name="Google Shape;312;p5"/>
                <p:cNvSpPr/>
                <p:nvPr/>
              </p:nvSpPr>
              <p:spPr>
                <a:xfrm>
                  <a:off x="8852400" y="893520"/>
                  <a:ext cx="117360" cy="117720"/>
                </a:xfrm>
                <a:prstGeom prst="rect"/>
                <a:solidFill>
                  <a:srgbClr val="009F8C">
                    <a:alpha val="40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59040" tIns="5904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1347" name="Google Shape;313;p5"/>
                <p:cNvSpPr/>
                <p:nvPr/>
              </p:nvSpPr>
              <p:spPr>
                <a:xfrm>
                  <a:off x="8854200" y="682920"/>
                  <a:ext cx="113040" cy="113040"/>
                </a:xfrm>
                <a:prstGeom prst="rect"/>
                <a:solidFill>
                  <a:srgbClr val="009F8C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56520" tIns="5652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1348" name="Google Shape;314;p5"/>
                <p:cNvSpPr/>
                <p:nvPr/>
              </p:nvSpPr>
              <p:spPr>
                <a:xfrm>
                  <a:off x="8856720" y="472320"/>
                  <a:ext cx="108720" cy="108720"/>
                </a:xfrm>
                <a:prstGeom prst="rect"/>
                <a:solidFill>
                  <a:srgbClr val="009F8C">
                    <a:alpha val="55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54360" tIns="5436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1349" name="Google Shape;315;p5"/>
                <p:cNvSpPr/>
                <p:nvPr/>
              </p:nvSpPr>
              <p:spPr>
                <a:xfrm>
                  <a:off x="8861400" y="266040"/>
                  <a:ext cx="98640" cy="98640"/>
                </a:xfrm>
                <a:prstGeom prst="rect"/>
                <a:solidFill>
                  <a:srgbClr val="009F8C">
                    <a:alpha val="60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49320" tIns="4932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1350" name="Google Shape;316;p5"/>
                <p:cNvSpPr/>
                <p:nvPr/>
              </p:nvSpPr>
              <p:spPr>
                <a:xfrm>
                  <a:off x="8866440" y="59760"/>
                  <a:ext cx="88920" cy="88920"/>
                </a:xfrm>
                <a:prstGeom prst="rect"/>
                <a:solidFill>
                  <a:srgbClr val="009F8C">
                    <a:alpha val="65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44640" tIns="4464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1351" name="Google Shape;317;p5"/>
                <p:cNvSpPr/>
                <p:nvPr/>
              </p:nvSpPr>
              <p:spPr>
                <a:xfrm>
                  <a:off x="8866440" y="-146520"/>
                  <a:ext cx="88920" cy="88920"/>
                </a:xfrm>
                <a:prstGeom prst="rect"/>
                <a:solidFill>
                  <a:srgbClr val="009F8C">
                    <a:alpha val="70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44640" tIns="4464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1352" name="Google Shape;318;p5"/>
                <p:cNvSpPr/>
                <p:nvPr/>
              </p:nvSpPr>
              <p:spPr>
                <a:xfrm>
                  <a:off x="8871480" y="-363600"/>
                  <a:ext cx="79200" cy="79200"/>
                </a:xfrm>
                <a:prstGeom prst="rect"/>
                <a:solidFill>
                  <a:srgbClr val="009F8C">
                    <a:alpha val="80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39600" tIns="3960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</p:grpSp>
        </p:grpSp>
        <p:grpSp>
          <p:nvGrpSpPr>
            <p:cNvPr id="457" name="Google Shape;319;p5"/>
            <p:cNvGrpSpPr/>
            <p:nvPr/>
          </p:nvGrpSpPr>
          <p:grpSpPr>
            <a:xfrm>
              <a:off x="177840" y="-345240"/>
              <a:ext cx="142920" cy="2454120"/>
              <a:chOff x="177840" y="-345240"/>
              <a:chExt cx="142920" cy="2454120"/>
            </a:xfrm>
          </p:grpSpPr>
          <p:grpSp>
            <p:nvGrpSpPr>
              <p:cNvPr id="458" name="Google Shape;320;p5"/>
              <p:cNvGrpSpPr/>
              <p:nvPr/>
            </p:nvGrpSpPr>
            <p:grpSpPr>
              <a:xfrm>
                <a:off x="177840" y="-345240"/>
                <a:ext cx="142920" cy="2454120"/>
                <a:chOff x="177840" y="-345240"/>
                <a:chExt cx="142920" cy="2454120"/>
              </a:xfrm>
            </p:grpSpPr>
            <p:sp>
              <p:nvSpPr>
                <p:cNvPr id="1051353" name="Google Shape;321;p5"/>
                <p:cNvSpPr/>
                <p:nvPr/>
              </p:nvSpPr>
              <p:spPr>
                <a:xfrm>
                  <a:off x="177840" y="1965960"/>
                  <a:ext cx="142920" cy="142920"/>
                </a:xfrm>
                <a:prstGeom prst="rect"/>
                <a:gradFill rotWithShape="0">
                  <a:gsLst>
                    <a:gs pos="0">
                      <a:srgbClr val="B6F8F0"/>
                    </a:gs>
                    <a:gs pos="100000">
                      <a:srgbClr val="7DF3E5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71640" tIns="7164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1354" name="Google Shape;322;p5"/>
                <p:cNvSpPr/>
                <p:nvPr/>
              </p:nvSpPr>
              <p:spPr>
                <a:xfrm>
                  <a:off x="186120" y="1755000"/>
                  <a:ext cx="126000" cy="126360"/>
                </a:xfrm>
                <a:prstGeom prst="rect"/>
                <a:gradFill rotWithShape="0">
                  <a:gsLst>
                    <a:gs pos="0">
                      <a:srgbClr val="B6F8F0"/>
                    </a:gs>
                    <a:gs pos="100000">
                      <a:srgbClr val="7DF3E5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63360" tIns="6336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1355" name="Google Shape;323;p5"/>
                <p:cNvSpPr/>
                <p:nvPr/>
              </p:nvSpPr>
              <p:spPr>
                <a:xfrm>
                  <a:off x="186120" y="1544400"/>
                  <a:ext cx="126000" cy="126360"/>
                </a:xfrm>
                <a:prstGeom prst="rect"/>
                <a:gradFill rotWithShape="0">
                  <a:gsLst>
                    <a:gs pos="0">
                      <a:srgbClr val="B6F8F0"/>
                    </a:gs>
                    <a:gs pos="100000">
                      <a:srgbClr val="7DF3E5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63360" tIns="6336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1356" name="Google Shape;324;p5"/>
                <p:cNvSpPr/>
                <p:nvPr/>
              </p:nvSpPr>
              <p:spPr>
                <a:xfrm>
                  <a:off x="186120" y="1333800"/>
                  <a:ext cx="126000" cy="126360"/>
                </a:xfrm>
                <a:prstGeom prst="rect"/>
                <a:gradFill rotWithShape="0">
                  <a:gsLst>
                    <a:gs pos="0">
                      <a:srgbClr val="B6F8F0"/>
                    </a:gs>
                    <a:gs pos="100000">
                      <a:srgbClr val="7DF3E5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63360" tIns="6336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1357" name="Google Shape;325;p5"/>
                <p:cNvSpPr/>
                <p:nvPr/>
              </p:nvSpPr>
              <p:spPr>
                <a:xfrm>
                  <a:off x="190800" y="1122840"/>
                  <a:ext cx="117360" cy="117720"/>
                </a:xfrm>
                <a:prstGeom prst="rect"/>
                <a:gradFill rotWithShape="0">
                  <a:gsLst>
                    <a:gs pos="0">
                      <a:srgbClr val="B6F8F0"/>
                    </a:gs>
                    <a:gs pos="100000">
                      <a:srgbClr val="7DF3E5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59040" tIns="5904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1358" name="Google Shape;326;p5"/>
                <p:cNvSpPr/>
                <p:nvPr/>
              </p:nvSpPr>
              <p:spPr>
                <a:xfrm>
                  <a:off x="190800" y="912240"/>
                  <a:ext cx="117360" cy="117720"/>
                </a:xfrm>
                <a:prstGeom prst="rect"/>
                <a:gradFill rotWithShape="0">
                  <a:gsLst>
                    <a:gs pos="0">
                      <a:srgbClr val="B6F8F0"/>
                    </a:gs>
                    <a:gs pos="100000">
                      <a:srgbClr val="7DF3E5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59040" tIns="5904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1359" name="Google Shape;327;p5"/>
                <p:cNvSpPr/>
                <p:nvPr/>
              </p:nvSpPr>
              <p:spPr>
                <a:xfrm>
                  <a:off x="192600" y="701280"/>
                  <a:ext cx="113040" cy="113040"/>
                </a:xfrm>
                <a:prstGeom prst="rect"/>
                <a:gradFill rotWithShape="0">
                  <a:gsLst>
                    <a:gs pos="0">
                      <a:srgbClr val="B6F8F0"/>
                    </a:gs>
                    <a:gs pos="100000">
                      <a:srgbClr val="7DF3E5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56520" tIns="5652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1360" name="Google Shape;328;p5"/>
                <p:cNvSpPr/>
                <p:nvPr/>
              </p:nvSpPr>
              <p:spPr>
                <a:xfrm>
                  <a:off x="195120" y="490680"/>
                  <a:ext cx="108720" cy="108720"/>
                </a:xfrm>
                <a:prstGeom prst="rect"/>
                <a:gradFill rotWithShape="0">
                  <a:gsLst>
                    <a:gs pos="0">
                      <a:srgbClr val="B6F8F0"/>
                    </a:gs>
                    <a:gs pos="100000">
                      <a:srgbClr val="7DF3E5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54360" tIns="5436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1361" name="Google Shape;329;p5"/>
                <p:cNvSpPr/>
                <p:nvPr/>
              </p:nvSpPr>
              <p:spPr>
                <a:xfrm>
                  <a:off x="199800" y="284400"/>
                  <a:ext cx="98640" cy="98640"/>
                </a:xfrm>
                <a:prstGeom prst="rect"/>
                <a:gradFill rotWithShape="0">
                  <a:gsLst>
                    <a:gs pos="0">
                      <a:srgbClr val="B6F8F0"/>
                    </a:gs>
                    <a:gs pos="100000">
                      <a:srgbClr val="7DF3E5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49320" tIns="4932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1362" name="Google Shape;330;p5"/>
                <p:cNvSpPr/>
                <p:nvPr/>
              </p:nvSpPr>
              <p:spPr>
                <a:xfrm>
                  <a:off x="204840" y="78120"/>
                  <a:ext cx="88920" cy="88920"/>
                </a:xfrm>
                <a:prstGeom prst="rect"/>
                <a:gradFill rotWithShape="0">
                  <a:gsLst>
                    <a:gs pos="0">
                      <a:srgbClr val="B6F8F0"/>
                    </a:gs>
                    <a:gs pos="100000">
                      <a:srgbClr val="7DF3E5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44640" tIns="4464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1363" name="Google Shape;331;p5"/>
                <p:cNvSpPr/>
                <p:nvPr/>
              </p:nvSpPr>
              <p:spPr>
                <a:xfrm>
                  <a:off x="204840" y="-127800"/>
                  <a:ext cx="88920" cy="88920"/>
                </a:xfrm>
                <a:prstGeom prst="rect"/>
                <a:gradFill rotWithShape="0">
                  <a:gsLst>
                    <a:gs pos="0">
                      <a:srgbClr val="B6F8F0"/>
                    </a:gs>
                    <a:gs pos="100000">
                      <a:srgbClr val="7DF3E5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44640" tIns="4464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1364" name="Google Shape;332;p5"/>
                <p:cNvSpPr/>
                <p:nvPr/>
              </p:nvSpPr>
              <p:spPr>
                <a:xfrm>
                  <a:off x="209520" y="-345240"/>
                  <a:ext cx="79200" cy="79200"/>
                </a:xfrm>
                <a:prstGeom prst="rect"/>
                <a:gradFill rotWithShape="0">
                  <a:gsLst>
                    <a:gs pos="0">
                      <a:srgbClr val="B6F8F0"/>
                    </a:gs>
                    <a:gs pos="100000">
                      <a:srgbClr val="7DF3E5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39600" tIns="3960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</p:grpSp>
          <p:grpSp>
            <p:nvGrpSpPr>
              <p:cNvPr id="459" name="Google Shape;333;p5"/>
              <p:cNvGrpSpPr/>
              <p:nvPr/>
            </p:nvGrpSpPr>
            <p:grpSpPr>
              <a:xfrm>
                <a:off x="177840" y="-345240"/>
                <a:ext cx="142920" cy="2454120"/>
                <a:chOff x="177840" y="-345240"/>
                <a:chExt cx="142920" cy="2454120"/>
              </a:xfrm>
            </p:grpSpPr>
            <p:sp>
              <p:nvSpPr>
                <p:cNvPr id="1051365" name="Google Shape;334;p5"/>
                <p:cNvSpPr/>
                <p:nvPr/>
              </p:nvSpPr>
              <p:spPr>
                <a:xfrm>
                  <a:off x="177840" y="1965960"/>
                  <a:ext cx="142920" cy="142920"/>
                </a:xfrm>
                <a:prstGeom prst="rect"/>
                <a:noFill/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71640" tIns="7164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1366" name="Google Shape;335;p5"/>
                <p:cNvSpPr/>
                <p:nvPr/>
              </p:nvSpPr>
              <p:spPr>
                <a:xfrm>
                  <a:off x="186120" y="1755000"/>
                  <a:ext cx="126000" cy="126360"/>
                </a:xfrm>
                <a:prstGeom prst="rect"/>
                <a:solidFill>
                  <a:srgbClr val="009F8C">
                    <a:alpha val="5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63360" tIns="6336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1367" name="Google Shape;336;p5"/>
                <p:cNvSpPr/>
                <p:nvPr/>
              </p:nvSpPr>
              <p:spPr>
                <a:xfrm>
                  <a:off x="186120" y="1544400"/>
                  <a:ext cx="126000" cy="126360"/>
                </a:xfrm>
                <a:prstGeom prst="rect"/>
                <a:solidFill>
                  <a:srgbClr val="009F8C">
                    <a:alpha val="10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63360" tIns="6336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1368" name="Google Shape;337;p5"/>
                <p:cNvSpPr/>
                <p:nvPr/>
              </p:nvSpPr>
              <p:spPr>
                <a:xfrm>
                  <a:off x="186120" y="1333800"/>
                  <a:ext cx="126000" cy="126360"/>
                </a:xfrm>
                <a:prstGeom prst="rect"/>
                <a:solidFill>
                  <a:srgbClr val="009F8C">
                    <a:alpha val="20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63360" tIns="6336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1369" name="Google Shape;338;p5"/>
                <p:cNvSpPr/>
                <p:nvPr/>
              </p:nvSpPr>
              <p:spPr>
                <a:xfrm>
                  <a:off x="190800" y="1122840"/>
                  <a:ext cx="117360" cy="117720"/>
                </a:xfrm>
                <a:prstGeom prst="rect"/>
                <a:solidFill>
                  <a:srgbClr val="009F8C">
                    <a:alpha val="30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59040" tIns="5904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1370" name="Google Shape;339;p5"/>
                <p:cNvSpPr/>
                <p:nvPr/>
              </p:nvSpPr>
              <p:spPr>
                <a:xfrm>
                  <a:off x="190800" y="912240"/>
                  <a:ext cx="117360" cy="117720"/>
                </a:xfrm>
                <a:prstGeom prst="rect"/>
                <a:solidFill>
                  <a:srgbClr val="009F8C">
                    <a:alpha val="40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59040" tIns="5904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1371" name="Google Shape;340;p5"/>
                <p:cNvSpPr/>
                <p:nvPr/>
              </p:nvSpPr>
              <p:spPr>
                <a:xfrm>
                  <a:off x="192600" y="701280"/>
                  <a:ext cx="113040" cy="113040"/>
                </a:xfrm>
                <a:prstGeom prst="rect"/>
                <a:solidFill>
                  <a:srgbClr val="009F8C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56520" tIns="5652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1372" name="Google Shape;341;p5"/>
                <p:cNvSpPr/>
                <p:nvPr/>
              </p:nvSpPr>
              <p:spPr>
                <a:xfrm>
                  <a:off x="195120" y="490680"/>
                  <a:ext cx="108720" cy="108720"/>
                </a:xfrm>
                <a:prstGeom prst="rect"/>
                <a:solidFill>
                  <a:srgbClr val="009F8C">
                    <a:alpha val="55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54360" tIns="5436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1373" name="Google Shape;342;p5"/>
                <p:cNvSpPr/>
                <p:nvPr/>
              </p:nvSpPr>
              <p:spPr>
                <a:xfrm>
                  <a:off x="199800" y="284400"/>
                  <a:ext cx="98640" cy="98640"/>
                </a:xfrm>
                <a:prstGeom prst="rect"/>
                <a:solidFill>
                  <a:srgbClr val="009F8C">
                    <a:alpha val="60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49320" tIns="4932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1374" name="Google Shape;343;p5"/>
                <p:cNvSpPr/>
                <p:nvPr/>
              </p:nvSpPr>
              <p:spPr>
                <a:xfrm>
                  <a:off x="204840" y="78120"/>
                  <a:ext cx="88920" cy="88920"/>
                </a:xfrm>
                <a:prstGeom prst="rect"/>
                <a:solidFill>
                  <a:srgbClr val="009F8C">
                    <a:alpha val="65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44640" tIns="4464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1375" name="Google Shape;344;p5"/>
                <p:cNvSpPr/>
                <p:nvPr/>
              </p:nvSpPr>
              <p:spPr>
                <a:xfrm>
                  <a:off x="204840" y="-127800"/>
                  <a:ext cx="88920" cy="88920"/>
                </a:xfrm>
                <a:prstGeom prst="rect"/>
                <a:solidFill>
                  <a:srgbClr val="009F8C">
                    <a:alpha val="70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44640" tIns="4464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1376" name="Google Shape;345;p5"/>
                <p:cNvSpPr/>
                <p:nvPr/>
              </p:nvSpPr>
              <p:spPr>
                <a:xfrm>
                  <a:off x="209520" y="-345240"/>
                  <a:ext cx="79200" cy="79200"/>
                </a:xfrm>
                <a:prstGeom prst="rect"/>
                <a:solidFill>
                  <a:srgbClr val="009F8C">
                    <a:alpha val="80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39600" tIns="3960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</p:grpSp>
        </p:grpSp>
        <p:grpSp>
          <p:nvGrpSpPr>
            <p:cNvPr id="460" name="Google Shape;346;p5"/>
            <p:cNvGrpSpPr/>
            <p:nvPr/>
          </p:nvGrpSpPr>
          <p:grpSpPr>
            <a:xfrm>
              <a:off x="8430840" y="1235160"/>
              <a:ext cx="142920" cy="2454120"/>
              <a:chOff x="8430840" y="1235160"/>
              <a:chExt cx="142920" cy="2454120"/>
            </a:xfrm>
          </p:grpSpPr>
          <p:grpSp>
            <p:nvGrpSpPr>
              <p:cNvPr id="461" name="Google Shape;347;p5"/>
              <p:cNvGrpSpPr/>
              <p:nvPr/>
            </p:nvGrpSpPr>
            <p:grpSpPr>
              <a:xfrm>
                <a:off x="8430840" y="1235160"/>
                <a:ext cx="142920" cy="2454120"/>
                <a:chOff x="8430840" y="1235160"/>
                <a:chExt cx="142920" cy="2454120"/>
              </a:xfrm>
            </p:grpSpPr>
            <p:sp>
              <p:nvSpPr>
                <p:cNvPr id="1051377" name="Google Shape;348;p5"/>
                <p:cNvSpPr/>
                <p:nvPr/>
              </p:nvSpPr>
              <p:spPr>
                <a:xfrm>
                  <a:off x="8430840" y="3546360"/>
                  <a:ext cx="142920" cy="142920"/>
                </a:xfrm>
                <a:prstGeom prst="rect"/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71640" tIns="7164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1378" name="Google Shape;349;p5"/>
                <p:cNvSpPr/>
                <p:nvPr/>
              </p:nvSpPr>
              <p:spPr>
                <a:xfrm>
                  <a:off x="8439480" y="3335400"/>
                  <a:ext cx="126000" cy="126360"/>
                </a:xfrm>
                <a:prstGeom prst="rect"/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63360" tIns="6336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1379" name="Google Shape;350;p5"/>
                <p:cNvSpPr/>
                <p:nvPr/>
              </p:nvSpPr>
              <p:spPr>
                <a:xfrm>
                  <a:off x="8439480" y="3124800"/>
                  <a:ext cx="126000" cy="126360"/>
                </a:xfrm>
                <a:prstGeom prst="rect"/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63360" tIns="6336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1380" name="Google Shape;351;p5"/>
                <p:cNvSpPr/>
                <p:nvPr/>
              </p:nvSpPr>
              <p:spPr>
                <a:xfrm>
                  <a:off x="8439480" y="2914200"/>
                  <a:ext cx="126000" cy="126360"/>
                </a:xfrm>
                <a:prstGeom prst="rect"/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63360" tIns="6336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1381" name="Google Shape;352;p5"/>
                <p:cNvSpPr/>
                <p:nvPr/>
              </p:nvSpPr>
              <p:spPr>
                <a:xfrm>
                  <a:off x="8443800" y="2703240"/>
                  <a:ext cx="117360" cy="117720"/>
                </a:xfrm>
                <a:prstGeom prst="rect"/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59040" tIns="5904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1382" name="Google Shape;353;p5"/>
                <p:cNvSpPr/>
                <p:nvPr/>
              </p:nvSpPr>
              <p:spPr>
                <a:xfrm>
                  <a:off x="8443800" y="2492640"/>
                  <a:ext cx="117360" cy="117720"/>
                </a:xfrm>
                <a:prstGeom prst="rect"/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59040" tIns="5904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1383" name="Google Shape;354;p5"/>
                <p:cNvSpPr/>
                <p:nvPr/>
              </p:nvSpPr>
              <p:spPr>
                <a:xfrm>
                  <a:off x="8445960" y="2281680"/>
                  <a:ext cx="113040" cy="113040"/>
                </a:xfrm>
                <a:prstGeom prst="rect"/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56520" tIns="5652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1384" name="Google Shape;355;p5"/>
                <p:cNvSpPr/>
                <p:nvPr/>
              </p:nvSpPr>
              <p:spPr>
                <a:xfrm>
                  <a:off x="8448120" y="2071080"/>
                  <a:ext cx="108720" cy="108720"/>
                </a:xfrm>
                <a:prstGeom prst="rect"/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54360" tIns="5436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1385" name="Google Shape;356;p5"/>
                <p:cNvSpPr/>
                <p:nvPr/>
              </p:nvSpPr>
              <p:spPr>
                <a:xfrm>
                  <a:off x="8453160" y="1864800"/>
                  <a:ext cx="98640" cy="98640"/>
                </a:xfrm>
                <a:prstGeom prst="rect"/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49320" tIns="4932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1386" name="Google Shape;357;p5"/>
                <p:cNvSpPr/>
                <p:nvPr/>
              </p:nvSpPr>
              <p:spPr>
                <a:xfrm>
                  <a:off x="8457840" y="1658520"/>
                  <a:ext cx="88920" cy="88920"/>
                </a:xfrm>
                <a:prstGeom prst="rect"/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44640" tIns="4464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1387" name="Google Shape;358;p5"/>
                <p:cNvSpPr/>
                <p:nvPr/>
              </p:nvSpPr>
              <p:spPr>
                <a:xfrm>
                  <a:off x="8457840" y="1452600"/>
                  <a:ext cx="88920" cy="88920"/>
                </a:xfrm>
                <a:prstGeom prst="rect"/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44640" tIns="4464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1388" name="Google Shape;359;p5"/>
                <p:cNvSpPr/>
                <p:nvPr/>
              </p:nvSpPr>
              <p:spPr>
                <a:xfrm>
                  <a:off x="8462880" y="1235160"/>
                  <a:ext cx="79200" cy="79200"/>
                </a:xfrm>
                <a:prstGeom prst="rect"/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39600" tIns="3960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</p:grpSp>
          <p:grpSp>
            <p:nvGrpSpPr>
              <p:cNvPr id="462" name="Google Shape;360;p5"/>
              <p:cNvGrpSpPr/>
              <p:nvPr/>
            </p:nvGrpSpPr>
            <p:grpSpPr>
              <a:xfrm>
                <a:off x="8430840" y="1235160"/>
                <a:ext cx="142920" cy="2454120"/>
                <a:chOff x="8430840" y="1235160"/>
                <a:chExt cx="142920" cy="2454120"/>
              </a:xfrm>
            </p:grpSpPr>
            <p:sp>
              <p:nvSpPr>
                <p:cNvPr id="1051389" name="Google Shape;361;p5"/>
                <p:cNvSpPr/>
                <p:nvPr/>
              </p:nvSpPr>
              <p:spPr>
                <a:xfrm>
                  <a:off x="8430840" y="3546360"/>
                  <a:ext cx="142920" cy="142920"/>
                </a:xfrm>
                <a:prstGeom prst="rect"/>
                <a:noFill/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71640" tIns="7164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1390" name="Google Shape;362;p5"/>
                <p:cNvSpPr/>
                <p:nvPr/>
              </p:nvSpPr>
              <p:spPr>
                <a:xfrm>
                  <a:off x="8439480" y="3335400"/>
                  <a:ext cx="126000" cy="126360"/>
                </a:xfrm>
                <a:prstGeom prst="rect"/>
                <a:solidFill>
                  <a:srgbClr val="009F8C">
                    <a:alpha val="5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63360" tIns="6336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1391" name="Google Shape;363;p5"/>
                <p:cNvSpPr/>
                <p:nvPr/>
              </p:nvSpPr>
              <p:spPr>
                <a:xfrm>
                  <a:off x="8439480" y="3124800"/>
                  <a:ext cx="126000" cy="126360"/>
                </a:xfrm>
                <a:prstGeom prst="rect"/>
                <a:solidFill>
                  <a:srgbClr val="009F8C">
                    <a:alpha val="10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63360" tIns="6336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1392" name="Google Shape;364;p5"/>
                <p:cNvSpPr/>
                <p:nvPr/>
              </p:nvSpPr>
              <p:spPr>
                <a:xfrm>
                  <a:off x="8439480" y="2914200"/>
                  <a:ext cx="126000" cy="126360"/>
                </a:xfrm>
                <a:prstGeom prst="rect"/>
                <a:solidFill>
                  <a:srgbClr val="009F8C">
                    <a:alpha val="20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63360" tIns="6336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1393" name="Google Shape;365;p5"/>
                <p:cNvSpPr/>
                <p:nvPr/>
              </p:nvSpPr>
              <p:spPr>
                <a:xfrm>
                  <a:off x="8443800" y="2703240"/>
                  <a:ext cx="117360" cy="117720"/>
                </a:xfrm>
                <a:prstGeom prst="rect"/>
                <a:solidFill>
                  <a:srgbClr val="009F8C">
                    <a:alpha val="30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59040" tIns="5904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1394" name="Google Shape;366;p5"/>
                <p:cNvSpPr/>
                <p:nvPr/>
              </p:nvSpPr>
              <p:spPr>
                <a:xfrm>
                  <a:off x="8443800" y="2492640"/>
                  <a:ext cx="117360" cy="117720"/>
                </a:xfrm>
                <a:prstGeom prst="rect"/>
                <a:solidFill>
                  <a:srgbClr val="009F8C">
                    <a:alpha val="40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59040" tIns="5904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1395" name="Google Shape;367;p5"/>
                <p:cNvSpPr/>
                <p:nvPr/>
              </p:nvSpPr>
              <p:spPr>
                <a:xfrm>
                  <a:off x="8445960" y="2281680"/>
                  <a:ext cx="113040" cy="113040"/>
                </a:xfrm>
                <a:prstGeom prst="rect"/>
                <a:solidFill>
                  <a:srgbClr val="009F8C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56520" tIns="5652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1396" name="Google Shape;368;p5"/>
                <p:cNvSpPr/>
                <p:nvPr/>
              </p:nvSpPr>
              <p:spPr>
                <a:xfrm>
                  <a:off x="8448120" y="2071080"/>
                  <a:ext cx="108720" cy="108720"/>
                </a:xfrm>
                <a:prstGeom prst="rect"/>
                <a:solidFill>
                  <a:srgbClr val="009F8C">
                    <a:alpha val="55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54360" tIns="5436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1397" name="Google Shape;369;p5"/>
                <p:cNvSpPr/>
                <p:nvPr/>
              </p:nvSpPr>
              <p:spPr>
                <a:xfrm>
                  <a:off x="8453160" y="1864800"/>
                  <a:ext cx="98640" cy="98640"/>
                </a:xfrm>
                <a:prstGeom prst="rect"/>
                <a:solidFill>
                  <a:srgbClr val="009F8C">
                    <a:alpha val="60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49320" tIns="4932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1398" name="Google Shape;370;p5"/>
                <p:cNvSpPr/>
                <p:nvPr/>
              </p:nvSpPr>
              <p:spPr>
                <a:xfrm>
                  <a:off x="8457840" y="1658520"/>
                  <a:ext cx="88920" cy="88920"/>
                </a:xfrm>
                <a:prstGeom prst="rect"/>
                <a:solidFill>
                  <a:srgbClr val="009F8C">
                    <a:alpha val="65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44640" tIns="4464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1399" name="Google Shape;371;p5"/>
                <p:cNvSpPr/>
                <p:nvPr/>
              </p:nvSpPr>
              <p:spPr>
                <a:xfrm>
                  <a:off x="8457840" y="1452600"/>
                  <a:ext cx="88920" cy="88920"/>
                </a:xfrm>
                <a:prstGeom prst="rect"/>
                <a:solidFill>
                  <a:srgbClr val="009F8C">
                    <a:alpha val="70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44640" tIns="4464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1400" name="Google Shape;372;p5"/>
                <p:cNvSpPr/>
                <p:nvPr/>
              </p:nvSpPr>
              <p:spPr>
                <a:xfrm>
                  <a:off x="8462880" y="1235160"/>
                  <a:ext cx="79200" cy="79200"/>
                </a:xfrm>
                <a:prstGeom prst="rect"/>
                <a:solidFill>
                  <a:srgbClr val="009F8C">
                    <a:alpha val="80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39600" tIns="3960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</p:grpSp>
        </p:grpSp>
        <p:grpSp>
          <p:nvGrpSpPr>
            <p:cNvPr id="463" name="Google Shape;373;p5"/>
            <p:cNvGrpSpPr/>
            <p:nvPr/>
          </p:nvGrpSpPr>
          <p:grpSpPr>
            <a:xfrm>
              <a:off x="641520" y="1911240"/>
              <a:ext cx="142920" cy="2453760"/>
              <a:chOff x="641520" y="1911240"/>
              <a:chExt cx="142920" cy="2453760"/>
            </a:xfrm>
          </p:grpSpPr>
          <p:grpSp>
            <p:nvGrpSpPr>
              <p:cNvPr id="464" name="Google Shape;374;p5"/>
              <p:cNvGrpSpPr/>
              <p:nvPr/>
            </p:nvGrpSpPr>
            <p:grpSpPr>
              <a:xfrm>
                <a:off x="641520" y="1911240"/>
                <a:ext cx="142920" cy="2453760"/>
                <a:chOff x="641520" y="1911240"/>
                <a:chExt cx="142920" cy="2453760"/>
              </a:xfrm>
            </p:grpSpPr>
            <p:sp>
              <p:nvSpPr>
                <p:cNvPr id="1051401" name="Google Shape;375;p5"/>
                <p:cNvSpPr/>
                <p:nvPr/>
              </p:nvSpPr>
              <p:spPr>
                <a:xfrm>
                  <a:off x="641520" y="4222080"/>
                  <a:ext cx="142920" cy="142920"/>
                </a:xfrm>
                <a:prstGeom prst="rect"/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71640" tIns="7164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1402" name="Google Shape;376;p5"/>
                <p:cNvSpPr/>
                <p:nvPr/>
              </p:nvSpPr>
              <p:spPr>
                <a:xfrm>
                  <a:off x="650160" y="4011480"/>
                  <a:ext cx="126000" cy="126360"/>
                </a:xfrm>
                <a:prstGeom prst="rect"/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63360" tIns="6336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1403" name="Google Shape;377;p5"/>
                <p:cNvSpPr/>
                <p:nvPr/>
              </p:nvSpPr>
              <p:spPr>
                <a:xfrm>
                  <a:off x="650160" y="3800880"/>
                  <a:ext cx="126000" cy="126360"/>
                </a:xfrm>
                <a:prstGeom prst="rect"/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63360" tIns="6336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1404" name="Google Shape;378;p5"/>
                <p:cNvSpPr/>
                <p:nvPr/>
              </p:nvSpPr>
              <p:spPr>
                <a:xfrm>
                  <a:off x="650160" y="3589920"/>
                  <a:ext cx="126000" cy="126360"/>
                </a:xfrm>
                <a:prstGeom prst="rect"/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63360" tIns="6336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1405" name="Google Shape;379;p5"/>
                <p:cNvSpPr/>
                <p:nvPr/>
              </p:nvSpPr>
              <p:spPr>
                <a:xfrm>
                  <a:off x="654480" y="3379320"/>
                  <a:ext cx="117360" cy="117720"/>
                </a:xfrm>
                <a:prstGeom prst="rect"/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59040" tIns="5904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1406" name="Google Shape;380;p5"/>
                <p:cNvSpPr/>
                <p:nvPr/>
              </p:nvSpPr>
              <p:spPr>
                <a:xfrm>
                  <a:off x="654480" y="3168720"/>
                  <a:ext cx="117360" cy="117720"/>
                </a:xfrm>
                <a:prstGeom prst="rect"/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59040" tIns="5904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1407" name="Google Shape;381;p5"/>
                <p:cNvSpPr/>
                <p:nvPr/>
              </p:nvSpPr>
              <p:spPr>
                <a:xfrm>
                  <a:off x="656640" y="2957760"/>
                  <a:ext cx="113040" cy="113040"/>
                </a:xfrm>
                <a:prstGeom prst="rect"/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56520" tIns="5652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1408" name="Google Shape;382;p5"/>
                <p:cNvSpPr/>
                <p:nvPr/>
              </p:nvSpPr>
              <p:spPr>
                <a:xfrm>
                  <a:off x="658800" y="2747160"/>
                  <a:ext cx="108720" cy="108720"/>
                </a:xfrm>
                <a:prstGeom prst="rect"/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54360" tIns="5436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1409" name="Google Shape;383;p5"/>
                <p:cNvSpPr/>
                <p:nvPr/>
              </p:nvSpPr>
              <p:spPr>
                <a:xfrm>
                  <a:off x="663840" y="2540880"/>
                  <a:ext cx="98640" cy="98640"/>
                </a:xfrm>
                <a:prstGeom prst="rect"/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49320" tIns="4932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1410" name="Google Shape;384;p5"/>
                <p:cNvSpPr/>
                <p:nvPr/>
              </p:nvSpPr>
              <p:spPr>
                <a:xfrm>
                  <a:off x="668520" y="2334600"/>
                  <a:ext cx="88920" cy="88920"/>
                </a:xfrm>
                <a:prstGeom prst="rect"/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44640" tIns="4464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1411" name="Google Shape;385;p5"/>
                <p:cNvSpPr/>
                <p:nvPr/>
              </p:nvSpPr>
              <p:spPr>
                <a:xfrm>
                  <a:off x="668520" y="2128680"/>
                  <a:ext cx="88920" cy="88920"/>
                </a:xfrm>
                <a:prstGeom prst="rect"/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44640" tIns="4464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1412" name="Google Shape;386;p5"/>
                <p:cNvSpPr/>
                <p:nvPr/>
              </p:nvSpPr>
              <p:spPr>
                <a:xfrm>
                  <a:off x="673560" y="1911240"/>
                  <a:ext cx="79200" cy="79200"/>
                </a:xfrm>
                <a:prstGeom prst="rect"/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39600" tIns="3960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</p:grpSp>
          <p:grpSp>
            <p:nvGrpSpPr>
              <p:cNvPr id="465" name="Google Shape;387;p5"/>
              <p:cNvGrpSpPr/>
              <p:nvPr/>
            </p:nvGrpSpPr>
            <p:grpSpPr>
              <a:xfrm>
                <a:off x="641520" y="1911240"/>
                <a:ext cx="142920" cy="2453760"/>
                <a:chOff x="641520" y="1911240"/>
                <a:chExt cx="142920" cy="2453760"/>
              </a:xfrm>
            </p:grpSpPr>
            <p:sp>
              <p:nvSpPr>
                <p:cNvPr id="1051413" name="Google Shape;388;p5"/>
                <p:cNvSpPr/>
                <p:nvPr/>
              </p:nvSpPr>
              <p:spPr>
                <a:xfrm>
                  <a:off x="641520" y="4222080"/>
                  <a:ext cx="142920" cy="142920"/>
                </a:xfrm>
                <a:prstGeom prst="rect"/>
                <a:noFill/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71640" tIns="7164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1414" name="Google Shape;389;p5"/>
                <p:cNvSpPr/>
                <p:nvPr/>
              </p:nvSpPr>
              <p:spPr>
                <a:xfrm>
                  <a:off x="650160" y="4011480"/>
                  <a:ext cx="126000" cy="126360"/>
                </a:xfrm>
                <a:prstGeom prst="rect"/>
                <a:solidFill>
                  <a:srgbClr val="009F8C">
                    <a:alpha val="5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63360" tIns="6336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1415" name="Google Shape;390;p5"/>
                <p:cNvSpPr/>
                <p:nvPr/>
              </p:nvSpPr>
              <p:spPr>
                <a:xfrm>
                  <a:off x="650160" y="3800880"/>
                  <a:ext cx="126000" cy="126360"/>
                </a:xfrm>
                <a:prstGeom prst="rect"/>
                <a:solidFill>
                  <a:srgbClr val="009F8C">
                    <a:alpha val="10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63360" tIns="6336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1416" name="Google Shape;391;p5"/>
                <p:cNvSpPr/>
                <p:nvPr/>
              </p:nvSpPr>
              <p:spPr>
                <a:xfrm>
                  <a:off x="650160" y="3589920"/>
                  <a:ext cx="126000" cy="126360"/>
                </a:xfrm>
                <a:prstGeom prst="rect"/>
                <a:solidFill>
                  <a:srgbClr val="009F8C">
                    <a:alpha val="20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63360" tIns="6336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1417" name="Google Shape;392;p5"/>
                <p:cNvSpPr/>
                <p:nvPr/>
              </p:nvSpPr>
              <p:spPr>
                <a:xfrm>
                  <a:off x="654480" y="3379320"/>
                  <a:ext cx="117360" cy="117720"/>
                </a:xfrm>
                <a:prstGeom prst="rect"/>
                <a:solidFill>
                  <a:srgbClr val="009F8C">
                    <a:alpha val="30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59040" tIns="5904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1418" name="Google Shape;393;p5"/>
                <p:cNvSpPr/>
                <p:nvPr/>
              </p:nvSpPr>
              <p:spPr>
                <a:xfrm>
                  <a:off x="654480" y="3168720"/>
                  <a:ext cx="117360" cy="117720"/>
                </a:xfrm>
                <a:prstGeom prst="rect"/>
                <a:solidFill>
                  <a:srgbClr val="009F8C">
                    <a:alpha val="40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59040" tIns="5904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1419" name="Google Shape;394;p5"/>
                <p:cNvSpPr/>
                <p:nvPr/>
              </p:nvSpPr>
              <p:spPr>
                <a:xfrm>
                  <a:off x="656640" y="2957760"/>
                  <a:ext cx="113040" cy="113040"/>
                </a:xfrm>
                <a:prstGeom prst="rect"/>
                <a:solidFill>
                  <a:srgbClr val="009F8C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56520" tIns="5652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1420" name="Google Shape;395;p5"/>
                <p:cNvSpPr/>
                <p:nvPr/>
              </p:nvSpPr>
              <p:spPr>
                <a:xfrm>
                  <a:off x="658800" y="2747160"/>
                  <a:ext cx="108720" cy="108720"/>
                </a:xfrm>
                <a:prstGeom prst="rect"/>
                <a:solidFill>
                  <a:srgbClr val="009F8C">
                    <a:alpha val="55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54360" tIns="5436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1421" name="Google Shape;396;p5"/>
                <p:cNvSpPr/>
                <p:nvPr/>
              </p:nvSpPr>
              <p:spPr>
                <a:xfrm>
                  <a:off x="663840" y="2540880"/>
                  <a:ext cx="98640" cy="98640"/>
                </a:xfrm>
                <a:prstGeom prst="rect"/>
                <a:solidFill>
                  <a:srgbClr val="009F8C">
                    <a:alpha val="60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49320" tIns="4932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1422" name="Google Shape;397;p5"/>
                <p:cNvSpPr/>
                <p:nvPr/>
              </p:nvSpPr>
              <p:spPr>
                <a:xfrm>
                  <a:off x="668520" y="2334600"/>
                  <a:ext cx="88920" cy="88920"/>
                </a:xfrm>
                <a:prstGeom prst="rect"/>
                <a:solidFill>
                  <a:srgbClr val="009F8C">
                    <a:alpha val="65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44640" tIns="4464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1423" name="Google Shape;398;p5"/>
                <p:cNvSpPr/>
                <p:nvPr/>
              </p:nvSpPr>
              <p:spPr>
                <a:xfrm>
                  <a:off x="668520" y="2128680"/>
                  <a:ext cx="88920" cy="88920"/>
                </a:xfrm>
                <a:prstGeom prst="rect"/>
                <a:solidFill>
                  <a:srgbClr val="009F8C">
                    <a:alpha val="70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44640" tIns="4464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1424" name="Google Shape;399;p5"/>
                <p:cNvSpPr/>
                <p:nvPr/>
              </p:nvSpPr>
              <p:spPr>
                <a:xfrm>
                  <a:off x="673560" y="1911240"/>
                  <a:ext cx="79200" cy="79200"/>
                </a:xfrm>
                <a:prstGeom prst="rect"/>
                <a:solidFill>
                  <a:srgbClr val="009F8C">
                    <a:alpha val="80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39600" tIns="3960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</p:grpSp>
        </p:grpSp>
      </p:grpSp>
      <p:sp>
        <p:nvSpPr>
          <p:cNvPr id="1051425" name="PlaceHolder 1"/>
          <p:cNvSpPr>
            <a:spLocks noGrp="1"/>
          </p:cNvSpPr>
          <p:nvPr>
            <p:ph type="title"/>
          </p:nvPr>
        </p:nvSpPr>
        <p:spPr>
          <a:xfrm>
            <a:off x="720000" y="444960"/>
            <a:ext cx="7703640" cy="572400"/>
          </a:xfrm>
          <a:prstGeom prst="rect"/>
          <a:noFill/>
          <a:ln w="0">
            <a:noFill/>
          </a:ln>
        </p:spPr>
        <p:txBody>
          <a:bodyPr anchor="t" bIns="91440" lIns="91440" rIns="91440" tIns="91440">
            <a:noAutofit/>
          </a:bodyPr>
          <a:p>
            <a:pPr indent="0">
              <a:buNone/>
            </a:pPr>
            <a:r>
              <a:rPr b="0" sz="3500" lang="fr-FR" strike="noStrike" u="none">
                <a:solidFill>
                  <a:schemeClr val="dk1"/>
                </a:solidFill>
                <a:effectLst/>
                <a:latin typeface="Arial"/>
              </a:rPr>
              <a:t>Click to edit the title text format</a:t>
            </a:r>
            <a:endParaRPr b="0" sz="3500" lang="fr-FR" strike="noStrike" u="none">
              <a:solidFill>
                <a:schemeClr val="dk1"/>
              </a:solidFill>
              <a:effectLst/>
              <a:latin typeface="Arial"/>
            </a:endParaRP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itleOnly">
  <p:cSld name="TITLE_ONLY">
    <p:bg>
      <p:bgPr>
        <a:solidFill>
          <a:schemeClr val="lt1"/>
        </a:solidFill>
      </p:bgPr>
    </p:bg>
    <p:spTree>
      <p:nvGrpSpPr>
        <p:cNvPr id="18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453" name="PlaceHolder 1"/>
          <p:cNvSpPr>
            <a:spLocks noGrp="1"/>
          </p:cNvSpPr>
          <p:nvPr>
            <p:ph type="title"/>
          </p:nvPr>
        </p:nvSpPr>
        <p:spPr>
          <a:xfrm>
            <a:off x="720000" y="444960"/>
            <a:ext cx="7703640" cy="572400"/>
          </a:xfrm>
          <a:prstGeom prst="rect"/>
          <a:noFill/>
          <a:ln w="0">
            <a:noFill/>
          </a:ln>
        </p:spPr>
        <p:txBody>
          <a:bodyPr anchor="t" bIns="91440" lIns="91440" rIns="91440" tIns="91440">
            <a:noAutofit/>
          </a:bodyPr>
          <a:p>
            <a:pPr indent="0">
              <a:buNone/>
            </a:pPr>
            <a:r>
              <a:rPr b="0" sz="3500" lang="fr-FR" strike="noStrike" u="none">
                <a:solidFill>
                  <a:schemeClr val="dk1"/>
                </a:solidFill>
                <a:effectLst/>
                <a:latin typeface="Arial"/>
              </a:rPr>
              <a:t>Click to edit the title text format</a:t>
            </a:r>
            <a:endParaRPr b="0" sz="3500" lang="fr-FR" strike="noStrike" u="none">
              <a:solidFill>
                <a:schemeClr val="dk1"/>
              </a:solidFill>
              <a:effectLst/>
              <a:latin typeface="Arial"/>
            </a:endParaRPr>
          </a:p>
        </p:txBody>
      </p:sp>
      <p:grpSp>
        <p:nvGrpSpPr>
          <p:cNvPr id="183" name="Google Shape;407;p6"/>
          <p:cNvGrpSpPr/>
          <p:nvPr/>
        </p:nvGrpSpPr>
        <p:grpSpPr>
          <a:xfrm>
            <a:off x="192960" y="-363600"/>
            <a:ext cx="8693280" cy="5681880"/>
            <a:chOff x="192960" y="-363600"/>
            <a:chExt cx="8693280" cy="5681880"/>
          </a:xfrm>
        </p:grpSpPr>
        <p:grpSp>
          <p:nvGrpSpPr>
            <p:cNvPr id="184" name="Google Shape;408;p6"/>
            <p:cNvGrpSpPr/>
            <p:nvPr/>
          </p:nvGrpSpPr>
          <p:grpSpPr>
            <a:xfrm>
              <a:off x="8743320" y="-363600"/>
              <a:ext cx="142920" cy="2453760"/>
              <a:chOff x="8743320" y="-363600"/>
              <a:chExt cx="142920" cy="2453760"/>
            </a:xfrm>
          </p:grpSpPr>
          <p:grpSp>
            <p:nvGrpSpPr>
              <p:cNvPr id="185" name="Google Shape;409;p6"/>
              <p:cNvGrpSpPr/>
              <p:nvPr/>
            </p:nvGrpSpPr>
            <p:grpSpPr>
              <a:xfrm>
                <a:off x="8743320" y="-363600"/>
                <a:ext cx="142920" cy="2453760"/>
                <a:chOff x="8743320" y="-363600"/>
                <a:chExt cx="142920" cy="2453760"/>
              </a:xfrm>
            </p:grpSpPr>
            <p:sp>
              <p:nvSpPr>
                <p:cNvPr id="1049454" name="Google Shape;410;p6"/>
                <p:cNvSpPr/>
                <p:nvPr/>
              </p:nvSpPr>
              <p:spPr>
                <a:xfrm>
                  <a:off x="8743320" y="1947240"/>
                  <a:ext cx="142920" cy="142920"/>
                </a:xfrm>
                <a:prstGeom prst="rect"/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71640" tIns="7164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49455" name="Google Shape;411;p6"/>
                <p:cNvSpPr/>
                <p:nvPr/>
              </p:nvSpPr>
              <p:spPr>
                <a:xfrm>
                  <a:off x="8751960" y="1736640"/>
                  <a:ext cx="126000" cy="126360"/>
                </a:xfrm>
                <a:prstGeom prst="rect"/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63360" tIns="6336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49456" name="Google Shape;412;p6"/>
                <p:cNvSpPr/>
                <p:nvPr/>
              </p:nvSpPr>
              <p:spPr>
                <a:xfrm>
                  <a:off x="8751960" y="1525680"/>
                  <a:ext cx="126000" cy="126360"/>
                </a:xfrm>
                <a:prstGeom prst="rect"/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63360" tIns="6336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49457" name="Google Shape;413;p6"/>
                <p:cNvSpPr/>
                <p:nvPr/>
              </p:nvSpPr>
              <p:spPr>
                <a:xfrm>
                  <a:off x="8751960" y="1315080"/>
                  <a:ext cx="126000" cy="126360"/>
                </a:xfrm>
                <a:prstGeom prst="rect"/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63360" tIns="6336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49458" name="Google Shape;414;p6"/>
                <p:cNvSpPr/>
                <p:nvPr/>
              </p:nvSpPr>
              <p:spPr>
                <a:xfrm>
                  <a:off x="8756280" y="1104480"/>
                  <a:ext cx="117360" cy="117720"/>
                </a:xfrm>
                <a:prstGeom prst="rect"/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59040" tIns="5904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49459" name="Google Shape;415;p6"/>
                <p:cNvSpPr/>
                <p:nvPr/>
              </p:nvSpPr>
              <p:spPr>
                <a:xfrm>
                  <a:off x="8756280" y="893520"/>
                  <a:ext cx="117360" cy="117720"/>
                </a:xfrm>
                <a:prstGeom prst="rect"/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59040" tIns="5904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49460" name="Google Shape;416;p6"/>
                <p:cNvSpPr/>
                <p:nvPr/>
              </p:nvSpPr>
              <p:spPr>
                <a:xfrm>
                  <a:off x="8758440" y="682920"/>
                  <a:ext cx="113040" cy="113040"/>
                </a:xfrm>
                <a:prstGeom prst="rect"/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56520" tIns="5652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49461" name="Google Shape;417;p6"/>
                <p:cNvSpPr/>
                <p:nvPr/>
              </p:nvSpPr>
              <p:spPr>
                <a:xfrm>
                  <a:off x="8760600" y="472320"/>
                  <a:ext cx="108720" cy="108720"/>
                </a:xfrm>
                <a:prstGeom prst="rect"/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54360" tIns="5436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49462" name="Google Shape;418;p6"/>
                <p:cNvSpPr/>
                <p:nvPr/>
              </p:nvSpPr>
              <p:spPr>
                <a:xfrm>
                  <a:off x="8765640" y="266040"/>
                  <a:ext cx="98640" cy="98640"/>
                </a:xfrm>
                <a:prstGeom prst="rect"/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49320" tIns="4932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49463" name="Google Shape;419;p6"/>
                <p:cNvSpPr/>
                <p:nvPr/>
              </p:nvSpPr>
              <p:spPr>
                <a:xfrm>
                  <a:off x="8770320" y="59760"/>
                  <a:ext cx="88920" cy="88920"/>
                </a:xfrm>
                <a:prstGeom prst="rect"/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44640" tIns="4464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49464" name="Google Shape;420;p6"/>
                <p:cNvSpPr/>
                <p:nvPr/>
              </p:nvSpPr>
              <p:spPr>
                <a:xfrm>
                  <a:off x="8770320" y="-146520"/>
                  <a:ext cx="88920" cy="88920"/>
                </a:xfrm>
                <a:prstGeom prst="rect"/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44640" tIns="4464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49465" name="Google Shape;421;p6"/>
                <p:cNvSpPr/>
                <p:nvPr/>
              </p:nvSpPr>
              <p:spPr>
                <a:xfrm>
                  <a:off x="8775360" y="-363600"/>
                  <a:ext cx="79200" cy="79200"/>
                </a:xfrm>
                <a:prstGeom prst="rect"/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39600" tIns="3960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</p:grpSp>
          <p:grpSp>
            <p:nvGrpSpPr>
              <p:cNvPr id="186" name="Google Shape;422;p6"/>
              <p:cNvGrpSpPr/>
              <p:nvPr/>
            </p:nvGrpSpPr>
            <p:grpSpPr>
              <a:xfrm>
                <a:off x="8743320" y="-363600"/>
                <a:ext cx="142920" cy="2453760"/>
                <a:chOff x="8743320" y="-363600"/>
                <a:chExt cx="142920" cy="2453760"/>
              </a:xfrm>
            </p:grpSpPr>
            <p:sp>
              <p:nvSpPr>
                <p:cNvPr id="1049466" name="Google Shape;423;p6"/>
                <p:cNvSpPr/>
                <p:nvPr/>
              </p:nvSpPr>
              <p:spPr>
                <a:xfrm>
                  <a:off x="8743320" y="1947240"/>
                  <a:ext cx="142920" cy="142920"/>
                </a:xfrm>
                <a:prstGeom prst="rect"/>
                <a:noFill/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71640" tIns="7164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49467" name="Google Shape;424;p6"/>
                <p:cNvSpPr/>
                <p:nvPr/>
              </p:nvSpPr>
              <p:spPr>
                <a:xfrm>
                  <a:off x="8751960" y="1736640"/>
                  <a:ext cx="126000" cy="126360"/>
                </a:xfrm>
                <a:prstGeom prst="rect"/>
                <a:solidFill>
                  <a:srgbClr val="009F8C">
                    <a:alpha val="5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63360" tIns="6336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49468" name="Google Shape;425;p6"/>
                <p:cNvSpPr/>
                <p:nvPr/>
              </p:nvSpPr>
              <p:spPr>
                <a:xfrm>
                  <a:off x="8751960" y="1525680"/>
                  <a:ext cx="126000" cy="126360"/>
                </a:xfrm>
                <a:prstGeom prst="rect"/>
                <a:solidFill>
                  <a:srgbClr val="009F8C">
                    <a:alpha val="10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63360" tIns="6336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49469" name="Google Shape;426;p6"/>
                <p:cNvSpPr/>
                <p:nvPr/>
              </p:nvSpPr>
              <p:spPr>
                <a:xfrm>
                  <a:off x="8751960" y="1315080"/>
                  <a:ext cx="126000" cy="126360"/>
                </a:xfrm>
                <a:prstGeom prst="rect"/>
                <a:solidFill>
                  <a:srgbClr val="009F8C">
                    <a:alpha val="20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63360" tIns="6336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49470" name="Google Shape;427;p6"/>
                <p:cNvSpPr/>
                <p:nvPr/>
              </p:nvSpPr>
              <p:spPr>
                <a:xfrm>
                  <a:off x="8756280" y="1104480"/>
                  <a:ext cx="117360" cy="117720"/>
                </a:xfrm>
                <a:prstGeom prst="rect"/>
                <a:solidFill>
                  <a:srgbClr val="009F8C">
                    <a:alpha val="30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59040" tIns="5904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49471" name="Google Shape;428;p6"/>
                <p:cNvSpPr/>
                <p:nvPr/>
              </p:nvSpPr>
              <p:spPr>
                <a:xfrm>
                  <a:off x="8756280" y="893520"/>
                  <a:ext cx="117360" cy="117720"/>
                </a:xfrm>
                <a:prstGeom prst="rect"/>
                <a:solidFill>
                  <a:srgbClr val="009F8C">
                    <a:alpha val="40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59040" tIns="5904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49472" name="Google Shape;429;p6"/>
                <p:cNvSpPr/>
                <p:nvPr/>
              </p:nvSpPr>
              <p:spPr>
                <a:xfrm>
                  <a:off x="8758440" y="682920"/>
                  <a:ext cx="113040" cy="113040"/>
                </a:xfrm>
                <a:prstGeom prst="rect"/>
                <a:solidFill>
                  <a:srgbClr val="009F8C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56520" tIns="5652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49473" name="Google Shape;430;p6"/>
                <p:cNvSpPr/>
                <p:nvPr/>
              </p:nvSpPr>
              <p:spPr>
                <a:xfrm>
                  <a:off x="8760600" y="472320"/>
                  <a:ext cx="108720" cy="108720"/>
                </a:xfrm>
                <a:prstGeom prst="rect"/>
                <a:solidFill>
                  <a:srgbClr val="009F8C">
                    <a:alpha val="55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54360" tIns="5436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49474" name="Google Shape;431;p6"/>
                <p:cNvSpPr/>
                <p:nvPr/>
              </p:nvSpPr>
              <p:spPr>
                <a:xfrm>
                  <a:off x="8765640" y="266040"/>
                  <a:ext cx="98640" cy="98640"/>
                </a:xfrm>
                <a:prstGeom prst="rect"/>
                <a:solidFill>
                  <a:srgbClr val="009F8C">
                    <a:alpha val="60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49320" tIns="4932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49475" name="Google Shape;432;p6"/>
                <p:cNvSpPr/>
                <p:nvPr/>
              </p:nvSpPr>
              <p:spPr>
                <a:xfrm>
                  <a:off x="8770320" y="59760"/>
                  <a:ext cx="88920" cy="88920"/>
                </a:xfrm>
                <a:prstGeom prst="rect"/>
                <a:solidFill>
                  <a:srgbClr val="009F8C">
                    <a:alpha val="65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44640" tIns="4464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49476" name="Google Shape;433;p6"/>
                <p:cNvSpPr/>
                <p:nvPr/>
              </p:nvSpPr>
              <p:spPr>
                <a:xfrm>
                  <a:off x="8770320" y="-146520"/>
                  <a:ext cx="88920" cy="88920"/>
                </a:xfrm>
                <a:prstGeom prst="rect"/>
                <a:solidFill>
                  <a:srgbClr val="009F8C">
                    <a:alpha val="70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44640" tIns="4464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49477" name="Google Shape;434;p6"/>
                <p:cNvSpPr/>
                <p:nvPr/>
              </p:nvSpPr>
              <p:spPr>
                <a:xfrm>
                  <a:off x="8775360" y="-363600"/>
                  <a:ext cx="79200" cy="79200"/>
                </a:xfrm>
                <a:prstGeom prst="rect"/>
                <a:solidFill>
                  <a:srgbClr val="009F8C">
                    <a:alpha val="80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39600" tIns="3960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</p:grpSp>
        </p:grpSp>
        <p:grpSp>
          <p:nvGrpSpPr>
            <p:cNvPr id="187" name="Google Shape;435;p6"/>
            <p:cNvGrpSpPr/>
            <p:nvPr/>
          </p:nvGrpSpPr>
          <p:grpSpPr>
            <a:xfrm>
              <a:off x="192960" y="2864520"/>
              <a:ext cx="142920" cy="2453760"/>
              <a:chOff x="192960" y="2864520"/>
              <a:chExt cx="142920" cy="2453760"/>
            </a:xfrm>
          </p:grpSpPr>
          <p:grpSp>
            <p:nvGrpSpPr>
              <p:cNvPr id="188" name="Google Shape;436;p6"/>
              <p:cNvGrpSpPr/>
              <p:nvPr/>
            </p:nvGrpSpPr>
            <p:grpSpPr>
              <a:xfrm>
                <a:off x="192960" y="2864520"/>
                <a:ext cx="142920" cy="2453760"/>
                <a:chOff x="192960" y="2864520"/>
                <a:chExt cx="142920" cy="2453760"/>
              </a:xfrm>
            </p:grpSpPr>
            <p:sp>
              <p:nvSpPr>
                <p:cNvPr id="1049478" name="Google Shape;437;p6"/>
                <p:cNvSpPr/>
                <p:nvPr/>
              </p:nvSpPr>
              <p:spPr>
                <a:xfrm>
                  <a:off x="192960" y="5175360"/>
                  <a:ext cx="142920" cy="142920"/>
                </a:xfrm>
                <a:prstGeom prst="rect"/>
                <a:gradFill rotWithShape="0">
                  <a:gsLst>
                    <a:gs pos="0">
                      <a:srgbClr val="B6F8F0"/>
                    </a:gs>
                    <a:gs pos="100000">
                      <a:srgbClr val="7DF3E5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71640" tIns="7164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49479" name="Google Shape;438;p6"/>
                <p:cNvSpPr/>
                <p:nvPr/>
              </p:nvSpPr>
              <p:spPr>
                <a:xfrm>
                  <a:off x="201600" y="4964760"/>
                  <a:ext cx="126000" cy="126360"/>
                </a:xfrm>
                <a:prstGeom prst="rect"/>
                <a:gradFill rotWithShape="0">
                  <a:gsLst>
                    <a:gs pos="0">
                      <a:srgbClr val="B6F8F0"/>
                    </a:gs>
                    <a:gs pos="100000">
                      <a:srgbClr val="7DF3E5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63360" tIns="6336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49480" name="Google Shape;439;p6"/>
                <p:cNvSpPr/>
                <p:nvPr/>
              </p:nvSpPr>
              <p:spPr>
                <a:xfrm>
                  <a:off x="201600" y="4753800"/>
                  <a:ext cx="126000" cy="126360"/>
                </a:xfrm>
                <a:prstGeom prst="rect"/>
                <a:gradFill rotWithShape="0">
                  <a:gsLst>
                    <a:gs pos="0">
                      <a:srgbClr val="B6F8F0"/>
                    </a:gs>
                    <a:gs pos="100000">
                      <a:srgbClr val="7DF3E5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63360" tIns="6336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49481" name="Google Shape;440;p6"/>
                <p:cNvSpPr/>
                <p:nvPr/>
              </p:nvSpPr>
              <p:spPr>
                <a:xfrm>
                  <a:off x="201600" y="4543200"/>
                  <a:ext cx="126000" cy="126360"/>
                </a:xfrm>
                <a:prstGeom prst="rect"/>
                <a:gradFill rotWithShape="0">
                  <a:gsLst>
                    <a:gs pos="0">
                      <a:srgbClr val="B6F8F0"/>
                    </a:gs>
                    <a:gs pos="100000">
                      <a:srgbClr val="7DF3E5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63360" tIns="6336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49482" name="Google Shape;441;p6"/>
                <p:cNvSpPr/>
                <p:nvPr/>
              </p:nvSpPr>
              <p:spPr>
                <a:xfrm>
                  <a:off x="205920" y="4332600"/>
                  <a:ext cx="117360" cy="117720"/>
                </a:xfrm>
                <a:prstGeom prst="rect"/>
                <a:gradFill rotWithShape="0">
                  <a:gsLst>
                    <a:gs pos="0">
                      <a:srgbClr val="B6F8F0"/>
                    </a:gs>
                    <a:gs pos="100000">
                      <a:srgbClr val="7DF3E5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59040" tIns="5904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49483" name="Google Shape;442;p6"/>
                <p:cNvSpPr/>
                <p:nvPr/>
              </p:nvSpPr>
              <p:spPr>
                <a:xfrm>
                  <a:off x="205920" y="4121640"/>
                  <a:ext cx="117360" cy="117720"/>
                </a:xfrm>
                <a:prstGeom prst="rect"/>
                <a:gradFill rotWithShape="0">
                  <a:gsLst>
                    <a:gs pos="0">
                      <a:srgbClr val="B6F8F0"/>
                    </a:gs>
                    <a:gs pos="100000">
                      <a:srgbClr val="7DF3E5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59040" tIns="5904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49484" name="Google Shape;443;p6"/>
                <p:cNvSpPr/>
                <p:nvPr/>
              </p:nvSpPr>
              <p:spPr>
                <a:xfrm>
                  <a:off x="208080" y="3911040"/>
                  <a:ext cx="113040" cy="113040"/>
                </a:xfrm>
                <a:prstGeom prst="rect"/>
                <a:gradFill rotWithShape="0">
                  <a:gsLst>
                    <a:gs pos="0">
                      <a:srgbClr val="B6F8F0"/>
                    </a:gs>
                    <a:gs pos="100000">
                      <a:srgbClr val="7DF3E5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56520" tIns="5652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49485" name="Google Shape;444;p6"/>
                <p:cNvSpPr/>
                <p:nvPr/>
              </p:nvSpPr>
              <p:spPr>
                <a:xfrm>
                  <a:off x="210240" y="3700440"/>
                  <a:ext cx="108720" cy="108720"/>
                </a:xfrm>
                <a:prstGeom prst="rect"/>
                <a:gradFill rotWithShape="0">
                  <a:gsLst>
                    <a:gs pos="0">
                      <a:srgbClr val="B6F8F0"/>
                    </a:gs>
                    <a:gs pos="100000">
                      <a:srgbClr val="7DF3E5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54360" tIns="5436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49486" name="Google Shape;445;p6"/>
                <p:cNvSpPr/>
                <p:nvPr/>
              </p:nvSpPr>
              <p:spPr>
                <a:xfrm>
                  <a:off x="215280" y="3494160"/>
                  <a:ext cx="98640" cy="98640"/>
                </a:xfrm>
                <a:prstGeom prst="rect"/>
                <a:gradFill rotWithShape="0">
                  <a:gsLst>
                    <a:gs pos="0">
                      <a:srgbClr val="B6F8F0"/>
                    </a:gs>
                    <a:gs pos="100000">
                      <a:srgbClr val="7DF3E5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49320" tIns="4932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49487" name="Google Shape;446;p6"/>
                <p:cNvSpPr/>
                <p:nvPr/>
              </p:nvSpPr>
              <p:spPr>
                <a:xfrm>
                  <a:off x="219960" y="3287880"/>
                  <a:ext cx="88920" cy="88920"/>
                </a:xfrm>
                <a:prstGeom prst="rect"/>
                <a:gradFill rotWithShape="0">
                  <a:gsLst>
                    <a:gs pos="0">
                      <a:srgbClr val="B6F8F0"/>
                    </a:gs>
                    <a:gs pos="100000">
                      <a:srgbClr val="7DF3E5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44640" tIns="4464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49488" name="Google Shape;447;p6"/>
                <p:cNvSpPr/>
                <p:nvPr/>
              </p:nvSpPr>
              <p:spPr>
                <a:xfrm>
                  <a:off x="219960" y="3081600"/>
                  <a:ext cx="88920" cy="88920"/>
                </a:xfrm>
                <a:prstGeom prst="rect"/>
                <a:gradFill rotWithShape="0">
                  <a:gsLst>
                    <a:gs pos="0">
                      <a:srgbClr val="B6F8F0"/>
                    </a:gs>
                    <a:gs pos="100000">
                      <a:srgbClr val="7DF3E5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44640" tIns="4464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49489" name="Google Shape;448;p6"/>
                <p:cNvSpPr/>
                <p:nvPr/>
              </p:nvSpPr>
              <p:spPr>
                <a:xfrm>
                  <a:off x="225000" y="2864520"/>
                  <a:ext cx="79200" cy="79200"/>
                </a:xfrm>
                <a:prstGeom prst="rect"/>
                <a:gradFill rotWithShape="0">
                  <a:gsLst>
                    <a:gs pos="0">
                      <a:srgbClr val="B6F8F0"/>
                    </a:gs>
                    <a:gs pos="100000">
                      <a:srgbClr val="7DF3E5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39600" tIns="3960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</p:grpSp>
          <p:grpSp>
            <p:nvGrpSpPr>
              <p:cNvPr id="189" name="Google Shape;449;p6"/>
              <p:cNvGrpSpPr/>
              <p:nvPr/>
            </p:nvGrpSpPr>
            <p:grpSpPr>
              <a:xfrm>
                <a:off x="192960" y="2864520"/>
                <a:ext cx="142920" cy="2453760"/>
                <a:chOff x="192960" y="2864520"/>
                <a:chExt cx="142920" cy="2453760"/>
              </a:xfrm>
            </p:grpSpPr>
            <p:sp>
              <p:nvSpPr>
                <p:cNvPr id="1049490" name="Google Shape;450;p6"/>
                <p:cNvSpPr/>
                <p:nvPr/>
              </p:nvSpPr>
              <p:spPr>
                <a:xfrm>
                  <a:off x="192960" y="5175360"/>
                  <a:ext cx="142920" cy="142920"/>
                </a:xfrm>
                <a:prstGeom prst="rect"/>
                <a:noFill/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71640" tIns="7164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49491" name="Google Shape;451;p6"/>
                <p:cNvSpPr/>
                <p:nvPr/>
              </p:nvSpPr>
              <p:spPr>
                <a:xfrm>
                  <a:off x="201600" y="4964760"/>
                  <a:ext cx="126000" cy="126360"/>
                </a:xfrm>
                <a:prstGeom prst="rect"/>
                <a:solidFill>
                  <a:srgbClr val="009F8C">
                    <a:alpha val="5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63360" tIns="6336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49492" name="Google Shape;452;p6"/>
                <p:cNvSpPr/>
                <p:nvPr/>
              </p:nvSpPr>
              <p:spPr>
                <a:xfrm>
                  <a:off x="201600" y="4753800"/>
                  <a:ext cx="126000" cy="126360"/>
                </a:xfrm>
                <a:prstGeom prst="rect"/>
                <a:solidFill>
                  <a:srgbClr val="009F8C">
                    <a:alpha val="10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63360" tIns="6336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49493" name="Google Shape;453;p6"/>
                <p:cNvSpPr/>
                <p:nvPr/>
              </p:nvSpPr>
              <p:spPr>
                <a:xfrm>
                  <a:off x="201600" y="4543200"/>
                  <a:ext cx="126000" cy="126360"/>
                </a:xfrm>
                <a:prstGeom prst="rect"/>
                <a:solidFill>
                  <a:srgbClr val="009F8C">
                    <a:alpha val="20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63360" tIns="6336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49494" name="Google Shape;454;p6"/>
                <p:cNvSpPr/>
                <p:nvPr/>
              </p:nvSpPr>
              <p:spPr>
                <a:xfrm>
                  <a:off x="205920" y="4332600"/>
                  <a:ext cx="117360" cy="117720"/>
                </a:xfrm>
                <a:prstGeom prst="rect"/>
                <a:solidFill>
                  <a:srgbClr val="009F8C">
                    <a:alpha val="30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59040" tIns="5904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49495" name="Google Shape;455;p6"/>
                <p:cNvSpPr/>
                <p:nvPr/>
              </p:nvSpPr>
              <p:spPr>
                <a:xfrm>
                  <a:off x="205920" y="4121640"/>
                  <a:ext cx="117360" cy="117720"/>
                </a:xfrm>
                <a:prstGeom prst="rect"/>
                <a:solidFill>
                  <a:srgbClr val="009F8C">
                    <a:alpha val="40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59040" tIns="5904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49496" name="Google Shape;456;p6"/>
                <p:cNvSpPr/>
                <p:nvPr/>
              </p:nvSpPr>
              <p:spPr>
                <a:xfrm>
                  <a:off x="208080" y="3911040"/>
                  <a:ext cx="113040" cy="113040"/>
                </a:xfrm>
                <a:prstGeom prst="rect"/>
                <a:solidFill>
                  <a:srgbClr val="009F8C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56520" tIns="5652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49497" name="Google Shape;457;p6"/>
                <p:cNvSpPr/>
                <p:nvPr/>
              </p:nvSpPr>
              <p:spPr>
                <a:xfrm>
                  <a:off x="210240" y="3700440"/>
                  <a:ext cx="108720" cy="108720"/>
                </a:xfrm>
                <a:prstGeom prst="rect"/>
                <a:solidFill>
                  <a:srgbClr val="009F8C">
                    <a:alpha val="55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54360" tIns="5436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49498" name="Google Shape;458;p6"/>
                <p:cNvSpPr/>
                <p:nvPr/>
              </p:nvSpPr>
              <p:spPr>
                <a:xfrm>
                  <a:off x="215280" y="3494160"/>
                  <a:ext cx="98640" cy="98640"/>
                </a:xfrm>
                <a:prstGeom prst="rect"/>
                <a:solidFill>
                  <a:srgbClr val="009F8C">
                    <a:alpha val="60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49320" tIns="4932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49499" name="Google Shape;459;p6"/>
                <p:cNvSpPr/>
                <p:nvPr/>
              </p:nvSpPr>
              <p:spPr>
                <a:xfrm>
                  <a:off x="219960" y="3287880"/>
                  <a:ext cx="88920" cy="88920"/>
                </a:xfrm>
                <a:prstGeom prst="rect"/>
                <a:solidFill>
                  <a:srgbClr val="009F8C">
                    <a:alpha val="65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44640" tIns="4464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49500" name="Google Shape;460;p6"/>
                <p:cNvSpPr/>
                <p:nvPr/>
              </p:nvSpPr>
              <p:spPr>
                <a:xfrm>
                  <a:off x="219960" y="3081600"/>
                  <a:ext cx="88920" cy="88920"/>
                </a:xfrm>
                <a:prstGeom prst="rect"/>
                <a:solidFill>
                  <a:srgbClr val="009F8C">
                    <a:alpha val="70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44640" tIns="4464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49501" name="Google Shape;461;p6"/>
                <p:cNvSpPr/>
                <p:nvPr/>
              </p:nvSpPr>
              <p:spPr>
                <a:xfrm>
                  <a:off x="225000" y="2864520"/>
                  <a:ext cx="79200" cy="79200"/>
                </a:xfrm>
                <a:prstGeom prst="rect"/>
                <a:solidFill>
                  <a:srgbClr val="009F8C">
                    <a:alpha val="80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39600" tIns="3960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</p:grpSp>
        </p:grpSp>
        <p:grpSp>
          <p:nvGrpSpPr>
            <p:cNvPr id="190" name="Google Shape;462;p6"/>
            <p:cNvGrpSpPr/>
            <p:nvPr/>
          </p:nvGrpSpPr>
          <p:grpSpPr>
            <a:xfrm>
              <a:off x="456480" y="109080"/>
              <a:ext cx="142920" cy="2453760"/>
              <a:chOff x="456480" y="109080"/>
              <a:chExt cx="142920" cy="2453760"/>
            </a:xfrm>
          </p:grpSpPr>
          <p:grpSp>
            <p:nvGrpSpPr>
              <p:cNvPr id="191" name="Google Shape;463;p6"/>
              <p:cNvGrpSpPr/>
              <p:nvPr/>
            </p:nvGrpSpPr>
            <p:grpSpPr>
              <a:xfrm>
                <a:off x="456480" y="109080"/>
                <a:ext cx="142920" cy="2453760"/>
                <a:chOff x="456480" y="109080"/>
                <a:chExt cx="142920" cy="2453760"/>
              </a:xfrm>
            </p:grpSpPr>
            <p:sp>
              <p:nvSpPr>
                <p:cNvPr id="1049502" name="Google Shape;464;p6"/>
                <p:cNvSpPr/>
                <p:nvPr/>
              </p:nvSpPr>
              <p:spPr>
                <a:xfrm>
                  <a:off x="456480" y="2419920"/>
                  <a:ext cx="142920" cy="142920"/>
                </a:xfrm>
                <a:prstGeom prst="rect"/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71640" tIns="7164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49503" name="Google Shape;465;p6"/>
                <p:cNvSpPr/>
                <p:nvPr/>
              </p:nvSpPr>
              <p:spPr>
                <a:xfrm>
                  <a:off x="465120" y="2209320"/>
                  <a:ext cx="126000" cy="126360"/>
                </a:xfrm>
                <a:prstGeom prst="rect"/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63360" tIns="6336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49504" name="Google Shape;466;p6"/>
                <p:cNvSpPr/>
                <p:nvPr/>
              </p:nvSpPr>
              <p:spPr>
                <a:xfrm>
                  <a:off x="465120" y="1998360"/>
                  <a:ext cx="126000" cy="126360"/>
                </a:xfrm>
                <a:prstGeom prst="rect"/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63360" tIns="6336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49505" name="Google Shape;467;p6"/>
                <p:cNvSpPr/>
                <p:nvPr/>
              </p:nvSpPr>
              <p:spPr>
                <a:xfrm>
                  <a:off x="465120" y="1787760"/>
                  <a:ext cx="126000" cy="126360"/>
                </a:xfrm>
                <a:prstGeom prst="rect"/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63360" tIns="6336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49506" name="Google Shape;468;p6"/>
                <p:cNvSpPr/>
                <p:nvPr/>
              </p:nvSpPr>
              <p:spPr>
                <a:xfrm>
                  <a:off x="469440" y="1577160"/>
                  <a:ext cx="117360" cy="117720"/>
                </a:xfrm>
                <a:prstGeom prst="rect"/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59040" tIns="5904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49507" name="Google Shape;469;p6"/>
                <p:cNvSpPr/>
                <p:nvPr/>
              </p:nvSpPr>
              <p:spPr>
                <a:xfrm>
                  <a:off x="469440" y="1366200"/>
                  <a:ext cx="117360" cy="117720"/>
                </a:xfrm>
                <a:prstGeom prst="rect"/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59040" tIns="5904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49508" name="Google Shape;470;p6"/>
                <p:cNvSpPr/>
                <p:nvPr/>
              </p:nvSpPr>
              <p:spPr>
                <a:xfrm>
                  <a:off x="471600" y="1155600"/>
                  <a:ext cx="113040" cy="113040"/>
                </a:xfrm>
                <a:prstGeom prst="rect"/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56520" tIns="5652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49509" name="Google Shape;471;p6"/>
                <p:cNvSpPr/>
                <p:nvPr/>
              </p:nvSpPr>
              <p:spPr>
                <a:xfrm>
                  <a:off x="473760" y="945000"/>
                  <a:ext cx="108720" cy="108720"/>
                </a:xfrm>
                <a:prstGeom prst="rect"/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54360" tIns="5436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49510" name="Google Shape;472;p6"/>
                <p:cNvSpPr/>
                <p:nvPr/>
              </p:nvSpPr>
              <p:spPr>
                <a:xfrm>
                  <a:off x="478800" y="738720"/>
                  <a:ext cx="98640" cy="98640"/>
                </a:xfrm>
                <a:prstGeom prst="rect"/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49320" tIns="4932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49511" name="Google Shape;473;p6"/>
                <p:cNvSpPr/>
                <p:nvPr/>
              </p:nvSpPr>
              <p:spPr>
                <a:xfrm>
                  <a:off x="483480" y="532440"/>
                  <a:ext cx="88920" cy="88920"/>
                </a:xfrm>
                <a:prstGeom prst="rect"/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44640" tIns="4464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49512" name="Google Shape;474;p6"/>
                <p:cNvSpPr/>
                <p:nvPr/>
              </p:nvSpPr>
              <p:spPr>
                <a:xfrm>
                  <a:off x="483480" y="326160"/>
                  <a:ext cx="88920" cy="88920"/>
                </a:xfrm>
                <a:prstGeom prst="rect"/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44640" tIns="4464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49513" name="Google Shape;475;p6"/>
                <p:cNvSpPr/>
                <p:nvPr/>
              </p:nvSpPr>
              <p:spPr>
                <a:xfrm>
                  <a:off x="488520" y="109080"/>
                  <a:ext cx="79200" cy="79200"/>
                </a:xfrm>
                <a:prstGeom prst="rect"/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39600" tIns="3960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</p:grpSp>
          <p:grpSp>
            <p:nvGrpSpPr>
              <p:cNvPr id="192" name="Google Shape;476;p6"/>
              <p:cNvGrpSpPr/>
              <p:nvPr/>
            </p:nvGrpSpPr>
            <p:grpSpPr>
              <a:xfrm>
                <a:off x="456480" y="109080"/>
                <a:ext cx="142920" cy="2453760"/>
                <a:chOff x="456480" y="109080"/>
                <a:chExt cx="142920" cy="2453760"/>
              </a:xfrm>
            </p:grpSpPr>
            <p:sp>
              <p:nvSpPr>
                <p:cNvPr id="1049514" name="Google Shape;477;p6"/>
                <p:cNvSpPr/>
                <p:nvPr/>
              </p:nvSpPr>
              <p:spPr>
                <a:xfrm>
                  <a:off x="456480" y="2419920"/>
                  <a:ext cx="142920" cy="142920"/>
                </a:xfrm>
                <a:prstGeom prst="rect"/>
                <a:noFill/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71640" tIns="7164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49515" name="Google Shape;478;p6"/>
                <p:cNvSpPr/>
                <p:nvPr/>
              </p:nvSpPr>
              <p:spPr>
                <a:xfrm>
                  <a:off x="465120" y="2209320"/>
                  <a:ext cx="126000" cy="126360"/>
                </a:xfrm>
                <a:prstGeom prst="rect"/>
                <a:solidFill>
                  <a:srgbClr val="009F8C">
                    <a:alpha val="5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63360" tIns="6336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49516" name="Google Shape;479;p6"/>
                <p:cNvSpPr/>
                <p:nvPr/>
              </p:nvSpPr>
              <p:spPr>
                <a:xfrm>
                  <a:off x="465120" y="1998360"/>
                  <a:ext cx="126000" cy="126360"/>
                </a:xfrm>
                <a:prstGeom prst="rect"/>
                <a:solidFill>
                  <a:srgbClr val="009F8C">
                    <a:alpha val="10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63360" tIns="6336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49517" name="Google Shape;480;p6"/>
                <p:cNvSpPr/>
                <p:nvPr/>
              </p:nvSpPr>
              <p:spPr>
                <a:xfrm>
                  <a:off x="465120" y="1787760"/>
                  <a:ext cx="126000" cy="126360"/>
                </a:xfrm>
                <a:prstGeom prst="rect"/>
                <a:solidFill>
                  <a:srgbClr val="009F8C">
                    <a:alpha val="20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63360" tIns="6336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49518" name="Google Shape;481;p6"/>
                <p:cNvSpPr/>
                <p:nvPr/>
              </p:nvSpPr>
              <p:spPr>
                <a:xfrm>
                  <a:off x="469440" y="1577160"/>
                  <a:ext cx="117360" cy="117720"/>
                </a:xfrm>
                <a:prstGeom prst="rect"/>
                <a:solidFill>
                  <a:srgbClr val="009F8C">
                    <a:alpha val="30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59040" tIns="5904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49519" name="Google Shape;482;p6"/>
                <p:cNvSpPr/>
                <p:nvPr/>
              </p:nvSpPr>
              <p:spPr>
                <a:xfrm>
                  <a:off x="469440" y="1366200"/>
                  <a:ext cx="117360" cy="117720"/>
                </a:xfrm>
                <a:prstGeom prst="rect"/>
                <a:solidFill>
                  <a:srgbClr val="009F8C">
                    <a:alpha val="40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59040" tIns="5904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49520" name="Google Shape;483;p6"/>
                <p:cNvSpPr/>
                <p:nvPr/>
              </p:nvSpPr>
              <p:spPr>
                <a:xfrm>
                  <a:off x="471600" y="1155600"/>
                  <a:ext cx="113040" cy="113040"/>
                </a:xfrm>
                <a:prstGeom prst="rect"/>
                <a:solidFill>
                  <a:srgbClr val="009F8C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56520" tIns="5652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49521" name="Google Shape;484;p6"/>
                <p:cNvSpPr/>
                <p:nvPr/>
              </p:nvSpPr>
              <p:spPr>
                <a:xfrm>
                  <a:off x="473760" y="945000"/>
                  <a:ext cx="108720" cy="108720"/>
                </a:xfrm>
                <a:prstGeom prst="rect"/>
                <a:solidFill>
                  <a:srgbClr val="009F8C">
                    <a:alpha val="55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54360" tIns="5436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49522" name="Google Shape;485;p6"/>
                <p:cNvSpPr/>
                <p:nvPr/>
              </p:nvSpPr>
              <p:spPr>
                <a:xfrm>
                  <a:off x="478800" y="738720"/>
                  <a:ext cx="98640" cy="98640"/>
                </a:xfrm>
                <a:prstGeom prst="rect"/>
                <a:solidFill>
                  <a:srgbClr val="009F8C">
                    <a:alpha val="60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49320" tIns="4932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49523" name="Google Shape;486;p6"/>
                <p:cNvSpPr/>
                <p:nvPr/>
              </p:nvSpPr>
              <p:spPr>
                <a:xfrm>
                  <a:off x="483480" y="532440"/>
                  <a:ext cx="88920" cy="88920"/>
                </a:xfrm>
                <a:prstGeom prst="rect"/>
                <a:solidFill>
                  <a:srgbClr val="009F8C">
                    <a:alpha val="65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44640" tIns="4464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49524" name="Google Shape;487;p6"/>
                <p:cNvSpPr/>
                <p:nvPr/>
              </p:nvSpPr>
              <p:spPr>
                <a:xfrm>
                  <a:off x="483480" y="326160"/>
                  <a:ext cx="88920" cy="88920"/>
                </a:xfrm>
                <a:prstGeom prst="rect"/>
                <a:solidFill>
                  <a:srgbClr val="009F8C">
                    <a:alpha val="70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44640" tIns="4464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49525" name="Google Shape;488;p6"/>
                <p:cNvSpPr/>
                <p:nvPr/>
              </p:nvSpPr>
              <p:spPr>
                <a:xfrm>
                  <a:off x="488520" y="109080"/>
                  <a:ext cx="79200" cy="79200"/>
                </a:xfrm>
                <a:prstGeom prst="rect"/>
                <a:solidFill>
                  <a:srgbClr val="009F8C">
                    <a:alpha val="80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39600" tIns="3960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</p:grpSp>
        </p:grpSp>
      </p:grp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blank">
  <p:cSld name="ONE_COLUMN_TEXT">
    <p:bg>
      <p:bgPr>
        <a:solidFill>
          <a:schemeClr val="lt1"/>
        </a:solidFill>
      </p:bgPr>
    </p:bg>
    <p:spTree>
      <p:nvGrpSpPr>
        <p:cNvPr id="25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945" name="PlaceHolder 1"/>
          <p:cNvSpPr>
            <a:spLocks noGrp="1"/>
          </p:cNvSpPr>
          <p:nvPr>
            <p:ph type="title"/>
          </p:nvPr>
        </p:nvSpPr>
        <p:spPr>
          <a:xfrm>
            <a:off x="720000" y="444960"/>
            <a:ext cx="7710480" cy="572400"/>
          </a:xfrm>
          <a:prstGeom prst="rect"/>
          <a:noFill/>
          <a:ln w="0">
            <a:noFill/>
          </a:ln>
        </p:spPr>
        <p:txBody>
          <a:bodyPr anchor="t" bIns="91440" lIns="91440" rIns="91440" tIns="91440">
            <a:noAutofit/>
          </a:bodyPr>
          <a:p>
            <a:pPr indent="0">
              <a:buNone/>
            </a:pPr>
            <a:r>
              <a:rPr b="0" sz="3500" lang="fr-FR" strike="noStrike" u="none">
                <a:solidFill>
                  <a:schemeClr val="dk1"/>
                </a:solidFill>
                <a:effectLst/>
                <a:latin typeface="Arial"/>
              </a:rPr>
              <a:t>Click to edit the title text format</a:t>
            </a:r>
            <a:endParaRPr b="0" sz="3500" lang="fr-FR" strike="noStrike" u="none">
              <a:solidFill>
                <a:schemeClr val="dk1"/>
              </a:solidFill>
              <a:effectLst/>
              <a:latin typeface="Arial"/>
            </a:endParaRPr>
          </a:p>
        </p:txBody>
      </p:sp>
      <p:grpSp>
        <p:nvGrpSpPr>
          <p:cNvPr id="253" name="Google Shape;492;p7"/>
          <p:cNvGrpSpPr/>
          <p:nvPr/>
        </p:nvGrpSpPr>
        <p:grpSpPr>
          <a:xfrm>
            <a:off x="177840" y="-1044720"/>
            <a:ext cx="8708400" cy="5947200"/>
            <a:chOff x="177840" y="-1044720"/>
            <a:chExt cx="8708400" cy="5947200"/>
          </a:xfrm>
        </p:grpSpPr>
        <p:grpSp>
          <p:nvGrpSpPr>
            <p:cNvPr id="254" name="Google Shape;493;p7"/>
            <p:cNvGrpSpPr/>
            <p:nvPr/>
          </p:nvGrpSpPr>
          <p:grpSpPr>
            <a:xfrm>
              <a:off x="8743320" y="-363600"/>
              <a:ext cx="142920" cy="2453760"/>
              <a:chOff x="8743320" y="-363600"/>
              <a:chExt cx="142920" cy="2453760"/>
            </a:xfrm>
          </p:grpSpPr>
          <p:grpSp>
            <p:nvGrpSpPr>
              <p:cNvPr id="255" name="Google Shape;494;p7"/>
              <p:cNvGrpSpPr/>
              <p:nvPr/>
            </p:nvGrpSpPr>
            <p:grpSpPr>
              <a:xfrm>
                <a:off x="8743320" y="-363600"/>
                <a:ext cx="142920" cy="2453760"/>
                <a:chOff x="8743320" y="-363600"/>
                <a:chExt cx="142920" cy="2453760"/>
              </a:xfrm>
            </p:grpSpPr>
            <p:sp>
              <p:nvSpPr>
                <p:cNvPr id="1049946" name="Google Shape;495;p7"/>
                <p:cNvSpPr/>
                <p:nvPr/>
              </p:nvSpPr>
              <p:spPr>
                <a:xfrm>
                  <a:off x="8743320" y="1947240"/>
                  <a:ext cx="142920" cy="142920"/>
                </a:xfrm>
                <a:prstGeom prst="rect"/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71640" tIns="7164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49947" name="Google Shape;496;p7"/>
                <p:cNvSpPr/>
                <p:nvPr/>
              </p:nvSpPr>
              <p:spPr>
                <a:xfrm>
                  <a:off x="8751960" y="1736640"/>
                  <a:ext cx="126000" cy="126360"/>
                </a:xfrm>
                <a:prstGeom prst="rect"/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63360" tIns="6336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49948" name="Google Shape;497;p7"/>
                <p:cNvSpPr/>
                <p:nvPr/>
              </p:nvSpPr>
              <p:spPr>
                <a:xfrm>
                  <a:off x="8751960" y="1525680"/>
                  <a:ext cx="126000" cy="126360"/>
                </a:xfrm>
                <a:prstGeom prst="rect"/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63360" tIns="6336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49949" name="Google Shape;498;p7"/>
                <p:cNvSpPr/>
                <p:nvPr/>
              </p:nvSpPr>
              <p:spPr>
                <a:xfrm>
                  <a:off x="8751960" y="1315080"/>
                  <a:ext cx="126000" cy="126360"/>
                </a:xfrm>
                <a:prstGeom prst="rect"/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63360" tIns="6336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49950" name="Google Shape;499;p7"/>
                <p:cNvSpPr/>
                <p:nvPr/>
              </p:nvSpPr>
              <p:spPr>
                <a:xfrm>
                  <a:off x="8756280" y="1104480"/>
                  <a:ext cx="117360" cy="117720"/>
                </a:xfrm>
                <a:prstGeom prst="rect"/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59040" tIns="5904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49951" name="Google Shape;500;p7"/>
                <p:cNvSpPr/>
                <p:nvPr/>
              </p:nvSpPr>
              <p:spPr>
                <a:xfrm>
                  <a:off x="8756280" y="893520"/>
                  <a:ext cx="117360" cy="117720"/>
                </a:xfrm>
                <a:prstGeom prst="rect"/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59040" tIns="5904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49952" name="Google Shape;501;p7"/>
                <p:cNvSpPr/>
                <p:nvPr/>
              </p:nvSpPr>
              <p:spPr>
                <a:xfrm>
                  <a:off x="8758440" y="682920"/>
                  <a:ext cx="113040" cy="113040"/>
                </a:xfrm>
                <a:prstGeom prst="rect"/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56520" tIns="5652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49953" name="Google Shape;502;p7"/>
                <p:cNvSpPr/>
                <p:nvPr/>
              </p:nvSpPr>
              <p:spPr>
                <a:xfrm>
                  <a:off x="8760600" y="472320"/>
                  <a:ext cx="108720" cy="108720"/>
                </a:xfrm>
                <a:prstGeom prst="rect"/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54360" tIns="5436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49954" name="Google Shape;503;p7"/>
                <p:cNvSpPr/>
                <p:nvPr/>
              </p:nvSpPr>
              <p:spPr>
                <a:xfrm>
                  <a:off x="8765640" y="266040"/>
                  <a:ext cx="98640" cy="98640"/>
                </a:xfrm>
                <a:prstGeom prst="rect"/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49320" tIns="4932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49955" name="Google Shape;504;p7"/>
                <p:cNvSpPr/>
                <p:nvPr/>
              </p:nvSpPr>
              <p:spPr>
                <a:xfrm>
                  <a:off x="8770320" y="59760"/>
                  <a:ext cx="88920" cy="88920"/>
                </a:xfrm>
                <a:prstGeom prst="rect"/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44640" tIns="4464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49956" name="Google Shape;505;p7"/>
                <p:cNvSpPr/>
                <p:nvPr/>
              </p:nvSpPr>
              <p:spPr>
                <a:xfrm>
                  <a:off x="8770320" y="-146520"/>
                  <a:ext cx="88920" cy="88920"/>
                </a:xfrm>
                <a:prstGeom prst="rect"/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44640" tIns="4464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49957" name="Google Shape;506;p7"/>
                <p:cNvSpPr/>
                <p:nvPr/>
              </p:nvSpPr>
              <p:spPr>
                <a:xfrm>
                  <a:off x="8775360" y="-363600"/>
                  <a:ext cx="79200" cy="79200"/>
                </a:xfrm>
                <a:prstGeom prst="rect"/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39600" tIns="3960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</p:grpSp>
          <p:grpSp>
            <p:nvGrpSpPr>
              <p:cNvPr id="256" name="Google Shape;507;p7"/>
              <p:cNvGrpSpPr/>
              <p:nvPr/>
            </p:nvGrpSpPr>
            <p:grpSpPr>
              <a:xfrm>
                <a:off x="8743320" y="-363600"/>
                <a:ext cx="142920" cy="2453760"/>
                <a:chOff x="8743320" y="-363600"/>
                <a:chExt cx="142920" cy="2453760"/>
              </a:xfrm>
            </p:grpSpPr>
            <p:sp>
              <p:nvSpPr>
                <p:cNvPr id="1049958" name="Google Shape;508;p7"/>
                <p:cNvSpPr/>
                <p:nvPr/>
              </p:nvSpPr>
              <p:spPr>
                <a:xfrm>
                  <a:off x="8743320" y="1947240"/>
                  <a:ext cx="142920" cy="142920"/>
                </a:xfrm>
                <a:prstGeom prst="rect"/>
                <a:noFill/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71640" tIns="7164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49959" name="Google Shape;509;p7"/>
                <p:cNvSpPr/>
                <p:nvPr/>
              </p:nvSpPr>
              <p:spPr>
                <a:xfrm>
                  <a:off x="8751960" y="1736640"/>
                  <a:ext cx="126000" cy="126360"/>
                </a:xfrm>
                <a:prstGeom prst="rect"/>
                <a:solidFill>
                  <a:srgbClr val="009F8C">
                    <a:alpha val="5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63360" tIns="6336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49960" name="Google Shape;510;p7"/>
                <p:cNvSpPr/>
                <p:nvPr/>
              </p:nvSpPr>
              <p:spPr>
                <a:xfrm>
                  <a:off x="8751960" y="1525680"/>
                  <a:ext cx="126000" cy="126360"/>
                </a:xfrm>
                <a:prstGeom prst="rect"/>
                <a:solidFill>
                  <a:srgbClr val="009F8C">
                    <a:alpha val="10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63360" tIns="6336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49961" name="Google Shape;511;p7"/>
                <p:cNvSpPr/>
                <p:nvPr/>
              </p:nvSpPr>
              <p:spPr>
                <a:xfrm>
                  <a:off x="8751960" y="1315080"/>
                  <a:ext cx="126000" cy="126360"/>
                </a:xfrm>
                <a:prstGeom prst="rect"/>
                <a:solidFill>
                  <a:srgbClr val="009F8C">
                    <a:alpha val="20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63360" tIns="6336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49962" name="Google Shape;512;p7"/>
                <p:cNvSpPr/>
                <p:nvPr/>
              </p:nvSpPr>
              <p:spPr>
                <a:xfrm>
                  <a:off x="8756280" y="1104480"/>
                  <a:ext cx="117360" cy="117720"/>
                </a:xfrm>
                <a:prstGeom prst="rect"/>
                <a:solidFill>
                  <a:srgbClr val="009F8C">
                    <a:alpha val="30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59040" tIns="5904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49963" name="Google Shape;513;p7"/>
                <p:cNvSpPr/>
                <p:nvPr/>
              </p:nvSpPr>
              <p:spPr>
                <a:xfrm>
                  <a:off x="8756280" y="893520"/>
                  <a:ext cx="117360" cy="117720"/>
                </a:xfrm>
                <a:prstGeom prst="rect"/>
                <a:solidFill>
                  <a:srgbClr val="009F8C">
                    <a:alpha val="40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59040" tIns="5904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49964" name="Google Shape;514;p7"/>
                <p:cNvSpPr/>
                <p:nvPr/>
              </p:nvSpPr>
              <p:spPr>
                <a:xfrm>
                  <a:off x="8758440" y="682920"/>
                  <a:ext cx="113040" cy="113040"/>
                </a:xfrm>
                <a:prstGeom prst="rect"/>
                <a:solidFill>
                  <a:srgbClr val="009F8C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56520" tIns="5652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49965" name="Google Shape;515;p7"/>
                <p:cNvSpPr/>
                <p:nvPr/>
              </p:nvSpPr>
              <p:spPr>
                <a:xfrm>
                  <a:off x="8760600" y="472320"/>
                  <a:ext cx="108720" cy="108720"/>
                </a:xfrm>
                <a:prstGeom prst="rect"/>
                <a:solidFill>
                  <a:srgbClr val="009F8C">
                    <a:alpha val="55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54360" tIns="5436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49966" name="Google Shape;516;p7"/>
                <p:cNvSpPr/>
                <p:nvPr/>
              </p:nvSpPr>
              <p:spPr>
                <a:xfrm>
                  <a:off x="8765640" y="266040"/>
                  <a:ext cx="98640" cy="98640"/>
                </a:xfrm>
                <a:prstGeom prst="rect"/>
                <a:solidFill>
                  <a:srgbClr val="009F8C">
                    <a:alpha val="60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49320" tIns="4932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49967" name="Google Shape;517;p7"/>
                <p:cNvSpPr/>
                <p:nvPr/>
              </p:nvSpPr>
              <p:spPr>
                <a:xfrm>
                  <a:off x="8770320" y="59760"/>
                  <a:ext cx="88920" cy="88920"/>
                </a:xfrm>
                <a:prstGeom prst="rect"/>
                <a:solidFill>
                  <a:srgbClr val="009F8C">
                    <a:alpha val="65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44640" tIns="4464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49968" name="Google Shape;518;p7"/>
                <p:cNvSpPr/>
                <p:nvPr/>
              </p:nvSpPr>
              <p:spPr>
                <a:xfrm>
                  <a:off x="8770320" y="-146520"/>
                  <a:ext cx="88920" cy="88920"/>
                </a:xfrm>
                <a:prstGeom prst="rect"/>
                <a:solidFill>
                  <a:srgbClr val="009F8C">
                    <a:alpha val="70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44640" tIns="4464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49969" name="Google Shape;519;p7"/>
                <p:cNvSpPr/>
                <p:nvPr/>
              </p:nvSpPr>
              <p:spPr>
                <a:xfrm>
                  <a:off x="8775360" y="-363600"/>
                  <a:ext cx="79200" cy="79200"/>
                </a:xfrm>
                <a:prstGeom prst="rect"/>
                <a:solidFill>
                  <a:srgbClr val="009F8C">
                    <a:alpha val="80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39600" tIns="3960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</p:grpSp>
        </p:grpSp>
        <p:grpSp>
          <p:nvGrpSpPr>
            <p:cNvPr id="257" name="Google Shape;520;p7"/>
            <p:cNvGrpSpPr/>
            <p:nvPr/>
          </p:nvGrpSpPr>
          <p:grpSpPr>
            <a:xfrm>
              <a:off x="177840" y="-345240"/>
              <a:ext cx="142920" cy="2454120"/>
              <a:chOff x="177840" y="-345240"/>
              <a:chExt cx="142920" cy="2454120"/>
            </a:xfrm>
          </p:grpSpPr>
          <p:grpSp>
            <p:nvGrpSpPr>
              <p:cNvPr id="258" name="Google Shape;521;p7"/>
              <p:cNvGrpSpPr/>
              <p:nvPr/>
            </p:nvGrpSpPr>
            <p:grpSpPr>
              <a:xfrm>
                <a:off x="177840" y="-345240"/>
                <a:ext cx="142920" cy="2454120"/>
                <a:chOff x="177840" y="-345240"/>
                <a:chExt cx="142920" cy="2454120"/>
              </a:xfrm>
            </p:grpSpPr>
            <p:sp>
              <p:nvSpPr>
                <p:cNvPr id="1049970" name="Google Shape;522;p7"/>
                <p:cNvSpPr/>
                <p:nvPr/>
              </p:nvSpPr>
              <p:spPr>
                <a:xfrm>
                  <a:off x="177840" y="1965960"/>
                  <a:ext cx="142920" cy="142920"/>
                </a:xfrm>
                <a:prstGeom prst="rect"/>
                <a:gradFill rotWithShape="0">
                  <a:gsLst>
                    <a:gs pos="0">
                      <a:srgbClr val="B6F8F0"/>
                    </a:gs>
                    <a:gs pos="100000">
                      <a:srgbClr val="7DF3E5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71640" tIns="7164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49971" name="Google Shape;523;p7"/>
                <p:cNvSpPr/>
                <p:nvPr/>
              </p:nvSpPr>
              <p:spPr>
                <a:xfrm>
                  <a:off x="186120" y="1755000"/>
                  <a:ext cx="126000" cy="126360"/>
                </a:xfrm>
                <a:prstGeom prst="rect"/>
                <a:gradFill rotWithShape="0">
                  <a:gsLst>
                    <a:gs pos="0">
                      <a:srgbClr val="B6F8F0"/>
                    </a:gs>
                    <a:gs pos="100000">
                      <a:srgbClr val="7DF3E5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63360" tIns="6336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49972" name="Google Shape;524;p7"/>
                <p:cNvSpPr/>
                <p:nvPr/>
              </p:nvSpPr>
              <p:spPr>
                <a:xfrm>
                  <a:off x="186120" y="1544400"/>
                  <a:ext cx="126000" cy="126360"/>
                </a:xfrm>
                <a:prstGeom prst="rect"/>
                <a:gradFill rotWithShape="0">
                  <a:gsLst>
                    <a:gs pos="0">
                      <a:srgbClr val="B6F8F0"/>
                    </a:gs>
                    <a:gs pos="100000">
                      <a:srgbClr val="7DF3E5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63360" tIns="6336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49973" name="Google Shape;525;p7"/>
                <p:cNvSpPr/>
                <p:nvPr/>
              </p:nvSpPr>
              <p:spPr>
                <a:xfrm>
                  <a:off x="186120" y="1333800"/>
                  <a:ext cx="126000" cy="126360"/>
                </a:xfrm>
                <a:prstGeom prst="rect"/>
                <a:gradFill rotWithShape="0">
                  <a:gsLst>
                    <a:gs pos="0">
                      <a:srgbClr val="B6F8F0"/>
                    </a:gs>
                    <a:gs pos="100000">
                      <a:srgbClr val="7DF3E5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63360" tIns="6336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49974" name="Google Shape;526;p7"/>
                <p:cNvSpPr/>
                <p:nvPr/>
              </p:nvSpPr>
              <p:spPr>
                <a:xfrm>
                  <a:off x="190800" y="1122840"/>
                  <a:ext cx="117360" cy="117720"/>
                </a:xfrm>
                <a:prstGeom prst="rect"/>
                <a:gradFill rotWithShape="0">
                  <a:gsLst>
                    <a:gs pos="0">
                      <a:srgbClr val="B6F8F0"/>
                    </a:gs>
                    <a:gs pos="100000">
                      <a:srgbClr val="7DF3E5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59040" tIns="5904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49975" name="Google Shape;527;p7"/>
                <p:cNvSpPr/>
                <p:nvPr/>
              </p:nvSpPr>
              <p:spPr>
                <a:xfrm>
                  <a:off x="190800" y="912240"/>
                  <a:ext cx="117360" cy="117720"/>
                </a:xfrm>
                <a:prstGeom prst="rect"/>
                <a:gradFill rotWithShape="0">
                  <a:gsLst>
                    <a:gs pos="0">
                      <a:srgbClr val="B6F8F0"/>
                    </a:gs>
                    <a:gs pos="100000">
                      <a:srgbClr val="7DF3E5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59040" tIns="5904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49976" name="Google Shape;528;p7"/>
                <p:cNvSpPr/>
                <p:nvPr/>
              </p:nvSpPr>
              <p:spPr>
                <a:xfrm>
                  <a:off x="192600" y="701280"/>
                  <a:ext cx="113040" cy="113040"/>
                </a:xfrm>
                <a:prstGeom prst="rect"/>
                <a:gradFill rotWithShape="0">
                  <a:gsLst>
                    <a:gs pos="0">
                      <a:srgbClr val="B6F8F0"/>
                    </a:gs>
                    <a:gs pos="100000">
                      <a:srgbClr val="7DF3E5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56520" tIns="5652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49977" name="Google Shape;529;p7"/>
                <p:cNvSpPr/>
                <p:nvPr/>
              </p:nvSpPr>
              <p:spPr>
                <a:xfrm>
                  <a:off x="195120" y="490680"/>
                  <a:ext cx="108720" cy="108720"/>
                </a:xfrm>
                <a:prstGeom prst="rect"/>
                <a:gradFill rotWithShape="0">
                  <a:gsLst>
                    <a:gs pos="0">
                      <a:srgbClr val="B6F8F0"/>
                    </a:gs>
                    <a:gs pos="100000">
                      <a:srgbClr val="7DF3E5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54360" tIns="5436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49978" name="Google Shape;530;p7"/>
                <p:cNvSpPr/>
                <p:nvPr/>
              </p:nvSpPr>
              <p:spPr>
                <a:xfrm>
                  <a:off x="199800" y="284400"/>
                  <a:ext cx="98640" cy="98640"/>
                </a:xfrm>
                <a:prstGeom prst="rect"/>
                <a:gradFill rotWithShape="0">
                  <a:gsLst>
                    <a:gs pos="0">
                      <a:srgbClr val="B6F8F0"/>
                    </a:gs>
                    <a:gs pos="100000">
                      <a:srgbClr val="7DF3E5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49320" tIns="4932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49979" name="Google Shape;531;p7"/>
                <p:cNvSpPr/>
                <p:nvPr/>
              </p:nvSpPr>
              <p:spPr>
                <a:xfrm>
                  <a:off x="204840" y="78120"/>
                  <a:ext cx="88920" cy="88920"/>
                </a:xfrm>
                <a:prstGeom prst="rect"/>
                <a:gradFill rotWithShape="0">
                  <a:gsLst>
                    <a:gs pos="0">
                      <a:srgbClr val="B6F8F0"/>
                    </a:gs>
                    <a:gs pos="100000">
                      <a:srgbClr val="7DF3E5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44640" tIns="4464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49980" name="Google Shape;532;p7"/>
                <p:cNvSpPr/>
                <p:nvPr/>
              </p:nvSpPr>
              <p:spPr>
                <a:xfrm>
                  <a:off x="204840" y="-127800"/>
                  <a:ext cx="88920" cy="88920"/>
                </a:xfrm>
                <a:prstGeom prst="rect"/>
                <a:gradFill rotWithShape="0">
                  <a:gsLst>
                    <a:gs pos="0">
                      <a:srgbClr val="B6F8F0"/>
                    </a:gs>
                    <a:gs pos="100000">
                      <a:srgbClr val="7DF3E5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44640" tIns="4464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49981" name="Google Shape;533;p7"/>
                <p:cNvSpPr/>
                <p:nvPr/>
              </p:nvSpPr>
              <p:spPr>
                <a:xfrm>
                  <a:off x="209520" y="-345240"/>
                  <a:ext cx="79200" cy="79200"/>
                </a:xfrm>
                <a:prstGeom prst="rect"/>
                <a:gradFill rotWithShape="0">
                  <a:gsLst>
                    <a:gs pos="0">
                      <a:srgbClr val="B6F8F0"/>
                    </a:gs>
                    <a:gs pos="100000">
                      <a:srgbClr val="7DF3E5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39600" tIns="3960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</p:grpSp>
          <p:grpSp>
            <p:nvGrpSpPr>
              <p:cNvPr id="259" name="Google Shape;534;p7"/>
              <p:cNvGrpSpPr/>
              <p:nvPr/>
            </p:nvGrpSpPr>
            <p:grpSpPr>
              <a:xfrm>
                <a:off x="177840" y="-345240"/>
                <a:ext cx="142920" cy="2454120"/>
                <a:chOff x="177840" y="-345240"/>
                <a:chExt cx="142920" cy="2454120"/>
              </a:xfrm>
            </p:grpSpPr>
            <p:sp>
              <p:nvSpPr>
                <p:cNvPr id="1049982" name="Google Shape;535;p7"/>
                <p:cNvSpPr/>
                <p:nvPr/>
              </p:nvSpPr>
              <p:spPr>
                <a:xfrm>
                  <a:off x="177840" y="1965960"/>
                  <a:ext cx="142920" cy="142920"/>
                </a:xfrm>
                <a:prstGeom prst="rect"/>
                <a:noFill/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71640" tIns="7164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49983" name="Google Shape;536;p7"/>
                <p:cNvSpPr/>
                <p:nvPr/>
              </p:nvSpPr>
              <p:spPr>
                <a:xfrm>
                  <a:off x="186120" y="1755000"/>
                  <a:ext cx="126000" cy="126360"/>
                </a:xfrm>
                <a:prstGeom prst="rect"/>
                <a:solidFill>
                  <a:srgbClr val="009F8C">
                    <a:alpha val="5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63360" tIns="6336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49984" name="Google Shape;537;p7"/>
                <p:cNvSpPr/>
                <p:nvPr/>
              </p:nvSpPr>
              <p:spPr>
                <a:xfrm>
                  <a:off x="186120" y="1544400"/>
                  <a:ext cx="126000" cy="126360"/>
                </a:xfrm>
                <a:prstGeom prst="rect"/>
                <a:solidFill>
                  <a:srgbClr val="009F8C">
                    <a:alpha val="10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63360" tIns="6336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49985" name="Google Shape;538;p7"/>
                <p:cNvSpPr/>
                <p:nvPr/>
              </p:nvSpPr>
              <p:spPr>
                <a:xfrm>
                  <a:off x="186120" y="1333800"/>
                  <a:ext cx="126000" cy="126360"/>
                </a:xfrm>
                <a:prstGeom prst="rect"/>
                <a:solidFill>
                  <a:srgbClr val="009F8C">
                    <a:alpha val="20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63360" tIns="6336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49986" name="Google Shape;539;p7"/>
                <p:cNvSpPr/>
                <p:nvPr/>
              </p:nvSpPr>
              <p:spPr>
                <a:xfrm>
                  <a:off x="190800" y="1122840"/>
                  <a:ext cx="117360" cy="117720"/>
                </a:xfrm>
                <a:prstGeom prst="rect"/>
                <a:solidFill>
                  <a:srgbClr val="009F8C">
                    <a:alpha val="30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59040" tIns="5904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49987" name="Google Shape;540;p7"/>
                <p:cNvSpPr/>
                <p:nvPr/>
              </p:nvSpPr>
              <p:spPr>
                <a:xfrm>
                  <a:off x="190800" y="912240"/>
                  <a:ext cx="117360" cy="117720"/>
                </a:xfrm>
                <a:prstGeom prst="rect"/>
                <a:solidFill>
                  <a:srgbClr val="009F8C">
                    <a:alpha val="40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59040" tIns="5904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49988" name="Google Shape;541;p7"/>
                <p:cNvSpPr/>
                <p:nvPr/>
              </p:nvSpPr>
              <p:spPr>
                <a:xfrm>
                  <a:off x="192600" y="701280"/>
                  <a:ext cx="113040" cy="113040"/>
                </a:xfrm>
                <a:prstGeom prst="rect"/>
                <a:solidFill>
                  <a:srgbClr val="009F8C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56520" tIns="5652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49989" name="Google Shape;542;p7"/>
                <p:cNvSpPr/>
                <p:nvPr/>
              </p:nvSpPr>
              <p:spPr>
                <a:xfrm>
                  <a:off x="195120" y="490680"/>
                  <a:ext cx="108720" cy="108720"/>
                </a:xfrm>
                <a:prstGeom prst="rect"/>
                <a:solidFill>
                  <a:srgbClr val="009F8C">
                    <a:alpha val="55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54360" tIns="5436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49990" name="Google Shape;543;p7"/>
                <p:cNvSpPr/>
                <p:nvPr/>
              </p:nvSpPr>
              <p:spPr>
                <a:xfrm>
                  <a:off x="199800" y="284400"/>
                  <a:ext cx="98640" cy="98640"/>
                </a:xfrm>
                <a:prstGeom prst="rect"/>
                <a:solidFill>
                  <a:srgbClr val="009F8C">
                    <a:alpha val="60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49320" tIns="4932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49991" name="Google Shape;544;p7"/>
                <p:cNvSpPr/>
                <p:nvPr/>
              </p:nvSpPr>
              <p:spPr>
                <a:xfrm>
                  <a:off x="204840" y="78120"/>
                  <a:ext cx="88920" cy="88920"/>
                </a:xfrm>
                <a:prstGeom prst="rect"/>
                <a:solidFill>
                  <a:srgbClr val="009F8C">
                    <a:alpha val="65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44640" tIns="4464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49992" name="Google Shape;545;p7"/>
                <p:cNvSpPr/>
                <p:nvPr/>
              </p:nvSpPr>
              <p:spPr>
                <a:xfrm>
                  <a:off x="204840" y="-127800"/>
                  <a:ext cx="88920" cy="88920"/>
                </a:xfrm>
                <a:prstGeom prst="rect"/>
                <a:solidFill>
                  <a:srgbClr val="009F8C">
                    <a:alpha val="70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44640" tIns="4464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49993" name="Google Shape;546;p7"/>
                <p:cNvSpPr/>
                <p:nvPr/>
              </p:nvSpPr>
              <p:spPr>
                <a:xfrm>
                  <a:off x="209520" y="-345240"/>
                  <a:ext cx="79200" cy="79200"/>
                </a:xfrm>
                <a:prstGeom prst="rect"/>
                <a:solidFill>
                  <a:srgbClr val="009F8C">
                    <a:alpha val="80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39600" tIns="3960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</p:grpSp>
        </p:grpSp>
        <p:grpSp>
          <p:nvGrpSpPr>
            <p:cNvPr id="260" name="Google Shape;547;p7"/>
            <p:cNvGrpSpPr/>
            <p:nvPr/>
          </p:nvGrpSpPr>
          <p:grpSpPr>
            <a:xfrm>
              <a:off x="8430840" y="2149560"/>
              <a:ext cx="142920" cy="2454120"/>
              <a:chOff x="8430840" y="2149560"/>
              <a:chExt cx="142920" cy="2454120"/>
            </a:xfrm>
          </p:grpSpPr>
          <p:grpSp>
            <p:nvGrpSpPr>
              <p:cNvPr id="261" name="Google Shape;548;p7"/>
              <p:cNvGrpSpPr/>
              <p:nvPr/>
            </p:nvGrpSpPr>
            <p:grpSpPr>
              <a:xfrm>
                <a:off x="8430840" y="2149560"/>
                <a:ext cx="142920" cy="2454120"/>
                <a:chOff x="8430840" y="2149560"/>
                <a:chExt cx="142920" cy="2454120"/>
              </a:xfrm>
            </p:grpSpPr>
            <p:sp>
              <p:nvSpPr>
                <p:cNvPr id="1049994" name="Google Shape;549;p7"/>
                <p:cNvSpPr/>
                <p:nvPr/>
              </p:nvSpPr>
              <p:spPr>
                <a:xfrm>
                  <a:off x="8430840" y="4460760"/>
                  <a:ext cx="142920" cy="142920"/>
                </a:xfrm>
                <a:prstGeom prst="rect"/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71640" tIns="7164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49995" name="Google Shape;550;p7"/>
                <p:cNvSpPr/>
                <p:nvPr/>
              </p:nvSpPr>
              <p:spPr>
                <a:xfrm>
                  <a:off x="8439480" y="4249800"/>
                  <a:ext cx="126000" cy="126360"/>
                </a:xfrm>
                <a:prstGeom prst="rect"/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63360" tIns="6336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49996" name="Google Shape;551;p7"/>
                <p:cNvSpPr/>
                <p:nvPr/>
              </p:nvSpPr>
              <p:spPr>
                <a:xfrm>
                  <a:off x="8439480" y="4039200"/>
                  <a:ext cx="126000" cy="126360"/>
                </a:xfrm>
                <a:prstGeom prst="rect"/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63360" tIns="6336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49997" name="Google Shape;552;p7"/>
                <p:cNvSpPr/>
                <p:nvPr/>
              </p:nvSpPr>
              <p:spPr>
                <a:xfrm>
                  <a:off x="8439480" y="3828600"/>
                  <a:ext cx="126000" cy="126360"/>
                </a:xfrm>
                <a:prstGeom prst="rect"/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63360" tIns="6336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49998" name="Google Shape;553;p7"/>
                <p:cNvSpPr/>
                <p:nvPr/>
              </p:nvSpPr>
              <p:spPr>
                <a:xfrm>
                  <a:off x="8443800" y="3617640"/>
                  <a:ext cx="117360" cy="117720"/>
                </a:xfrm>
                <a:prstGeom prst="rect"/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59040" tIns="5904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49999" name="Google Shape;554;p7"/>
                <p:cNvSpPr/>
                <p:nvPr/>
              </p:nvSpPr>
              <p:spPr>
                <a:xfrm>
                  <a:off x="8443800" y="3407040"/>
                  <a:ext cx="117360" cy="117720"/>
                </a:xfrm>
                <a:prstGeom prst="rect"/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59040" tIns="5904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0000" name="Google Shape;555;p7"/>
                <p:cNvSpPr/>
                <p:nvPr/>
              </p:nvSpPr>
              <p:spPr>
                <a:xfrm>
                  <a:off x="8445960" y="3196080"/>
                  <a:ext cx="113040" cy="113040"/>
                </a:xfrm>
                <a:prstGeom prst="rect"/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56520" tIns="5652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0001" name="Google Shape;556;p7"/>
                <p:cNvSpPr/>
                <p:nvPr/>
              </p:nvSpPr>
              <p:spPr>
                <a:xfrm>
                  <a:off x="8448120" y="2985480"/>
                  <a:ext cx="108720" cy="108720"/>
                </a:xfrm>
                <a:prstGeom prst="rect"/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54360" tIns="5436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0002" name="Google Shape;557;p7"/>
                <p:cNvSpPr/>
                <p:nvPr/>
              </p:nvSpPr>
              <p:spPr>
                <a:xfrm>
                  <a:off x="8453160" y="2779200"/>
                  <a:ext cx="98640" cy="98640"/>
                </a:xfrm>
                <a:prstGeom prst="rect"/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49320" tIns="4932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0003" name="Google Shape;558;p7"/>
                <p:cNvSpPr/>
                <p:nvPr/>
              </p:nvSpPr>
              <p:spPr>
                <a:xfrm>
                  <a:off x="8457840" y="2572920"/>
                  <a:ext cx="88920" cy="88920"/>
                </a:xfrm>
                <a:prstGeom prst="rect"/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44640" tIns="4464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0004" name="Google Shape;559;p7"/>
                <p:cNvSpPr/>
                <p:nvPr/>
              </p:nvSpPr>
              <p:spPr>
                <a:xfrm>
                  <a:off x="8457840" y="2367000"/>
                  <a:ext cx="88920" cy="88920"/>
                </a:xfrm>
                <a:prstGeom prst="rect"/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44640" tIns="4464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0005" name="Google Shape;560;p7"/>
                <p:cNvSpPr/>
                <p:nvPr/>
              </p:nvSpPr>
              <p:spPr>
                <a:xfrm>
                  <a:off x="8462880" y="2149560"/>
                  <a:ext cx="79200" cy="79200"/>
                </a:xfrm>
                <a:prstGeom prst="rect"/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39600" tIns="3960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</p:grpSp>
          <p:grpSp>
            <p:nvGrpSpPr>
              <p:cNvPr id="262" name="Google Shape;561;p7"/>
              <p:cNvGrpSpPr/>
              <p:nvPr/>
            </p:nvGrpSpPr>
            <p:grpSpPr>
              <a:xfrm>
                <a:off x="8430840" y="2149560"/>
                <a:ext cx="142920" cy="2454120"/>
                <a:chOff x="8430840" y="2149560"/>
                <a:chExt cx="142920" cy="2454120"/>
              </a:xfrm>
            </p:grpSpPr>
            <p:sp>
              <p:nvSpPr>
                <p:cNvPr id="1050006" name="Google Shape;562;p7"/>
                <p:cNvSpPr/>
                <p:nvPr/>
              </p:nvSpPr>
              <p:spPr>
                <a:xfrm>
                  <a:off x="8430840" y="4460760"/>
                  <a:ext cx="142920" cy="142920"/>
                </a:xfrm>
                <a:prstGeom prst="rect"/>
                <a:noFill/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71640" tIns="7164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0007" name="Google Shape;563;p7"/>
                <p:cNvSpPr/>
                <p:nvPr/>
              </p:nvSpPr>
              <p:spPr>
                <a:xfrm>
                  <a:off x="8439480" y="4249800"/>
                  <a:ext cx="126000" cy="126360"/>
                </a:xfrm>
                <a:prstGeom prst="rect"/>
                <a:solidFill>
                  <a:srgbClr val="009F8C">
                    <a:alpha val="5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63360" tIns="6336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0008" name="Google Shape;564;p7"/>
                <p:cNvSpPr/>
                <p:nvPr/>
              </p:nvSpPr>
              <p:spPr>
                <a:xfrm>
                  <a:off x="8439480" y="4039200"/>
                  <a:ext cx="126000" cy="126360"/>
                </a:xfrm>
                <a:prstGeom prst="rect"/>
                <a:solidFill>
                  <a:srgbClr val="009F8C">
                    <a:alpha val="10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63360" tIns="6336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0009" name="Google Shape;565;p7"/>
                <p:cNvSpPr/>
                <p:nvPr/>
              </p:nvSpPr>
              <p:spPr>
                <a:xfrm>
                  <a:off x="8439480" y="3828600"/>
                  <a:ext cx="126000" cy="126360"/>
                </a:xfrm>
                <a:prstGeom prst="rect"/>
                <a:solidFill>
                  <a:srgbClr val="009F8C">
                    <a:alpha val="20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63360" tIns="6336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0010" name="Google Shape;566;p7"/>
                <p:cNvSpPr/>
                <p:nvPr/>
              </p:nvSpPr>
              <p:spPr>
                <a:xfrm>
                  <a:off x="8443800" y="3617640"/>
                  <a:ext cx="117360" cy="117720"/>
                </a:xfrm>
                <a:prstGeom prst="rect"/>
                <a:solidFill>
                  <a:srgbClr val="009F8C">
                    <a:alpha val="30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59040" tIns="5904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0011" name="Google Shape;567;p7"/>
                <p:cNvSpPr/>
                <p:nvPr/>
              </p:nvSpPr>
              <p:spPr>
                <a:xfrm>
                  <a:off x="8443800" y="3407040"/>
                  <a:ext cx="117360" cy="117720"/>
                </a:xfrm>
                <a:prstGeom prst="rect"/>
                <a:solidFill>
                  <a:srgbClr val="009F8C">
                    <a:alpha val="40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59040" tIns="5904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0012" name="Google Shape;568;p7"/>
                <p:cNvSpPr/>
                <p:nvPr/>
              </p:nvSpPr>
              <p:spPr>
                <a:xfrm>
                  <a:off x="8445960" y="3196080"/>
                  <a:ext cx="113040" cy="113040"/>
                </a:xfrm>
                <a:prstGeom prst="rect"/>
                <a:solidFill>
                  <a:srgbClr val="009F8C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56520" tIns="5652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0013" name="Google Shape;569;p7"/>
                <p:cNvSpPr/>
                <p:nvPr/>
              </p:nvSpPr>
              <p:spPr>
                <a:xfrm>
                  <a:off x="8448120" y="2985480"/>
                  <a:ext cx="108720" cy="108720"/>
                </a:xfrm>
                <a:prstGeom prst="rect"/>
                <a:solidFill>
                  <a:srgbClr val="009F8C">
                    <a:alpha val="55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54360" tIns="5436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0014" name="Google Shape;570;p7"/>
                <p:cNvSpPr/>
                <p:nvPr/>
              </p:nvSpPr>
              <p:spPr>
                <a:xfrm>
                  <a:off x="8453160" y="2779200"/>
                  <a:ext cx="98640" cy="98640"/>
                </a:xfrm>
                <a:prstGeom prst="rect"/>
                <a:solidFill>
                  <a:srgbClr val="009F8C">
                    <a:alpha val="60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49320" tIns="4932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0015" name="Google Shape;571;p7"/>
                <p:cNvSpPr/>
                <p:nvPr/>
              </p:nvSpPr>
              <p:spPr>
                <a:xfrm>
                  <a:off x="8457840" y="2572920"/>
                  <a:ext cx="88920" cy="88920"/>
                </a:xfrm>
                <a:prstGeom prst="rect"/>
                <a:solidFill>
                  <a:srgbClr val="009F8C">
                    <a:alpha val="65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44640" tIns="4464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0016" name="Google Shape;572;p7"/>
                <p:cNvSpPr/>
                <p:nvPr/>
              </p:nvSpPr>
              <p:spPr>
                <a:xfrm>
                  <a:off x="8457840" y="2367000"/>
                  <a:ext cx="88920" cy="88920"/>
                </a:xfrm>
                <a:prstGeom prst="rect"/>
                <a:solidFill>
                  <a:srgbClr val="009F8C">
                    <a:alpha val="70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44640" tIns="4464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0017" name="Google Shape;573;p7"/>
                <p:cNvSpPr/>
                <p:nvPr/>
              </p:nvSpPr>
              <p:spPr>
                <a:xfrm>
                  <a:off x="8462880" y="2149560"/>
                  <a:ext cx="79200" cy="79200"/>
                </a:xfrm>
                <a:prstGeom prst="rect"/>
                <a:solidFill>
                  <a:srgbClr val="009F8C">
                    <a:alpha val="80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39600" tIns="3960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</p:grpSp>
        </p:grpSp>
        <p:grpSp>
          <p:nvGrpSpPr>
            <p:cNvPr id="263" name="Google Shape;574;p7"/>
            <p:cNvGrpSpPr/>
            <p:nvPr/>
          </p:nvGrpSpPr>
          <p:grpSpPr>
            <a:xfrm>
              <a:off x="569880" y="-1044720"/>
              <a:ext cx="142920" cy="2454120"/>
              <a:chOff x="569880" y="-1044720"/>
              <a:chExt cx="142920" cy="2454120"/>
            </a:xfrm>
          </p:grpSpPr>
          <p:grpSp>
            <p:nvGrpSpPr>
              <p:cNvPr id="264" name="Google Shape;575;p7"/>
              <p:cNvGrpSpPr/>
              <p:nvPr/>
            </p:nvGrpSpPr>
            <p:grpSpPr>
              <a:xfrm>
                <a:off x="569880" y="-1044720"/>
                <a:ext cx="142920" cy="2454120"/>
                <a:chOff x="569880" y="-1044720"/>
                <a:chExt cx="142920" cy="2454120"/>
              </a:xfrm>
            </p:grpSpPr>
            <p:sp>
              <p:nvSpPr>
                <p:cNvPr id="1050018" name="Google Shape;576;p7"/>
                <p:cNvSpPr/>
                <p:nvPr/>
              </p:nvSpPr>
              <p:spPr>
                <a:xfrm>
                  <a:off x="569880" y="1266480"/>
                  <a:ext cx="142920" cy="142920"/>
                </a:xfrm>
                <a:prstGeom prst="rect"/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71640" tIns="7164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0019" name="Google Shape;577;p7"/>
                <p:cNvSpPr/>
                <p:nvPr/>
              </p:nvSpPr>
              <p:spPr>
                <a:xfrm>
                  <a:off x="578520" y="1055520"/>
                  <a:ext cx="126000" cy="126360"/>
                </a:xfrm>
                <a:prstGeom prst="rect"/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63360" tIns="6336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0020" name="Google Shape;578;p7"/>
                <p:cNvSpPr/>
                <p:nvPr/>
              </p:nvSpPr>
              <p:spPr>
                <a:xfrm>
                  <a:off x="578520" y="844920"/>
                  <a:ext cx="126000" cy="126360"/>
                </a:xfrm>
                <a:prstGeom prst="rect"/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63360" tIns="6336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0021" name="Google Shape;579;p7"/>
                <p:cNvSpPr/>
                <p:nvPr/>
              </p:nvSpPr>
              <p:spPr>
                <a:xfrm>
                  <a:off x="578520" y="634320"/>
                  <a:ext cx="126000" cy="126360"/>
                </a:xfrm>
                <a:prstGeom prst="rect"/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63360" tIns="6336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0022" name="Google Shape;580;p7"/>
                <p:cNvSpPr/>
                <p:nvPr/>
              </p:nvSpPr>
              <p:spPr>
                <a:xfrm>
                  <a:off x="582840" y="423360"/>
                  <a:ext cx="117360" cy="117720"/>
                </a:xfrm>
                <a:prstGeom prst="rect"/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59040" tIns="5904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0023" name="Google Shape;581;p7"/>
                <p:cNvSpPr/>
                <p:nvPr/>
              </p:nvSpPr>
              <p:spPr>
                <a:xfrm>
                  <a:off x="582840" y="212760"/>
                  <a:ext cx="117360" cy="117720"/>
                </a:xfrm>
                <a:prstGeom prst="rect"/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59040" tIns="5904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0024" name="Google Shape;582;p7"/>
                <p:cNvSpPr/>
                <p:nvPr/>
              </p:nvSpPr>
              <p:spPr>
                <a:xfrm>
                  <a:off x="585000" y="2160"/>
                  <a:ext cx="113040" cy="113040"/>
                </a:xfrm>
                <a:prstGeom prst="rect"/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56520" tIns="5652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0025" name="Google Shape;583;p7"/>
                <p:cNvSpPr/>
                <p:nvPr/>
              </p:nvSpPr>
              <p:spPr>
                <a:xfrm>
                  <a:off x="587160" y="-208800"/>
                  <a:ext cx="108720" cy="108720"/>
                </a:xfrm>
                <a:prstGeom prst="rect"/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54360" tIns="5436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0026" name="Google Shape;584;p7"/>
                <p:cNvSpPr/>
                <p:nvPr/>
              </p:nvSpPr>
              <p:spPr>
                <a:xfrm>
                  <a:off x="592200" y="-415080"/>
                  <a:ext cx="98640" cy="98640"/>
                </a:xfrm>
                <a:prstGeom prst="rect"/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49320" tIns="4932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0027" name="Google Shape;585;p7"/>
                <p:cNvSpPr/>
                <p:nvPr/>
              </p:nvSpPr>
              <p:spPr>
                <a:xfrm>
                  <a:off x="596880" y="-621000"/>
                  <a:ext cx="88920" cy="88920"/>
                </a:xfrm>
                <a:prstGeom prst="rect"/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44640" tIns="4464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0028" name="Google Shape;586;p7"/>
                <p:cNvSpPr/>
                <p:nvPr/>
              </p:nvSpPr>
              <p:spPr>
                <a:xfrm>
                  <a:off x="596880" y="-827280"/>
                  <a:ext cx="88920" cy="88920"/>
                </a:xfrm>
                <a:prstGeom prst="rect"/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44640" tIns="4464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0029" name="Google Shape;587;p7"/>
                <p:cNvSpPr/>
                <p:nvPr/>
              </p:nvSpPr>
              <p:spPr>
                <a:xfrm>
                  <a:off x="601920" y="-1044720"/>
                  <a:ext cx="79200" cy="79200"/>
                </a:xfrm>
                <a:prstGeom prst="rect"/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39600" tIns="3960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</p:grpSp>
          <p:grpSp>
            <p:nvGrpSpPr>
              <p:cNvPr id="265" name="Google Shape;588;p7"/>
              <p:cNvGrpSpPr/>
              <p:nvPr/>
            </p:nvGrpSpPr>
            <p:grpSpPr>
              <a:xfrm>
                <a:off x="569880" y="-1044720"/>
                <a:ext cx="142920" cy="2454120"/>
                <a:chOff x="569880" y="-1044720"/>
                <a:chExt cx="142920" cy="2454120"/>
              </a:xfrm>
            </p:grpSpPr>
            <p:sp>
              <p:nvSpPr>
                <p:cNvPr id="1050030" name="Google Shape;589;p7"/>
                <p:cNvSpPr/>
                <p:nvPr/>
              </p:nvSpPr>
              <p:spPr>
                <a:xfrm>
                  <a:off x="569880" y="1266480"/>
                  <a:ext cx="142920" cy="142920"/>
                </a:xfrm>
                <a:prstGeom prst="rect"/>
                <a:noFill/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71640" tIns="7164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0031" name="Google Shape;590;p7"/>
                <p:cNvSpPr/>
                <p:nvPr/>
              </p:nvSpPr>
              <p:spPr>
                <a:xfrm>
                  <a:off x="578520" y="1055520"/>
                  <a:ext cx="126000" cy="126360"/>
                </a:xfrm>
                <a:prstGeom prst="rect"/>
                <a:solidFill>
                  <a:srgbClr val="009F8C">
                    <a:alpha val="5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63360" tIns="6336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0032" name="Google Shape;591;p7"/>
                <p:cNvSpPr/>
                <p:nvPr/>
              </p:nvSpPr>
              <p:spPr>
                <a:xfrm>
                  <a:off x="578520" y="844920"/>
                  <a:ext cx="126000" cy="126360"/>
                </a:xfrm>
                <a:prstGeom prst="rect"/>
                <a:solidFill>
                  <a:srgbClr val="009F8C">
                    <a:alpha val="10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63360" tIns="6336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0033" name="Google Shape;592;p7"/>
                <p:cNvSpPr/>
                <p:nvPr/>
              </p:nvSpPr>
              <p:spPr>
                <a:xfrm>
                  <a:off x="578520" y="634320"/>
                  <a:ext cx="126000" cy="126360"/>
                </a:xfrm>
                <a:prstGeom prst="rect"/>
                <a:solidFill>
                  <a:srgbClr val="009F8C">
                    <a:alpha val="20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63360" tIns="6336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0034" name="Google Shape;593;p7"/>
                <p:cNvSpPr/>
                <p:nvPr/>
              </p:nvSpPr>
              <p:spPr>
                <a:xfrm>
                  <a:off x="582840" y="423360"/>
                  <a:ext cx="117360" cy="117720"/>
                </a:xfrm>
                <a:prstGeom prst="rect"/>
                <a:solidFill>
                  <a:srgbClr val="009F8C">
                    <a:alpha val="30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59040" tIns="5904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0035" name="Google Shape;594;p7"/>
                <p:cNvSpPr/>
                <p:nvPr/>
              </p:nvSpPr>
              <p:spPr>
                <a:xfrm>
                  <a:off x="582840" y="212760"/>
                  <a:ext cx="117360" cy="117720"/>
                </a:xfrm>
                <a:prstGeom prst="rect"/>
                <a:solidFill>
                  <a:srgbClr val="009F8C">
                    <a:alpha val="40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59040" tIns="5904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0036" name="Google Shape;595;p7"/>
                <p:cNvSpPr/>
                <p:nvPr/>
              </p:nvSpPr>
              <p:spPr>
                <a:xfrm>
                  <a:off x="585000" y="2160"/>
                  <a:ext cx="113040" cy="113040"/>
                </a:xfrm>
                <a:prstGeom prst="rect"/>
                <a:solidFill>
                  <a:srgbClr val="009F8C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56520" tIns="5652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0037" name="Google Shape;596;p7"/>
                <p:cNvSpPr/>
                <p:nvPr/>
              </p:nvSpPr>
              <p:spPr>
                <a:xfrm>
                  <a:off x="587160" y="-208800"/>
                  <a:ext cx="108720" cy="108720"/>
                </a:xfrm>
                <a:prstGeom prst="rect"/>
                <a:solidFill>
                  <a:srgbClr val="009F8C">
                    <a:alpha val="55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54360" tIns="5436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0038" name="Google Shape;597;p7"/>
                <p:cNvSpPr/>
                <p:nvPr/>
              </p:nvSpPr>
              <p:spPr>
                <a:xfrm>
                  <a:off x="592200" y="-415080"/>
                  <a:ext cx="98640" cy="98640"/>
                </a:xfrm>
                <a:prstGeom prst="rect"/>
                <a:solidFill>
                  <a:srgbClr val="009F8C">
                    <a:alpha val="60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49320" tIns="4932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0039" name="Google Shape;598;p7"/>
                <p:cNvSpPr/>
                <p:nvPr/>
              </p:nvSpPr>
              <p:spPr>
                <a:xfrm>
                  <a:off x="596880" y="-621000"/>
                  <a:ext cx="88920" cy="88920"/>
                </a:xfrm>
                <a:prstGeom prst="rect"/>
                <a:solidFill>
                  <a:srgbClr val="009F8C">
                    <a:alpha val="65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44640" tIns="4464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0040" name="Google Shape;599;p7"/>
                <p:cNvSpPr/>
                <p:nvPr/>
              </p:nvSpPr>
              <p:spPr>
                <a:xfrm>
                  <a:off x="596880" y="-827280"/>
                  <a:ext cx="88920" cy="88920"/>
                </a:xfrm>
                <a:prstGeom prst="rect"/>
                <a:solidFill>
                  <a:srgbClr val="009F8C">
                    <a:alpha val="70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44640" tIns="4464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0041" name="Google Shape;600;p7"/>
                <p:cNvSpPr/>
                <p:nvPr/>
              </p:nvSpPr>
              <p:spPr>
                <a:xfrm>
                  <a:off x="601920" y="-1044720"/>
                  <a:ext cx="79200" cy="79200"/>
                </a:xfrm>
                <a:prstGeom prst="rect"/>
                <a:solidFill>
                  <a:srgbClr val="009F8C">
                    <a:alpha val="80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39600" tIns="3960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</p:grpSp>
        </p:grpSp>
        <p:grpSp>
          <p:nvGrpSpPr>
            <p:cNvPr id="266" name="Google Shape;601;p7"/>
            <p:cNvGrpSpPr/>
            <p:nvPr/>
          </p:nvGrpSpPr>
          <p:grpSpPr>
            <a:xfrm>
              <a:off x="321120" y="2448360"/>
              <a:ext cx="142920" cy="2454120"/>
              <a:chOff x="321120" y="2448360"/>
              <a:chExt cx="142920" cy="2454120"/>
            </a:xfrm>
          </p:grpSpPr>
          <p:grpSp>
            <p:nvGrpSpPr>
              <p:cNvPr id="267" name="Google Shape;602;p7"/>
              <p:cNvGrpSpPr/>
              <p:nvPr/>
            </p:nvGrpSpPr>
            <p:grpSpPr>
              <a:xfrm>
                <a:off x="321120" y="2448360"/>
                <a:ext cx="142920" cy="2454120"/>
                <a:chOff x="321120" y="2448360"/>
                <a:chExt cx="142920" cy="2454120"/>
              </a:xfrm>
            </p:grpSpPr>
            <p:sp>
              <p:nvSpPr>
                <p:cNvPr id="1050042" name="Google Shape;603;p7"/>
                <p:cNvSpPr/>
                <p:nvPr/>
              </p:nvSpPr>
              <p:spPr>
                <a:xfrm>
                  <a:off x="321120" y="4759560"/>
                  <a:ext cx="142920" cy="142920"/>
                </a:xfrm>
                <a:prstGeom prst="rect"/>
                <a:gradFill rotWithShape="0">
                  <a:gsLst>
                    <a:gs pos="0">
                      <a:srgbClr val="B6F8F0"/>
                    </a:gs>
                    <a:gs pos="100000">
                      <a:srgbClr val="7DF3E5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71640" tIns="7164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0043" name="Google Shape;604;p7"/>
                <p:cNvSpPr/>
                <p:nvPr/>
              </p:nvSpPr>
              <p:spPr>
                <a:xfrm>
                  <a:off x="329760" y="4548600"/>
                  <a:ext cx="126000" cy="126360"/>
                </a:xfrm>
                <a:prstGeom prst="rect"/>
                <a:gradFill rotWithShape="0">
                  <a:gsLst>
                    <a:gs pos="0">
                      <a:srgbClr val="B6F8F0"/>
                    </a:gs>
                    <a:gs pos="100000">
                      <a:srgbClr val="7DF3E5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63360" tIns="6336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0044" name="Google Shape;605;p7"/>
                <p:cNvSpPr/>
                <p:nvPr/>
              </p:nvSpPr>
              <p:spPr>
                <a:xfrm>
                  <a:off x="329760" y="4338000"/>
                  <a:ext cx="126000" cy="126360"/>
                </a:xfrm>
                <a:prstGeom prst="rect"/>
                <a:gradFill rotWithShape="0">
                  <a:gsLst>
                    <a:gs pos="0">
                      <a:srgbClr val="B6F8F0"/>
                    </a:gs>
                    <a:gs pos="100000">
                      <a:srgbClr val="7DF3E5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63360" tIns="6336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0045" name="Google Shape;606;p7"/>
                <p:cNvSpPr/>
                <p:nvPr/>
              </p:nvSpPr>
              <p:spPr>
                <a:xfrm>
                  <a:off x="329760" y="4127400"/>
                  <a:ext cx="126000" cy="126360"/>
                </a:xfrm>
                <a:prstGeom prst="rect"/>
                <a:gradFill rotWithShape="0">
                  <a:gsLst>
                    <a:gs pos="0">
                      <a:srgbClr val="B6F8F0"/>
                    </a:gs>
                    <a:gs pos="100000">
                      <a:srgbClr val="7DF3E5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63360" tIns="6336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0046" name="Google Shape;607;p7"/>
                <p:cNvSpPr/>
                <p:nvPr/>
              </p:nvSpPr>
              <p:spPr>
                <a:xfrm>
                  <a:off x="334080" y="3916440"/>
                  <a:ext cx="117360" cy="117720"/>
                </a:xfrm>
                <a:prstGeom prst="rect"/>
                <a:gradFill rotWithShape="0">
                  <a:gsLst>
                    <a:gs pos="0">
                      <a:srgbClr val="B6F8F0"/>
                    </a:gs>
                    <a:gs pos="100000">
                      <a:srgbClr val="7DF3E5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59040" tIns="5904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0047" name="Google Shape;608;p7"/>
                <p:cNvSpPr/>
                <p:nvPr/>
              </p:nvSpPr>
              <p:spPr>
                <a:xfrm>
                  <a:off x="334080" y="3705840"/>
                  <a:ext cx="117360" cy="117720"/>
                </a:xfrm>
                <a:prstGeom prst="rect"/>
                <a:gradFill rotWithShape="0">
                  <a:gsLst>
                    <a:gs pos="0">
                      <a:srgbClr val="B6F8F0"/>
                    </a:gs>
                    <a:gs pos="100000">
                      <a:srgbClr val="7DF3E5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59040" tIns="5904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0048" name="Google Shape;609;p7"/>
                <p:cNvSpPr/>
                <p:nvPr/>
              </p:nvSpPr>
              <p:spPr>
                <a:xfrm>
                  <a:off x="336240" y="3494880"/>
                  <a:ext cx="113040" cy="113040"/>
                </a:xfrm>
                <a:prstGeom prst="rect"/>
                <a:gradFill rotWithShape="0">
                  <a:gsLst>
                    <a:gs pos="0">
                      <a:srgbClr val="B6F8F0"/>
                    </a:gs>
                    <a:gs pos="100000">
                      <a:srgbClr val="7DF3E5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56520" tIns="5652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0049" name="Google Shape;610;p7"/>
                <p:cNvSpPr/>
                <p:nvPr/>
              </p:nvSpPr>
              <p:spPr>
                <a:xfrm>
                  <a:off x="338400" y="3284280"/>
                  <a:ext cx="108720" cy="108720"/>
                </a:xfrm>
                <a:prstGeom prst="rect"/>
                <a:gradFill rotWithShape="0">
                  <a:gsLst>
                    <a:gs pos="0">
                      <a:srgbClr val="B6F8F0"/>
                    </a:gs>
                    <a:gs pos="100000">
                      <a:srgbClr val="7DF3E5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54360" tIns="5436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0050" name="Google Shape;611;p7"/>
                <p:cNvSpPr/>
                <p:nvPr/>
              </p:nvSpPr>
              <p:spPr>
                <a:xfrm>
                  <a:off x="343440" y="3078000"/>
                  <a:ext cx="98640" cy="98640"/>
                </a:xfrm>
                <a:prstGeom prst="rect"/>
                <a:gradFill rotWithShape="0">
                  <a:gsLst>
                    <a:gs pos="0">
                      <a:srgbClr val="B6F8F0"/>
                    </a:gs>
                    <a:gs pos="100000">
                      <a:srgbClr val="7DF3E5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49320" tIns="4932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0051" name="Google Shape;612;p7"/>
                <p:cNvSpPr/>
                <p:nvPr/>
              </p:nvSpPr>
              <p:spPr>
                <a:xfrm>
                  <a:off x="348120" y="2871720"/>
                  <a:ext cx="88920" cy="88920"/>
                </a:xfrm>
                <a:prstGeom prst="rect"/>
                <a:gradFill rotWithShape="0">
                  <a:gsLst>
                    <a:gs pos="0">
                      <a:srgbClr val="B6F8F0"/>
                    </a:gs>
                    <a:gs pos="100000">
                      <a:srgbClr val="7DF3E5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44640" tIns="4464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0052" name="Google Shape;613;p7"/>
                <p:cNvSpPr/>
                <p:nvPr/>
              </p:nvSpPr>
              <p:spPr>
                <a:xfrm>
                  <a:off x="348120" y="2665800"/>
                  <a:ext cx="88920" cy="88920"/>
                </a:xfrm>
                <a:prstGeom prst="rect"/>
                <a:gradFill rotWithShape="0">
                  <a:gsLst>
                    <a:gs pos="0">
                      <a:srgbClr val="B6F8F0"/>
                    </a:gs>
                    <a:gs pos="100000">
                      <a:srgbClr val="7DF3E5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44640" tIns="4464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0053" name="Google Shape;614;p7"/>
                <p:cNvSpPr/>
                <p:nvPr/>
              </p:nvSpPr>
              <p:spPr>
                <a:xfrm>
                  <a:off x="353160" y="2448360"/>
                  <a:ext cx="79200" cy="79200"/>
                </a:xfrm>
                <a:prstGeom prst="rect"/>
                <a:gradFill rotWithShape="0">
                  <a:gsLst>
                    <a:gs pos="0">
                      <a:srgbClr val="B6F8F0"/>
                    </a:gs>
                    <a:gs pos="100000">
                      <a:srgbClr val="7DF3E5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39600" tIns="3960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</p:grpSp>
          <p:grpSp>
            <p:nvGrpSpPr>
              <p:cNvPr id="268" name="Google Shape;615;p7"/>
              <p:cNvGrpSpPr/>
              <p:nvPr/>
            </p:nvGrpSpPr>
            <p:grpSpPr>
              <a:xfrm>
                <a:off x="321120" y="2448360"/>
                <a:ext cx="142920" cy="2454120"/>
                <a:chOff x="321120" y="2448360"/>
                <a:chExt cx="142920" cy="2454120"/>
              </a:xfrm>
            </p:grpSpPr>
            <p:sp>
              <p:nvSpPr>
                <p:cNvPr id="1050054" name="Google Shape;616;p7"/>
                <p:cNvSpPr/>
                <p:nvPr/>
              </p:nvSpPr>
              <p:spPr>
                <a:xfrm>
                  <a:off x="321120" y="4759560"/>
                  <a:ext cx="142920" cy="142920"/>
                </a:xfrm>
                <a:prstGeom prst="rect"/>
                <a:noFill/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71640" tIns="7164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0055" name="Google Shape;617;p7"/>
                <p:cNvSpPr/>
                <p:nvPr/>
              </p:nvSpPr>
              <p:spPr>
                <a:xfrm>
                  <a:off x="329760" y="4548600"/>
                  <a:ext cx="126000" cy="126360"/>
                </a:xfrm>
                <a:prstGeom prst="rect"/>
                <a:solidFill>
                  <a:srgbClr val="009F8C">
                    <a:alpha val="5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63360" tIns="6336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0056" name="Google Shape;618;p7"/>
                <p:cNvSpPr/>
                <p:nvPr/>
              </p:nvSpPr>
              <p:spPr>
                <a:xfrm>
                  <a:off x="329760" y="4338000"/>
                  <a:ext cx="126000" cy="126360"/>
                </a:xfrm>
                <a:prstGeom prst="rect"/>
                <a:solidFill>
                  <a:srgbClr val="009F8C">
                    <a:alpha val="10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63360" tIns="6336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0057" name="Google Shape;619;p7"/>
                <p:cNvSpPr/>
                <p:nvPr/>
              </p:nvSpPr>
              <p:spPr>
                <a:xfrm>
                  <a:off x="329760" y="4127400"/>
                  <a:ext cx="126000" cy="126360"/>
                </a:xfrm>
                <a:prstGeom prst="rect"/>
                <a:solidFill>
                  <a:srgbClr val="009F8C">
                    <a:alpha val="20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63360" tIns="6336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0058" name="Google Shape;620;p7"/>
                <p:cNvSpPr/>
                <p:nvPr/>
              </p:nvSpPr>
              <p:spPr>
                <a:xfrm>
                  <a:off x="334080" y="3916440"/>
                  <a:ext cx="117360" cy="117720"/>
                </a:xfrm>
                <a:prstGeom prst="rect"/>
                <a:solidFill>
                  <a:srgbClr val="009F8C">
                    <a:alpha val="30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59040" tIns="5904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0059" name="Google Shape;621;p7"/>
                <p:cNvSpPr/>
                <p:nvPr/>
              </p:nvSpPr>
              <p:spPr>
                <a:xfrm>
                  <a:off x="334080" y="3705840"/>
                  <a:ext cx="117360" cy="117720"/>
                </a:xfrm>
                <a:prstGeom prst="rect"/>
                <a:solidFill>
                  <a:srgbClr val="009F8C">
                    <a:alpha val="40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59040" tIns="5904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0060" name="Google Shape;622;p7"/>
                <p:cNvSpPr/>
                <p:nvPr/>
              </p:nvSpPr>
              <p:spPr>
                <a:xfrm>
                  <a:off x="336240" y="3494880"/>
                  <a:ext cx="113040" cy="113040"/>
                </a:xfrm>
                <a:prstGeom prst="rect"/>
                <a:solidFill>
                  <a:srgbClr val="009F8C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56520" tIns="5652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0061" name="Google Shape;623;p7"/>
                <p:cNvSpPr/>
                <p:nvPr/>
              </p:nvSpPr>
              <p:spPr>
                <a:xfrm>
                  <a:off x="338400" y="3284280"/>
                  <a:ext cx="108720" cy="108720"/>
                </a:xfrm>
                <a:prstGeom prst="rect"/>
                <a:solidFill>
                  <a:srgbClr val="009F8C">
                    <a:alpha val="55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54360" tIns="5436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0062" name="Google Shape;624;p7"/>
                <p:cNvSpPr/>
                <p:nvPr/>
              </p:nvSpPr>
              <p:spPr>
                <a:xfrm>
                  <a:off x="343440" y="3078000"/>
                  <a:ext cx="98640" cy="98640"/>
                </a:xfrm>
                <a:prstGeom prst="rect"/>
                <a:solidFill>
                  <a:srgbClr val="009F8C">
                    <a:alpha val="60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49320" tIns="4932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0063" name="Google Shape;625;p7"/>
                <p:cNvSpPr/>
                <p:nvPr/>
              </p:nvSpPr>
              <p:spPr>
                <a:xfrm>
                  <a:off x="348120" y="2871720"/>
                  <a:ext cx="88920" cy="88920"/>
                </a:xfrm>
                <a:prstGeom prst="rect"/>
                <a:solidFill>
                  <a:srgbClr val="009F8C">
                    <a:alpha val="65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44640" tIns="4464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0064" name="Google Shape;626;p7"/>
                <p:cNvSpPr/>
                <p:nvPr/>
              </p:nvSpPr>
              <p:spPr>
                <a:xfrm>
                  <a:off x="348120" y="2665800"/>
                  <a:ext cx="88920" cy="88920"/>
                </a:xfrm>
                <a:prstGeom prst="rect"/>
                <a:solidFill>
                  <a:srgbClr val="009F8C">
                    <a:alpha val="70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44640" tIns="4464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0065" name="Google Shape;627;p7"/>
                <p:cNvSpPr/>
                <p:nvPr/>
              </p:nvSpPr>
              <p:spPr>
                <a:xfrm>
                  <a:off x="353160" y="2448360"/>
                  <a:ext cx="79200" cy="79200"/>
                </a:xfrm>
                <a:prstGeom prst="rect"/>
                <a:solidFill>
                  <a:srgbClr val="009F8C">
                    <a:alpha val="80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39600" tIns="3960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</p:grpSp>
        </p:grpSp>
      </p:grp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blank">
  <p:cSld name="MAIN_POINT">
    <p:bg>
      <p:bgPr>
        <a:solidFill>
          <a:schemeClr val="lt1"/>
        </a:solidFill>
      </p:bgPr>
    </p:bg>
    <p:spTree>
      <p:nvGrpSpPr>
        <p:cNvPr id="38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0867" name="PlaceHolder 1"/>
          <p:cNvSpPr>
            <a:spLocks noGrp="1"/>
          </p:cNvSpPr>
          <p:nvPr>
            <p:ph type="title"/>
          </p:nvPr>
        </p:nvSpPr>
        <p:spPr>
          <a:xfrm>
            <a:off x="2320200" y="1643760"/>
            <a:ext cx="4503600" cy="1855440"/>
          </a:xfrm>
          <a:prstGeom prst="rect"/>
          <a:noFill/>
          <a:ln w="0">
            <a:noFill/>
          </a:ln>
        </p:spPr>
        <p:txBody>
          <a:bodyPr anchor="ctr" bIns="91440" lIns="91440" rIns="91440" tIns="91440">
            <a:noAutofit/>
          </a:bodyPr>
          <a:p>
            <a:pPr indent="0">
              <a:buNone/>
            </a:pPr>
            <a:r>
              <a:rPr b="0" sz="6000" lang="fr-FR" strike="noStrike" u="none">
                <a:solidFill>
                  <a:schemeClr val="dk1"/>
                </a:solidFill>
                <a:effectLst/>
                <a:latin typeface="Arial"/>
              </a:rPr>
              <a:t>Click to edit the title text format</a:t>
            </a:r>
            <a:endParaRPr b="0" sz="6000" lang="fr-FR" strike="noStrike" u="none">
              <a:solidFill>
                <a:schemeClr val="dk1"/>
              </a:solidFill>
              <a:effectLst/>
              <a:latin typeface="Arial"/>
            </a:endParaRPr>
          </a:p>
        </p:txBody>
      </p:sp>
      <p:grpSp>
        <p:nvGrpSpPr>
          <p:cNvPr id="385" name="Google Shape;630;p8"/>
          <p:cNvGrpSpPr/>
          <p:nvPr/>
        </p:nvGrpSpPr>
        <p:grpSpPr>
          <a:xfrm>
            <a:off x="325440" y="1598040"/>
            <a:ext cx="8302680" cy="3005640"/>
            <a:chOff x="325440" y="1598040"/>
            <a:chExt cx="8302680" cy="3005640"/>
          </a:xfrm>
        </p:grpSpPr>
        <p:grpSp>
          <p:nvGrpSpPr>
            <p:cNvPr id="386" name="Google Shape;631;p8"/>
            <p:cNvGrpSpPr/>
            <p:nvPr/>
          </p:nvGrpSpPr>
          <p:grpSpPr>
            <a:xfrm>
              <a:off x="325440" y="1598040"/>
              <a:ext cx="142920" cy="2453760"/>
              <a:chOff x="325440" y="1598040"/>
              <a:chExt cx="142920" cy="2453760"/>
            </a:xfrm>
          </p:grpSpPr>
          <p:grpSp>
            <p:nvGrpSpPr>
              <p:cNvPr id="387" name="Google Shape;632;p8"/>
              <p:cNvGrpSpPr/>
              <p:nvPr/>
            </p:nvGrpSpPr>
            <p:grpSpPr>
              <a:xfrm>
                <a:off x="325440" y="1598040"/>
                <a:ext cx="142920" cy="2453760"/>
                <a:chOff x="325440" y="1598040"/>
                <a:chExt cx="142920" cy="2453760"/>
              </a:xfrm>
            </p:grpSpPr>
            <p:sp>
              <p:nvSpPr>
                <p:cNvPr id="1050868" name="Google Shape;633;p8"/>
                <p:cNvSpPr/>
                <p:nvPr/>
              </p:nvSpPr>
              <p:spPr>
                <a:xfrm>
                  <a:off x="325440" y="3908880"/>
                  <a:ext cx="142920" cy="142920"/>
                </a:xfrm>
                <a:prstGeom prst="rect"/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71640" tIns="7164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0869" name="Google Shape;634;p8"/>
                <p:cNvSpPr/>
                <p:nvPr/>
              </p:nvSpPr>
              <p:spPr>
                <a:xfrm>
                  <a:off x="333720" y="3698280"/>
                  <a:ext cx="126000" cy="126360"/>
                </a:xfrm>
                <a:prstGeom prst="rect"/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63360" tIns="6336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0870" name="Google Shape;635;p8"/>
                <p:cNvSpPr/>
                <p:nvPr/>
              </p:nvSpPr>
              <p:spPr>
                <a:xfrm>
                  <a:off x="333720" y="3487320"/>
                  <a:ext cx="126000" cy="126360"/>
                </a:xfrm>
                <a:prstGeom prst="rect"/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63360" tIns="6336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0871" name="Google Shape;636;p8"/>
                <p:cNvSpPr/>
                <p:nvPr/>
              </p:nvSpPr>
              <p:spPr>
                <a:xfrm>
                  <a:off x="333720" y="3276720"/>
                  <a:ext cx="126000" cy="126360"/>
                </a:xfrm>
                <a:prstGeom prst="rect"/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63360" tIns="6336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0872" name="Google Shape;637;p8"/>
                <p:cNvSpPr/>
                <p:nvPr/>
              </p:nvSpPr>
              <p:spPr>
                <a:xfrm>
                  <a:off x="338040" y="3066120"/>
                  <a:ext cx="117360" cy="117720"/>
                </a:xfrm>
                <a:prstGeom prst="rect"/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59040" tIns="5904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0873" name="Google Shape;638;p8"/>
                <p:cNvSpPr/>
                <p:nvPr/>
              </p:nvSpPr>
              <p:spPr>
                <a:xfrm>
                  <a:off x="338040" y="2855160"/>
                  <a:ext cx="117360" cy="117720"/>
                </a:xfrm>
                <a:prstGeom prst="rect"/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59040" tIns="5904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0874" name="Google Shape;639;p8"/>
                <p:cNvSpPr/>
                <p:nvPr/>
              </p:nvSpPr>
              <p:spPr>
                <a:xfrm>
                  <a:off x="340200" y="2644560"/>
                  <a:ext cx="113040" cy="113040"/>
                </a:xfrm>
                <a:prstGeom prst="rect"/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56520" tIns="5652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0875" name="Google Shape;640;p8"/>
                <p:cNvSpPr/>
                <p:nvPr/>
              </p:nvSpPr>
              <p:spPr>
                <a:xfrm>
                  <a:off x="342720" y="2433600"/>
                  <a:ext cx="108720" cy="108720"/>
                </a:xfrm>
                <a:prstGeom prst="rect"/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54360" tIns="5436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0876" name="Google Shape;641;p8"/>
                <p:cNvSpPr/>
                <p:nvPr/>
              </p:nvSpPr>
              <p:spPr>
                <a:xfrm>
                  <a:off x="347400" y="2227680"/>
                  <a:ext cx="98640" cy="98640"/>
                </a:xfrm>
                <a:prstGeom prst="rect"/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49320" tIns="4932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0877" name="Google Shape;642;p8"/>
                <p:cNvSpPr/>
                <p:nvPr/>
              </p:nvSpPr>
              <p:spPr>
                <a:xfrm>
                  <a:off x="352440" y="2021400"/>
                  <a:ext cx="88920" cy="88920"/>
                </a:xfrm>
                <a:prstGeom prst="rect"/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44640" tIns="4464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0878" name="Google Shape;643;p8"/>
                <p:cNvSpPr/>
                <p:nvPr/>
              </p:nvSpPr>
              <p:spPr>
                <a:xfrm>
                  <a:off x="352440" y="1815120"/>
                  <a:ext cx="88920" cy="88920"/>
                </a:xfrm>
                <a:prstGeom prst="rect"/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44640" tIns="4464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0879" name="Google Shape;644;p8"/>
                <p:cNvSpPr/>
                <p:nvPr/>
              </p:nvSpPr>
              <p:spPr>
                <a:xfrm>
                  <a:off x="357120" y="1598040"/>
                  <a:ext cx="79200" cy="79200"/>
                </a:xfrm>
                <a:prstGeom prst="rect"/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39600" tIns="3960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</p:grpSp>
          <p:grpSp>
            <p:nvGrpSpPr>
              <p:cNvPr id="388" name="Google Shape;645;p8"/>
              <p:cNvGrpSpPr/>
              <p:nvPr/>
            </p:nvGrpSpPr>
            <p:grpSpPr>
              <a:xfrm>
                <a:off x="325440" y="1598040"/>
                <a:ext cx="142920" cy="2453760"/>
                <a:chOff x="325440" y="1598040"/>
                <a:chExt cx="142920" cy="2453760"/>
              </a:xfrm>
            </p:grpSpPr>
            <p:sp>
              <p:nvSpPr>
                <p:cNvPr id="1050880" name="Google Shape;646;p8"/>
                <p:cNvSpPr/>
                <p:nvPr/>
              </p:nvSpPr>
              <p:spPr>
                <a:xfrm>
                  <a:off x="325440" y="3908880"/>
                  <a:ext cx="142920" cy="142920"/>
                </a:xfrm>
                <a:prstGeom prst="rect"/>
                <a:noFill/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71640" tIns="7164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0881" name="Google Shape;647;p8"/>
                <p:cNvSpPr/>
                <p:nvPr/>
              </p:nvSpPr>
              <p:spPr>
                <a:xfrm>
                  <a:off x="333720" y="3698280"/>
                  <a:ext cx="126000" cy="126360"/>
                </a:xfrm>
                <a:prstGeom prst="rect"/>
                <a:solidFill>
                  <a:srgbClr val="009F8C">
                    <a:alpha val="5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63360" tIns="6336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0882" name="Google Shape;648;p8"/>
                <p:cNvSpPr/>
                <p:nvPr/>
              </p:nvSpPr>
              <p:spPr>
                <a:xfrm>
                  <a:off x="333720" y="3487320"/>
                  <a:ext cx="126000" cy="126360"/>
                </a:xfrm>
                <a:prstGeom prst="rect"/>
                <a:solidFill>
                  <a:srgbClr val="009F8C">
                    <a:alpha val="10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63360" tIns="6336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0883" name="Google Shape;649;p8"/>
                <p:cNvSpPr/>
                <p:nvPr/>
              </p:nvSpPr>
              <p:spPr>
                <a:xfrm>
                  <a:off x="333720" y="3276720"/>
                  <a:ext cx="126000" cy="126360"/>
                </a:xfrm>
                <a:prstGeom prst="rect"/>
                <a:solidFill>
                  <a:srgbClr val="009F8C">
                    <a:alpha val="20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63360" tIns="6336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0884" name="Google Shape;650;p8"/>
                <p:cNvSpPr/>
                <p:nvPr/>
              </p:nvSpPr>
              <p:spPr>
                <a:xfrm>
                  <a:off x="338040" y="3066120"/>
                  <a:ext cx="117360" cy="117720"/>
                </a:xfrm>
                <a:prstGeom prst="rect"/>
                <a:solidFill>
                  <a:srgbClr val="009F8C">
                    <a:alpha val="30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59040" tIns="5904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0885" name="Google Shape;651;p8"/>
                <p:cNvSpPr/>
                <p:nvPr/>
              </p:nvSpPr>
              <p:spPr>
                <a:xfrm>
                  <a:off x="338040" y="2855160"/>
                  <a:ext cx="117360" cy="117720"/>
                </a:xfrm>
                <a:prstGeom prst="rect"/>
                <a:solidFill>
                  <a:srgbClr val="009F8C">
                    <a:alpha val="40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59040" tIns="5904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0886" name="Google Shape;652;p8"/>
                <p:cNvSpPr/>
                <p:nvPr/>
              </p:nvSpPr>
              <p:spPr>
                <a:xfrm>
                  <a:off x="340200" y="2644560"/>
                  <a:ext cx="113040" cy="113040"/>
                </a:xfrm>
                <a:prstGeom prst="rect"/>
                <a:solidFill>
                  <a:srgbClr val="009F8C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56520" tIns="5652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0887" name="Google Shape;653;p8"/>
                <p:cNvSpPr/>
                <p:nvPr/>
              </p:nvSpPr>
              <p:spPr>
                <a:xfrm>
                  <a:off x="342720" y="2433600"/>
                  <a:ext cx="108720" cy="108720"/>
                </a:xfrm>
                <a:prstGeom prst="rect"/>
                <a:solidFill>
                  <a:srgbClr val="009F8C">
                    <a:alpha val="55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54360" tIns="5436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0888" name="Google Shape;654;p8"/>
                <p:cNvSpPr/>
                <p:nvPr/>
              </p:nvSpPr>
              <p:spPr>
                <a:xfrm>
                  <a:off x="347400" y="2227680"/>
                  <a:ext cx="98640" cy="98640"/>
                </a:xfrm>
                <a:prstGeom prst="rect"/>
                <a:solidFill>
                  <a:srgbClr val="009F8C">
                    <a:alpha val="60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49320" tIns="4932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0889" name="Google Shape;655;p8"/>
                <p:cNvSpPr/>
                <p:nvPr/>
              </p:nvSpPr>
              <p:spPr>
                <a:xfrm>
                  <a:off x="352440" y="2021400"/>
                  <a:ext cx="88920" cy="88920"/>
                </a:xfrm>
                <a:prstGeom prst="rect"/>
                <a:solidFill>
                  <a:srgbClr val="009F8C">
                    <a:alpha val="65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44640" tIns="4464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0890" name="Google Shape;656;p8"/>
                <p:cNvSpPr/>
                <p:nvPr/>
              </p:nvSpPr>
              <p:spPr>
                <a:xfrm>
                  <a:off x="352440" y="1815120"/>
                  <a:ext cx="88920" cy="88920"/>
                </a:xfrm>
                <a:prstGeom prst="rect"/>
                <a:solidFill>
                  <a:srgbClr val="009F8C">
                    <a:alpha val="70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44640" tIns="4464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0891" name="Google Shape;657;p8"/>
                <p:cNvSpPr/>
                <p:nvPr/>
              </p:nvSpPr>
              <p:spPr>
                <a:xfrm>
                  <a:off x="357120" y="1598040"/>
                  <a:ext cx="79200" cy="79200"/>
                </a:xfrm>
                <a:prstGeom prst="rect"/>
                <a:solidFill>
                  <a:srgbClr val="009F8C">
                    <a:alpha val="80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39600" tIns="3960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</p:grpSp>
        </p:grpSp>
        <p:grpSp>
          <p:nvGrpSpPr>
            <p:cNvPr id="389" name="Google Shape;658;p8"/>
            <p:cNvGrpSpPr/>
            <p:nvPr/>
          </p:nvGrpSpPr>
          <p:grpSpPr>
            <a:xfrm>
              <a:off x="8485200" y="2149560"/>
              <a:ext cx="142920" cy="2454120"/>
              <a:chOff x="8485200" y="2149560"/>
              <a:chExt cx="142920" cy="2454120"/>
            </a:xfrm>
          </p:grpSpPr>
          <p:grpSp>
            <p:nvGrpSpPr>
              <p:cNvPr id="390" name="Google Shape;659;p8"/>
              <p:cNvGrpSpPr/>
              <p:nvPr/>
            </p:nvGrpSpPr>
            <p:grpSpPr>
              <a:xfrm>
                <a:off x="8485200" y="2149560"/>
                <a:ext cx="142920" cy="2454120"/>
                <a:chOff x="8485200" y="2149560"/>
                <a:chExt cx="142920" cy="2454120"/>
              </a:xfrm>
            </p:grpSpPr>
            <p:sp>
              <p:nvSpPr>
                <p:cNvPr id="1050892" name="Google Shape;660;p8"/>
                <p:cNvSpPr/>
                <p:nvPr/>
              </p:nvSpPr>
              <p:spPr>
                <a:xfrm>
                  <a:off x="8485200" y="4460760"/>
                  <a:ext cx="142920" cy="142920"/>
                </a:xfrm>
                <a:prstGeom prst="rect"/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71640" tIns="7164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0893" name="Google Shape;661;p8"/>
                <p:cNvSpPr/>
                <p:nvPr/>
              </p:nvSpPr>
              <p:spPr>
                <a:xfrm>
                  <a:off x="8493840" y="4249800"/>
                  <a:ext cx="126000" cy="126360"/>
                </a:xfrm>
                <a:prstGeom prst="rect"/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63360" tIns="6336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0894" name="Google Shape;662;p8"/>
                <p:cNvSpPr/>
                <p:nvPr/>
              </p:nvSpPr>
              <p:spPr>
                <a:xfrm>
                  <a:off x="8493840" y="4039200"/>
                  <a:ext cx="126000" cy="126360"/>
                </a:xfrm>
                <a:prstGeom prst="rect"/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63360" tIns="6336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0895" name="Google Shape;663;p8"/>
                <p:cNvSpPr/>
                <p:nvPr/>
              </p:nvSpPr>
              <p:spPr>
                <a:xfrm>
                  <a:off x="8493840" y="3828600"/>
                  <a:ext cx="126000" cy="126360"/>
                </a:xfrm>
                <a:prstGeom prst="rect"/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63360" tIns="6336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0896" name="Google Shape;664;p8"/>
                <p:cNvSpPr/>
                <p:nvPr/>
              </p:nvSpPr>
              <p:spPr>
                <a:xfrm>
                  <a:off x="8498160" y="3617640"/>
                  <a:ext cx="117360" cy="117720"/>
                </a:xfrm>
                <a:prstGeom prst="rect"/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59040" tIns="5904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0897" name="Google Shape;665;p8"/>
                <p:cNvSpPr/>
                <p:nvPr/>
              </p:nvSpPr>
              <p:spPr>
                <a:xfrm>
                  <a:off x="8498160" y="3407040"/>
                  <a:ext cx="117360" cy="117720"/>
                </a:xfrm>
                <a:prstGeom prst="rect"/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59040" tIns="5904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0898" name="Google Shape;666;p8"/>
                <p:cNvSpPr/>
                <p:nvPr/>
              </p:nvSpPr>
              <p:spPr>
                <a:xfrm>
                  <a:off x="8500320" y="3196080"/>
                  <a:ext cx="113040" cy="113040"/>
                </a:xfrm>
                <a:prstGeom prst="rect"/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56520" tIns="5652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0899" name="Google Shape;667;p8"/>
                <p:cNvSpPr/>
                <p:nvPr/>
              </p:nvSpPr>
              <p:spPr>
                <a:xfrm>
                  <a:off x="8502480" y="2985480"/>
                  <a:ext cx="108720" cy="108720"/>
                </a:xfrm>
                <a:prstGeom prst="rect"/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54360" tIns="5436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0900" name="Google Shape;668;p8"/>
                <p:cNvSpPr/>
                <p:nvPr/>
              </p:nvSpPr>
              <p:spPr>
                <a:xfrm>
                  <a:off x="8507520" y="2779200"/>
                  <a:ext cx="98640" cy="98640"/>
                </a:xfrm>
                <a:prstGeom prst="rect"/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49320" tIns="4932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0901" name="Google Shape;669;p8"/>
                <p:cNvSpPr/>
                <p:nvPr/>
              </p:nvSpPr>
              <p:spPr>
                <a:xfrm>
                  <a:off x="8512200" y="2572920"/>
                  <a:ext cx="88920" cy="88920"/>
                </a:xfrm>
                <a:prstGeom prst="rect"/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44640" tIns="4464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0902" name="Google Shape;670;p8"/>
                <p:cNvSpPr/>
                <p:nvPr/>
              </p:nvSpPr>
              <p:spPr>
                <a:xfrm>
                  <a:off x="8512200" y="2367000"/>
                  <a:ext cx="88920" cy="88920"/>
                </a:xfrm>
                <a:prstGeom prst="rect"/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44640" tIns="4464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0903" name="Google Shape;671;p8"/>
                <p:cNvSpPr/>
                <p:nvPr/>
              </p:nvSpPr>
              <p:spPr>
                <a:xfrm>
                  <a:off x="8517240" y="2149560"/>
                  <a:ext cx="79200" cy="79200"/>
                </a:xfrm>
                <a:prstGeom prst="rect"/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algn="bl" blurRad="185760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39600" tIns="3960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000000"/>
                    </a:solidFill>
                    <a:effectLst/>
                    <a:latin typeface="OpenSymbol"/>
                  </a:endParaRPr>
                </a:p>
              </p:txBody>
            </p:sp>
          </p:grpSp>
          <p:grpSp>
            <p:nvGrpSpPr>
              <p:cNvPr id="391" name="Google Shape;672;p8"/>
              <p:cNvGrpSpPr/>
              <p:nvPr/>
            </p:nvGrpSpPr>
            <p:grpSpPr>
              <a:xfrm>
                <a:off x="8485200" y="2149560"/>
                <a:ext cx="142920" cy="2454120"/>
                <a:chOff x="8485200" y="2149560"/>
                <a:chExt cx="142920" cy="2454120"/>
              </a:xfrm>
            </p:grpSpPr>
            <p:sp>
              <p:nvSpPr>
                <p:cNvPr id="1050904" name="Google Shape;673;p8"/>
                <p:cNvSpPr/>
                <p:nvPr/>
              </p:nvSpPr>
              <p:spPr>
                <a:xfrm>
                  <a:off x="8485200" y="4460760"/>
                  <a:ext cx="142920" cy="142920"/>
                </a:xfrm>
                <a:prstGeom prst="rect"/>
                <a:noFill/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71640" tIns="7164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0905" name="Google Shape;674;p8"/>
                <p:cNvSpPr/>
                <p:nvPr/>
              </p:nvSpPr>
              <p:spPr>
                <a:xfrm>
                  <a:off x="8493840" y="4249800"/>
                  <a:ext cx="126000" cy="126360"/>
                </a:xfrm>
                <a:prstGeom prst="rect"/>
                <a:solidFill>
                  <a:srgbClr val="009F8C">
                    <a:alpha val="5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63360" tIns="6336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0906" name="Google Shape;675;p8"/>
                <p:cNvSpPr/>
                <p:nvPr/>
              </p:nvSpPr>
              <p:spPr>
                <a:xfrm>
                  <a:off x="8493840" y="4039200"/>
                  <a:ext cx="126000" cy="126360"/>
                </a:xfrm>
                <a:prstGeom prst="rect"/>
                <a:solidFill>
                  <a:srgbClr val="009F8C">
                    <a:alpha val="10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63360" tIns="6336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0907" name="Google Shape;676;p8"/>
                <p:cNvSpPr/>
                <p:nvPr/>
              </p:nvSpPr>
              <p:spPr>
                <a:xfrm>
                  <a:off x="8493840" y="3828600"/>
                  <a:ext cx="126000" cy="126360"/>
                </a:xfrm>
                <a:prstGeom prst="rect"/>
                <a:solidFill>
                  <a:srgbClr val="009F8C">
                    <a:alpha val="20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63360" tIns="6336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0908" name="Google Shape;677;p8"/>
                <p:cNvSpPr/>
                <p:nvPr/>
              </p:nvSpPr>
              <p:spPr>
                <a:xfrm>
                  <a:off x="8498160" y="3617640"/>
                  <a:ext cx="117360" cy="117720"/>
                </a:xfrm>
                <a:prstGeom prst="rect"/>
                <a:solidFill>
                  <a:srgbClr val="009F8C">
                    <a:alpha val="30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59040" tIns="5904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0909" name="Google Shape;678;p8"/>
                <p:cNvSpPr/>
                <p:nvPr/>
              </p:nvSpPr>
              <p:spPr>
                <a:xfrm>
                  <a:off x="8498160" y="3407040"/>
                  <a:ext cx="117360" cy="117720"/>
                </a:xfrm>
                <a:prstGeom prst="rect"/>
                <a:solidFill>
                  <a:srgbClr val="009F8C">
                    <a:alpha val="40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59040" tIns="5904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0910" name="Google Shape;679;p8"/>
                <p:cNvSpPr/>
                <p:nvPr/>
              </p:nvSpPr>
              <p:spPr>
                <a:xfrm>
                  <a:off x="8500320" y="3196080"/>
                  <a:ext cx="113040" cy="113040"/>
                </a:xfrm>
                <a:prstGeom prst="rect"/>
                <a:solidFill>
                  <a:srgbClr val="009F8C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56520" tIns="5652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0911" name="Google Shape;680;p8"/>
                <p:cNvSpPr/>
                <p:nvPr/>
              </p:nvSpPr>
              <p:spPr>
                <a:xfrm>
                  <a:off x="8502480" y="2985480"/>
                  <a:ext cx="108720" cy="108720"/>
                </a:xfrm>
                <a:prstGeom prst="rect"/>
                <a:solidFill>
                  <a:srgbClr val="009F8C">
                    <a:alpha val="55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54360" tIns="5436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0912" name="Google Shape;681;p8"/>
                <p:cNvSpPr/>
                <p:nvPr/>
              </p:nvSpPr>
              <p:spPr>
                <a:xfrm>
                  <a:off x="8507520" y="2779200"/>
                  <a:ext cx="98640" cy="98640"/>
                </a:xfrm>
                <a:prstGeom prst="rect"/>
                <a:solidFill>
                  <a:srgbClr val="009F8C">
                    <a:alpha val="60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49320" tIns="4932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0913" name="Google Shape;682;p8"/>
                <p:cNvSpPr/>
                <p:nvPr/>
              </p:nvSpPr>
              <p:spPr>
                <a:xfrm>
                  <a:off x="8512200" y="2572920"/>
                  <a:ext cx="88920" cy="88920"/>
                </a:xfrm>
                <a:prstGeom prst="rect"/>
                <a:solidFill>
                  <a:srgbClr val="009F8C">
                    <a:alpha val="65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44640" tIns="4464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0914" name="Google Shape;683;p8"/>
                <p:cNvSpPr/>
                <p:nvPr/>
              </p:nvSpPr>
              <p:spPr>
                <a:xfrm>
                  <a:off x="8512200" y="2367000"/>
                  <a:ext cx="88920" cy="88920"/>
                </a:xfrm>
                <a:prstGeom prst="rect"/>
                <a:solidFill>
                  <a:srgbClr val="009F8C">
                    <a:alpha val="70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44640" tIns="4464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  <p:sp>
              <p:nvSpPr>
                <p:cNvPr id="1050915" name="Google Shape;684;p8"/>
                <p:cNvSpPr/>
                <p:nvPr/>
              </p:nvSpPr>
              <p:spPr>
                <a:xfrm>
                  <a:off x="8517240" y="2149560"/>
                  <a:ext cx="79200" cy="79200"/>
                </a:xfrm>
                <a:prstGeom prst="rect"/>
                <a:solidFill>
                  <a:srgbClr val="009F8C">
                    <a:alpha val="80000"/>
                  </a:srgbClr>
                </a:solidFill>
                <a:ln w="0">
                  <a:noFill/>
                </a:ln>
              </p:spPr>
              <p:style>
                <a:lnRef idx="0">
                  <a:srgbClr val="000000"/>
                </a:lnRef>
                <a:fillRef idx="0">
                  <a:srgbClr val="000000"/>
                </a:fillRef>
                <a:effectRef idx="0">
                  <a:srgbClr val="000000"/>
                </a:effectRef>
                <a:fontRef idx="minor">
                  <a:srgbClr val="000000"/>
                </a:fontRef>
              </p:style>
              <p:txBody>
                <a:bodyPr anchor="ctr" bIns="39600" tIns="39600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sz="1800" lang="en-US" strike="noStrike" u="none">
                    <a:solidFill>
                      <a:srgbClr val="FFFFFF"/>
                    </a:solidFill>
                    <a:effectLst/>
                    <a:latin typeface="OpenSymbol"/>
                  </a:endParaRPr>
                </a:p>
              </p:txBody>
            </p:sp>
          </p:grpSp>
        </p:grpSp>
      </p:grp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blank">
  <p:cSld name="SECTION_TITLE_AND_DESCRIPTION">
    <p:bg>
      <p:bgPr>
        <a:solidFill>
          <a:schemeClr val="lt1"/>
        </a:solidFill>
      </p:bgPr>
    </p:bg>
    <p:spTree>
      <p:nvGrpSpPr>
        <p:cNvPr id="8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71" name="PlaceHolder 1"/>
          <p:cNvSpPr>
            <a:spLocks noGrp="1"/>
          </p:cNvSpPr>
          <p:nvPr>
            <p:ph type="title"/>
          </p:nvPr>
        </p:nvSpPr>
        <p:spPr>
          <a:xfrm>
            <a:off x="2135520" y="1655640"/>
            <a:ext cx="4872600" cy="1161000"/>
          </a:xfrm>
          <a:prstGeom prst="rect"/>
          <a:noFill/>
          <a:ln w="0">
            <a:noFill/>
          </a:ln>
        </p:spPr>
        <p:txBody>
          <a:bodyPr anchor="b" bIns="91440" lIns="91440" rIns="91440" tIns="91440">
            <a:noAutofit/>
          </a:bodyPr>
          <a:p>
            <a:pPr indent="0">
              <a:buNone/>
            </a:pPr>
            <a:r>
              <a:rPr b="0" sz="6500" lang="fr-FR" strike="noStrike" u="none">
                <a:solidFill>
                  <a:schemeClr val="dk1"/>
                </a:solidFill>
                <a:effectLst/>
                <a:latin typeface="Arial"/>
              </a:rPr>
              <a:t>Click to edit the title text format</a:t>
            </a:r>
            <a:endParaRPr b="0" sz="6500" lang="fr-FR" strike="noStrike" u="none">
              <a:solidFill>
                <a:schemeClr val="dk1"/>
              </a:solidFill>
              <a:effectLst/>
              <a:latin typeface="Arial"/>
            </a:endParaRPr>
          </a:p>
        </p:txBody>
      </p:sp>
      <p:grpSp>
        <p:nvGrpSpPr>
          <p:cNvPr id="90" name="Google Shape;688;p9"/>
          <p:cNvGrpSpPr/>
          <p:nvPr/>
        </p:nvGrpSpPr>
        <p:grpSpPr>
          <a:xfrm>
            <a:off x="569880" y="-1198080"/>
            <a:ext cx="8254800" cy="6738120"/>
            <a:chOff x="569880" y="-1198080"/>
            <a:chExt cx="8254800" cy="6738120"/>
          </a:xfrm>
        </p:grpSpPr>
        <p:grpSp>
          <p:nvGrpSpPr>
            <p:cNvPr id="91" name="Google Shape;689;p9"/>
            <p:cNvGrpSpPr/>
            <p:nvPr/>
          </p:nvGrpSpPr>
          <p:grpSpPr>
            <a:xfrm>
              <a:off x="569880" y="250560"/>
              <a:ext cx="8254800" cy="3326400"/>
              <a:chOff x="569880" y="250560"/>
              <a:chExt cx="8254800" cy="3326400"/>
            </a:xfrm>
          </p:grpSpPr>
          <p:grpSp>
            <p:nvGrpSpPr>
              <p:cNvPr id="92" name="Google Shape;690;p9"/>
              <p:cNvGrpSpPr/>
              <p:nvPr/>
            </p:nvGrpSpPr>
            <p:grpSpPr>
              <a:xfrm>
                <a:off x="569880" y="250560"/>
                <a:ext cx="142920" cy="2453760"/>
                <a:chOff x="569880" y="250560"/>
                <a:chExt cx="142920" cy="2453760"/>
              </a:xfrm>
            </p:grpSpPr>
            <p:grpSp>
              <p:nvGrpSpPr>
                <p:cNvPr id="93" name="Google Shape;691;p9"/>
                <p:cNvGrpSpPr/>
                <p:nvPr/>
              </p:nvGrpSpPr>
              <p:grpSpPr>
                <a:xfrm>
                  <a:off x="569880" y="250560"/>
                  <a:ext cx="142920" cy="2453760"/>
                  <a:chOff x="569880" y="250560"/>
                  <a:chExt cx="142920" cy="2453760"/>
                </a:xfrm>
              </p:grpSpPr>
              <p:sp>
                <p:nvSpPr>
                  <p:cNvPr id="1048872" name="Google Shape;692;p9"/>
                  <p:cNvSpPr/>
                  <p:nvPr/>
                </p:nvSpPr>
                <p:spPr>
                  <a:xfrm>
                    <a:off x="569880" y="2561400"/>
                    <a:ext cx="142920" cy="142920"/>
                  </a:xfrm>
                  <a:prstGeom prst="rect"/>
                  <a:gradFill rotWithShape="0">
                    <a:gsLst>
                      <a:gs pos="0">
                        <a:srgbClr val="B6F8F0"/>
                      </a:gs>
                      <a:gs pos="100000">
                        <a:srgbClr val="7DF3E5"/>
                      </a:gs>
                    </a:gsLst>
                    <a:lin ang="2700000"/>
                  </a:gradFill>
                  <a:ln w="0">
                    <a:noFill/>
                  </a:ln>
                  <a:effectLst>
                    <a:outerShdw algn="bl" blurRad="185760" rotWithShape="0">
                      <a:schemeClr val="dk1">
                        <a:alpha val="31000"/>
                      </a:schemeClr>
                    </a:outerShdw>
                  </a:effectLst>
                </p:spPr>
                <p:style>
                  <a:lnRef idx="0">
                    <a:srgbClr val="000000"/>
                  </a:lnRef>
                  <a:fillRef idx="0">
                    <a:srgbClr val="000000"/>
                  </a:fillRef>
                  <a:effectRef idx="0">
                    <a:srgbClr val="000000"/>
                  </a:effectRef>
                  <a:fontRef idx="minor">
                    <a:srgbClr val="000000"/>
                  </a:fontRef>
                </p:style>
                <p:txBody>
                  <a:bodyPr anchor="ctr" bIns="71640" tIns="71640">
                    <a:noAutofit/>
                  </a:bodyPr>
                  <a:p>
                    <a:pPr algn="ctr" defTabSz="9144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b="0" sz="1800" lang="en-US" strike="noStrike" u="none">
                      <a:solidFill>
                        <a:srgbClr val="000000"/>
                      </a:solidFill>
                      <a:effectLst/>
                      <a:latin typeface="OpenSymbol"/>
                    </a:endParaRPr>
                  </a:p>
                </p:txBody>
              </p:sp>
              <p:sp>
                <p:nvSpPr>
                  <p:cNvPr id="1048873" name="Google Shape;693;p9"/>
                  <p:cNvSpPr/>
                  <p:nvPr/>
                </p:nvSpPr>
                <p:spPr>
                  <a:xfrm>
                    <a:off x="578520" y="2350800"/>
                    <a:ext cx="126000" cy="126360"/>
                  </a:xfrm>
                  <a:prstGeom prst="rect"/>
                  <a:gradFill rotWithShape="0">
                    <a:gsLst>
                      <a:gs pos="0">
                        <a:srgbClr val="B6F8F0"/>
                      </a:gs>
                      <a:gs pos="100000">
                        <a:srgbClr val="7DF3E5"/>
                      </a:gs>
                    </a:gsLst>
                    <a:lin ang="2700000"/>
                  </a:gradFill>
                  <a:ln w="0">
                    <a:noFill/>
                  </a:ln>
                  <a:effectLst>
                    <a:outerShdw algn="bl" blurRad="185760" rotWithShape="0">
                      <a:schemeClr val="dk1">
                        <a:alpha val="31000"/>
                      </a:schemeClr>
                    </a:outerShdw>
                  </a:effectLst>
                </p:spPr>
                <p:style>
                  <a:lnRef idx="0">
                    <a:srgbClr val="000000"/>
                  </a:lnRef>
                  <a:fillRef idx="0">
                    <a:srgbClr val="000000"/>
                  </a:fillRef>
                  <a:effectRef idx="0">
                    <a:srgbClr val="000000"/>
                  </a:effectRef>
                  <a:fontRef idx="minor">
                    <a:srgbClr val="000000"/>
                  </a:fontRef>
                </p:style>
                <p:txBody>
                  <a:bodyPr anchor="ctr" bIns="63360" tIns="63360">
                    <a:noAutofit/>
                  </a:bodyPr>
                  <a:p>
                    <a:pPr algn="ctr" defTabSz="9144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b="0" sz="1800" lang="en-US" strike="noStrike" u="none">
                      <a:solidFill>
                        <a:srgbClr val="000000"/>
                      </a:solidFill>
                      <a:effectLst/>
                      <a:latin typeface="OpenSymbol"/>
                    </a:endParaRPr>
                  </a:p>
                </p:txBody>
              </p:sp>
              <p:sp>
                <p:nvSpPr>
                  <p:cNvPr id="1048874" name="Google Shape;694;p9"/>
                  <p:cNvSpPr/>
                  <p:nvPr/>
                </p:nvSpPr>
                <p:spPr>
                  <a:xfrm>
                    <a:off x="578520" y="2139840"/>
                    <a:ext cx="126000" cy="126360"/>
                  </a:xfrm>
                  <a:prstGeom prst="rect"/>
                  <a:gradFill rotWithShape="0">
                    <a:gsLst>
                      <a:gs pos="0">
                        <a:srgbClr val="B6F8F0"/>
                      </a:gs>
                      <a:gs pos="100000">
                        <a:srgbClr val="7DF3E5"/>
                      </a:gs>
                    </a:gsLst>
                    <a:lin ang="2700000"/>
                  </a:gradFill>
                  <a:ln w="0">
                    <a:noFill/>
                  </a:ln>
                  <a:effectLst>
                    <a:outerShdw algn="bl" blurRad="185760" rotWithShape="0">
                      <a:schemeClr val="dk1">
                        <a:alpha val="31000"/>
                      </a:schemeClr>
                    </a:outerShdw>
                  </a:effectLst>
                </p:spPr>
                <p:style>
                  <a:lnRef idx="0">
                    <a:srgbClr val="000000"/>
                  </a:lnRef>
                  <a:fillRef idx="0">
                    <a:srgbClr val="000000"/>
                  </a:fillRef>
                  <a:effectRef idx="0">
                    <a:srgbClr val="000000"/>
                  </a:effectRef>
                  <a:fontRef idx="minor">
                    <a:srgbClr val="000000"/>
                  </a:fontRef>
                </p:style>
                <p:txBody>
                  <a:bodyPr anchor="ctr" bIns="63360" tIns="63360">
                    <a:noAutofit/>
                  </a:bodyPr>
                  <a:p>
                    <a:pPr algn="ctr" defTabSz="9144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b="0" sz="1800" lang="en-US" strike="noStrike" u="none">
                      <a:solidFill>
                        <a:srgbClr val="000000"/>
                      </a:solidFill>
                      <a:effectLst/>
                      <a:latin typeface="OpenSymbol"/>
                    </a:endParaRPr>
                  </a:p>
                </p:txBody>
              </p:sp>
              <p:sp>
                <p:nvSpPr>
                  <p:cNvPr id="1048875" name="Google Shape;695;p9"/>
                  <p:cNvSpPr/>
                  <p:nvPr/>
                </p:nvSpPr>
                <p:spPr>
                  <a:xfrm>
                    <a:off x="578520" y="1929240"/>
                    <a:ext cx="126000" cy="126360"/>
                  </a:xfrm>
                  <a:prstGeom prst="rect"/>
                  <a:gradFill rotWithShape="0">
                    <a:gsLst>
                      <a:gs pos="0">
                        <a:srgbClr val="B6F8F0"/>
                      </a:gs>
                      <a:gs pos="100000">
                        <a:srgbClr val="7DF3E5"/>
                      </a:gs>
                    </a:gsLst>
                    <a:lin ang="2700000"/>
                  </a:gradFill>
                  <a:ln w="0">
                    <a:noFill/>
                  </a:ln>
                  <a:effectLst>
                    <a:outerShdw algn="bl" blurRad="185760" rotWithShape="0">
                      <a:schemeClr val="dk1">
                        <a:alpha val="31000"/>
                      </a:schemeClr>
                    </a:outerShdw>
                  </a:effectLst>
                </p:spPr>
                <p:style>
                  <a:lnRef idx="0">
                    <a:srgbClr val="000000"/>
                  </a:lnRef>
                  <a:fillRef idx="0">
                    <a:srgbClr val="000000"/>
                  </a:fillRef>
                  <a:effectRef idx="0">
                    <a:srgbClr val="000000"/>
                  </a:effectRef>
                  <a:fontRef idx="minor">
                    <a:srgbClr val="000000"/>
                  </a:fontRef>
                </p:style>
                <p:txBody>
                  <a:bodyPr anchor="ctr" bIns="63360" tIns="63360">
                    <a:noAutofit/>
                  </a:bodyPr>
                  <a:p>
                    <a:pPr algn="ctr" defTabSz="9144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b="0" sz="1800" lang="en-US" strike="noStrike" u="none">
                      <a:solidFill>
                        <a:srgbClr val="000000"/>
                      </a:solidFill>
                      <a:effectLst/>
                      <a:latin typeface="OpenSymbol"/>
                    </a:endParaRPr>
                  </a:p>
                </p:txBody>
              </p:sp>
              <p:sp>
                <p:nvSpPr>
                  <p:cNvPr id="1048876" name="Google Shape;696;p9"/>
                  <p:cNvSpPr/>
                  <p:nvPr/>
                </p:nvSpPr>
                <p:spPr>
                  <a:xfrm>
                    <a:off x="582840" y="1718640"/>
                    <a:ext cx="117360" cy="117720"/>
                  </a:xfrm>
                  <a:prstGeom prst="rect"/>
                  <a:gradFill rotWithShape="0">
                    <a:gsLst>
                      <a:gs pos="0">
                        <a:srgbClr val="B6F8F0"/>
                      </a:gs>
                      <a:gs pos="100000">
                        <a:srgbClr val="7DF3E5"/>
                      </a:gs>
                    </a:gsLst>
                    <a:lin ang="2700000"/>
                  </a:gradFill>
                  <a:ln w="0">
                    <a:noFill/>
                  </a:ln>
                  <a:effectLst>
                    <a:outerShdw algn="bl" blurRad="185760" rotWithShape="0">
                      <a:schemeClr val="dk1">
                        <a:alpha val="31000"/>
                      </a:schemeClr>
                    </a:outerShdw>
                  </a:effectLst>
                </p:spPr>
                <p:style>
                  <a:lnRef idx="0">
                    <a:srgbClr val="000000"/>
                  </a:lnRef>
                  <a:fillRef idx="0">
                    <a:srgbClr val="000000"/>
                  </a:fillRef>
                  <a:effectRef idx="0">
                    <a:srgbClr val="000000"/>
                  </a:effectRef>
                  <a:fontRef idx="minor">
                    <a:srgbClr val="000000"/>
                  </a:fontRef>
                </p:style>
                <p:txBody>
                  <a:bodyPr anchor="ctr" bIns="59040" tIns="59040">
                    <a:noAutofit/>
                  </a:bodyPr>
                  <a:p>
                    <a:pPr algn="ctr" defTabSz="9144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b="0" sz="1800" lang="en-US" strike="noStrike" u="none">
                      <a:solidFill>
                        <a:srgbClr val="000000"/>
                      </a:solidFill>
                      <a:effectLst/>
                      <a:latin typeface="OpenSymbol"/>
                    </a:endParaRPr>
                  </a:p>
                </p:txBody>
              </p:sp>
              <p:sp>
                <p:nvSpPr>
                  <p:cNvPr id="1048877" name="Google Shape;697;p9"/>
                  <p:cNvSpPr/>
                  <p:nvPr/>
                </p:nvSpPr>
                <p:spPr>
                  <a:xfrm>
                    <a:off x="582840" y="1507680"/>
                    <a:ext cx="117360" cy="117720"/>
                  </a:xfrm>
                  <a:prstGeom prst="rect"/>
                  <a:gradFill rotWithShape="0">
                    <a:gsLst>
                      <a:gs pos="0">
                        <a:srgbClr val="B6F8F0"/>
                      </a:gs>
                      <a:gs pos="100000">
                        <a:srgbClr val="7DF3E5"/>
                      </a:gs>
                    </a:gsLst>
                    <a:lin ang="2700000"/>
                  </a:gradFill>
                  <a:ln w="0">
                    <a:noFill/>
                  </a:ln>
                  <a:effectLst>
                    <a:outerShdw algn="bl" blurRad="185760" rotWithShape="0">
                      <a:schemeClr val="dk1">
                        <a:alpha val="31000"/>
                      </a:schemeClr>
                    </a:outerShdw>
                  </a:effectLst>
                </p:spPr>
                <p:style>
                  <a:lnRef idx="0">
                    <a:srgbClr val="000000"/>
                  </a:lnRef>
                  <a:fillRef idx="0">
                    <a:srgbClr val="000000"/>
                  </a:fillRef>
                  <a:effectRef idx="0">
                    <a:srgbClr val="000000"/>
                  </a:effectRef>
                  <a:fontRef idx="minor">
                    <a:srgbClr val="000000"/>
                  </a:fontRef>
                </p:style>
                <p:txBody>
                  <a:bodyPr anchor="ctr" bIns="59040" tIns="59040">
                    <a:noAutofit/>
                  </a:bodyPr>
                  <a:p>
                    <a:pPr algn="ctr" defTabSz="9144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b="0" sz="1800" lang="en-US" strike="noStrike" u="none">
                      <a:solidFill>
                        <a:srgbClr val="000000"/>
                      </a:solidFill>
                      <a:effectLst/>
                      <a:latin typeface="OpenSymbol"/>
                    </a:endParaRPr>
                  </a:p>
                </p:txBody>
              </p:sp>
              <p:sp>
                <p:nvSpPr>
                  <p:cNvPr id="1048878" name="Google Shape;698;p9"/>
                  <p:cNvSpPr/>
                  <p:nvPr/>
                </p:nvSpPr>
                <p:spPr>
                  <a:xfrm>
                    <a:off x="585000" y="1297080"/>
                    <a:ext cx="113040" cy="113040"/>
                  </a:xfrm>
                  <a:prstGeom prst="rect"/>
                  <a:gradFill rotWithShape="0">
                    <a:gsLst>
                      <a:gs pos="0">
                        <a:srgbClr val="B6F8F0"/>
                      </a:gs>
                      <a:gs pos="100000">
                        <a:srgbClr val="7DF3E5"/>
                      </a:gs>
                    </a:gsLst>
                    <a:lin ang="2700000"/>
                  </a:gradFill>
                  <a:ln w="0">
                    <a:noFill/>
                  </a:ln>
                  <a:effectLst>
                    <a:outerShdw algn="bl" blurRad="185760" rotWithShape="0">
                      <a:schemeClr val="dk1">
                        <a:alpha val="31000"/>
                      </a:schemeClr>
                    </a:outerShdw>
                  </a:effectLst>
                </p:spPr>
                <p:style>
                  <a:lnRef idx="0">
                    <a:srgbClr val="000000"/>
                  </a:lnRef>
                  <a:fillRef idx="0">
                    <a:srgbClr val="000000"/>
                  </a:fillRef>
                  <a:effectRef idx="0">
                    <a:srgbClr val="000000"/>
                  </a:effectRef>
                  <a:fontRef idx="minor">
                    <a:srgbClr val="000000"/>
                  </a:fontRef>
                </p:style>
                <p:txBody>
                  <a:bodyPr anchor="ctr" bIns="56520" tIns="56520">
                    <a:noAutofit/>
                  </a:bodyPr>
                  <a:p>
                    <a:pPr algn="ctr" defTabSz="9144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b="0" sz="1800" lang="en-US" strike="noStrike" u="none">
                      <a:solidFill>
                        <a:srgbClr val="000000"/>
                      </a:solidFill>
                      <a:effectLst/>
                      <a:latin typeface="OpenSymbol"/>
                    </a:endParaRPr>
                  </a:p>
                </p:txBody>
              </p:sp>
              <p:sp>
                <p:nvSpPr>
                  <p:cNvPr id="1048879" name="Google Shape;699;p9"/>
                  <p:cNvSpPr/>
                  <p:nvPr/>
                </p:nvSpPr>
                <p:spPr>
                  <a:xfrm>
                    <a:off x="587160" y="1086480"/>
                    <a:ext cx="108720" cy="108720"/>
                  </a:xfrm>
                  <a:prstGeom prst="rect"/>
                  <a:gradFill rotWithShape="0">
                    <a:gsLst>
                      <a:gs pos="0">
                        <a:srgbClr val="B6F8F0"/>
                      </a:gs>
                      <a:gs pos="100000">
                        <a:srgbClr val="7DF3E5"/>
                      </a:gs>
                    </a:gsLst>
                    <a:lin ang="2700000"/>
                  </a:gradFill>
                  <a:ln w="0">
                    <a:noFill/>
                  </a:ln>
                  <a:effectLst>
                    <a:outerShdw algn="bl" blurRad="185760" rotWithShape="0">
                      <a:schemeClr val="dk1">
                        <a:alpha val="31000"/>
                      </a:schemeClr>
                    </a:outerShdw>
                  </a:effectLst>
                </p:spPr>
                <p:style>
                  <a:lnRef idx="0">
                    <a:srgbClr val="000000"/>
                  </a:lnRef>
                  <a:fillRef idx="0">
                    <a:srgbClr val="000000"/>
                  </a:fillRef>
                  <a:effectRef idx="0">
                    <a:srgbClr val="000000"/>
                  </a:effectRef>
                  <a:fontRef idx="minor">
                    <a:srgbClr val="000000"/>
                  </a:fontRef>
                </p:style>
                <p:txBody>
                  <a:bodyPr anchor="ctr" bIns="54360" tIns="54360">
                    <a:noAutofit/>
                  </a:bodyPr>
                  <a:p>
                    <a:pPr algn="ctr" defTabSz="9144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b="0" sz="1800" lang="en-US" strike="noStrike" u="none">
                      <a:solidFill>
                        <a:srgbClr val="000000"/>
                      </a:solidFill>
                      <a:effectLst/>
                      <a:latin typeface="OpenSymbol"/>
                    </a:endParaRPr>
                  </a:p>
                </p:txBody>
              </p:sp>
              <p:sp>
                <p:nvSpPr>
                  <p:cNvPr id="1048880" name="Google Shape;700;p9"/>
                  <p:cNvSpPr/>
                  <p:nvPr/>
                </p:nvSpPr>
                <p:spPr>
                  <a:xfrm>
                    <a:off x="592200" y="880200"/>
                    <a:ext cx="98640" cy="98640"/>
                  </a:xfrm>
                  <a:prstGeom prst="rect"/>
                  <a:gradFill rotWithShape="0">
                    <a:gsLst>
                      <a:gs pos="0">
                        <a:srgbClr val="B6F8F0"/>
                      </a:gs>
                      <a:gs pos="100000">
                        <a:srgbClr val="7DF3E5"/>
                      </a:gs>
                    </a:gsLst>
                    <a:lin ang="2700000"/>
                  </a:gradFill>
                  <a:ln w="0">
                    <a:noFill/>
                  </a:ln>
                  <a:effectLst>
                    <a:outerShdw algn="bl" blurRad="185760" rotWithShape="0">
                      <a:schemeClr val="dk1">
                        <a:alpha val="31000"/>
                      </a:schemeClr>
                    </a:outerShdw>
                  </a:effectLst>
                </p:spPr>
                <p:style>
                  <a:lnRef idx="0">
                    <a:srgbClr val="000000"/>
                  </a:lnRef>
                  <a:fillRef idx="0">
                    <a:srgbClr val="000000"/>
                  </a:fillRef>
                  <a:effectRef idx="0">
                    <a:srgbClr val="000000"/>
                  </a:effectRef>
                  <a:fontRef idx="minor">
                    <a:srgbClr val="000000"/>
                  </a:fontRef>
                </p:style>
                <p:txBody>
                  <a:bodyPr anchor="ctr" bIns="49320" tIns="49320">
                    <a:noAutofit/>
                  </a:bodyPr>
                  <a:p>
                    <a:pPr algn="ctr" defTabSz="9144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b="0" sz="1800" lang="en-US" strike="noStrike" u="none">
                      <a:solidFill>
                        <a:srgbClr val="000000"/>
                      </a:solidFill>
                      <a:effectLst/>
                      <a:latin typeface="OpenSymbol"/>
                    </a:endParaRPr>
                  </a:p>
                </p:txBody>
              </p:sp>
              <p:sp>
                <p:nvSpPr>
                  <p:cNvPr id="1048881" name="Google Shape;701;p9"/>
                  <p:cNvSpPr/>
                  <p:nvPr/>
                </p:nvSpPr>
                <p:spPr>
                  <a:xfrm>
                    <a:off x="596880" y="673920"/>
                    <a:ext cx="88920" cy="88920"/>
                  </a:xfrm>
                  <a:prstGeom prst="rect"/>
                  <a:gradFill rotWithShape="0">
                    <a:gsLst>
                      <a:gs pos="0">
                        <a:srgbClr val="B6F8F0"/>
                      </a:gs>
                      <a:gs pos="100000">
                        <a:srgbClr val="7DF3E5"/>
                      </a:gs>
                    </a:gsLst>
                    <a:lin ang="2700000"/>
                  </a:gradFill>
                  <a:ln w="0">
                    <a:noFill/>
                  </a:ln>
                  <a:effectLst>
                    <a:outerShdw algn="bl" blurRad="185760" rotWithShape="0">
                      <a:schemeClr val="dk1">
                        <a:alpha val="31000"/>
                      </a:schemeClr>
                    </a:outerShdw>
                  </a:effectLst>
                </p:spPr>
                <p:style>
                  <a:lnRef idx="0">
                    <a:srgbClr val="000000"/>
                  </a:lnRef>
                  <a:fillRef idx="0">
                    <a:srgbClr val="000000"/>
                  </a:fillRef>
                  <a:effectRef idx="0">
                    <a:srgbClr val="000000"/>
                  </a:effectRef>
                  <a:fontRef idx="minor">
                    <a:srgbClr val="000000"/>
                  </a:fontRef>
                </p:style>
                <p:txBody>
                  <a:bodyPr anchor="ctr" bIns="44640" tIns="44640">
                    <a:noAutofit/>
                  </a:bodyPr>
                  <a:p>
                    <a:pPr algn="ctr" defTabSz="9144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b="0" sz="1800" lang="en-US" strike="noStrike" u="none">
                      <a:solidFill>
                        <a:srgbClr val="000000"/>
                      </a:solidFill>
                      <a:effectLst/>
                      <a:latin typeface="OpenSymbol"/>
                    </a:endParaRPr>
                  </a:p>
                </p:txBody>
              </p:sp>
              <p:sp>
                <p:nvSpPr>
                  <p:cNvPr id="1048882" name="Google Shape;702;p9"/>
                  <p:cNvSpPr/>
                  <p:nvPr/>
                </p:nvSpPr>
                <p:spPr>
                  <a:xfrm>
                    <a:off x="596880" y="467640"/>
                    <a:ext cx="88920" cy="88920"/>
                  </a:xfrm>
                  <a:prstGeom prst="rect"/>
                  <a:gradFill rotWithShape="0">
                    <a:gsLst>
                      <a:gs pos="0">
                        <a:srgbClr val="B6F8F0"/>
                      </a:gs>
                      <a:gs pos="100000">
                        <a:srgbClr val="7DF3E5"/>
                      </a:gs>
                    </a:gsLst>
                    <a:lin ang="2700000"/>
                  </a:gradFill>
                  <a:ln w="0">
                    <a:noFill/>
                  </a:ln>
                  <a:effectLst>
                    <a:outerShdw algn="bl" blurRad="185760" rotWithShape="0">
                      <a:schemeClr val="dk1">
                        <a:alpha val="31000"/>
                      </a:schemeClr>
                    </a:outerShdw>
                  </a:effectLst>
                </p:spPr>
                <p:style>
                  <a:lnRef idx="0">
                    <a:srgbClr val="000000"/>
                  </a:lnRef>
                  <a:fillRef idx="0">
                    <a:srgbClr val="000000"/>
                  </a:fillRef>
                  <a:effectRef idx="0">
                    <a:srgbClr val="000000"/>
                  </a:effectRef>
                  <a:fontRef idx="minor">
                    <a:srgbClr val="000000"/>
                  </a:fontRef>
                </p:style>
                <p:txBody>
                  <a:bodyPr anchor="ctr" bIns="44640" tIns="44640">
                    <a:noAutofit/>
                  </a:bodyPr>
                  <a:p>
                    <a:pPr algn="ctr" defTabSz="9144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b="0" sz="1800" lang="en-US" strike="noStrike" u="none">
                      <a:solidFill>
                        <a:srgbClr val="000000"/>
                      </a:solidFill>
                      <a:effectLst/>
                      <a:latin typeface="OpenSymbol"/>
                    </a:endParaRPr>
                  </a:p>
                </p:txBody>
              </p:sp>
              <p:sp>
                <p:nvSpPr>
                  <p:cNvPr id="1048883" name="Google Shape;703;p9"/>
                  <p:cNvSpPr/>
                  <p:nvPr/>
                </p:nvSpPr>
                <p:spPr>
                  <a:xfrm>
                    <a:off x="601920" y="250560"/>
                    <a:ext cx="79200" cy="79200"/>
                  </a:xfrm>
                  <a:prstGeom prst="rect"/>
                  <a:gradFill rotWithShape="0">
                    <a:gsLst>
                      <a:gs pos="0">
                        <a:srgbClr val="B6F8F0"/>
                      </a:gs>
                      <a:gs pos="100000">
                        <a:srgbClr val="7DF3E5"/>
                      </a:gs>
                    </a:gsLst>
                    <a:lin ang="2700000"/>
                  </a:gradFill>
                  <a:ln w="0">
                    <a:noFill/>
                  </a:ln>
                  <a:effectLst>
                    <a:outerShdw algn="bl" blurRad="185760" rotWithShape="0">
                      <a:schemeClr val="dk1">
                        <a:alpha val="31000"/>
                      </a:schemeClr>
                    </a:outerShdw>
                  </a:effectLst>
                </p:spPr>
                <p:style>
                  <a:lnRef idx="0">
                    <a:srgbClr val="000000"/>
                  </a:lnRef>
                  <a:fillRef idx="0">
                    <a:srgbClr val="000000"/>
                  </a:fillRef>
                  <a:effectRef idx="0">
                    <a:srgbClr val="000000"/>
                  </a:effectRef>
                  <a:fontRef idx="minor">
                    <a:srgbClr val="000000"/>
                  </a:fontRef>
                </p:style>
                <p:txBody>
                  <a:bodyPr anchor="ctr" bIns="39600" tIns="39600">
                    <a:noAutofit/>
                  </a:bodyPr>
                  <a:p>
                    <a:pPr algn="ctr" defTabSz="9144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b="0" sz="1800" lang="en-US" strike="noStrike" u="none">
                      <a:solidFill>
                        <a:srgbClr val="000000"/>
                      </a:solidFill>
                      <a:effectLst/>
                      <a:latin typeface="OpenSymbol"/>
                    </a:endParaRPr>
                  </a:p>
                </p:txBody>
              </p:sp>
            </p:grpSp>
            <p:grpSp>
              <p:nvGrpSpPr>
                <p:cNvPr id="94" name="Google Shape;704;p9"/>
                <p:cNvGrpSpPr/>
                <p:nvPr/>
              </p:nvGrpSpPr>
              <p:grpSpPr>
                <a:xfrm>
                  <a:off x="569880" y="250560"/>
                  <a:ext cx="142920" cy="2453760"/>
                  <a:chOff x="569880" y="250560"/>
                  <a:chExt cx="142920" cy="2453760"/>
                </a:xfrm>
              </p:grpSpPr>
              <p:sp>
                <p:nvSpPr>
                  <p:cNvPr id="1048884" name="Google Shape;705;p9"/>
                  <p:cNvSpPr/>
                  <p:nvPr/>
                </p:nvSpPr>
                <p:spPr>
                  <a:xfrm>
                    <a:off x="569880" y="2561400"/>
                    <a:ext cx="142920" cy="142920"/>
                  </a:xfrm>
                  <a:prstGeom prst="rect"/>
                  <a:noFill/>
                  <a:ln w="0">
                    <a:noFill/>
                  </a:ln>
                </p:spPr>
                <p:style>
                  <a:lnRef idx="0">
                    <a:srgbClr val="000000"/>
                  </a:lnRef>
                  <a:fillRef idx="0">
                    <a:srgbClr val="000000"/>
                  </a:fillRef>
                  <a:effectRef idx="0">
                    <a:srgbClr val="000000"/>
                  </a:effectRef>
                  <a:fontRef idx="minor">
                    <a:srgbClr val="000000"/>
                  </a:fontRef>
                </p:style>
                <p:txBody>
                  <a:bodyPr anchor="ctr" bIns="71640" tIns="71640">
                    <a:noAutofit/>
                  </a:bodyPr>
                  <a:p>
                    <a:pPr algn="ctr" defTabSz="9144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b="0" sz="1800" lang="en-US" strike="noStrike" u="none">
                      <a:solidFill>
                        <a:srgbClr val="FFFFFF"/>
                      </a:solidFill>
                      <a:effectLst/>
                      <a:latin typeface="OpenSymbol"/>
                    </a:endParaRPr>
                  </a:p>
                </p:txBody>
              </p:sp>
              <p:sp>
                <p:nvSpPr>
                  <p:cNvPr id="1048885" name="Google Shape;706;p9"/>
                  <p:cNvSpPr/>
                  <p:nvPr/>
                </p:nvSpPr>
                <p:spPr>
                  <a:xfrm>
                    <a:off x="578520" y="2350800"/>
                    <a:ext cx="126000" cy="126360"/>
                  </a:xfrm>
                  <a:prstGeom prst="rect"/>
                  <a:solidFill>
                    <a:srgbClr val="009F8C">
                      <a:alpha val="5000"/>
                    </a:srgbClr>
                  </a:solidFill>
                  <a:ln w="0">
                    <a:noFill/>
                  </a:ln>
                </p:spPr>
                <p:style>
                  <a:lnRef idx="0">
                    <a:srgbClr val="000000"/>
                  </a:lnRef>
                  <a:fillRef idx="0">
                    <a:srgbClr val="000000"/>
                  </a:fillRef>
                  <a:effectRef idx="0">
                    <a:srgbClr val="000000"/>
                  </a:effectRef>
                  <a:fontRef idx="minor">
                    <a:srgbClr val="000000"/>
                  </a:fontRef>
                </p:style>
                <p:txBody>
                  <a:bodyPr anchor="ctr" bIns="63360" tIns="63360">
                    <a:noAutofit/>
                  </a:bodyPr>
                  <a:p>
                    <a:pPr algn="ctr" defTabSz="9144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b="0" sz="1800" lang="en-US" strike="noStrike" u="none">
                      <a:solidFill>
                        <a:srgbClr val="FFFFFF"/>
                      </a:solidFill>
                      <a:effectLst/>
                      <a:latin typeface="OpenSymbol"/>
                    </a:endParaRPr>
                  </a:p>
                </p:txBody>
              </p:sp>
              <p:sp>
                <p:nvSpPr>
                  <p:cNvPr id="1048886" name="Google Shape;707;p9"/>
                  <p:cNvSpPr/>
                  <p:nvPr/>
                </p:nvSpPr>
                <p:spPr>
                  <a:xfrm>
                    <a:off x="578520" y="2139840"/>
                    <a:ext cx="126000" cy="126360"/>
                  </a:xfrm>
                  <a:prstGeom prst="rect"/>
                  <a:solidFill>
                    <a:srgbClr val="009F8C">
                      <a:alpha val="10000"/>
                    </a:srgbClr>
                  </a:solidFill>
                  <a:ln w="0">
                    <a:noFill/>
                  </a:ln>
                </p:spPr>
                <p:style>
                  <a:lnRef idx="0">
                    <a:srgbClr val="000000"/>
                  </a:lnRef>
                  <a:fillRef idx="0">
                    <a:srgbClr val="000000"/>
                  </a:fillRef>
                  <a:effectRef idx="0">
                    <a:srgbClr val="000000"/>
                  </a:effectRef>
                  <a:fontRef idx="minor">
                    <a:srgbClr val="000000"/>
                  </a:fontRef>
                </p:style>
                <p:txBody>
                  <a:bodyPr anchor="ctr" bIns="63360" tIns="63360">
                    <a:noAutofit/>
                  </a:bodyPr>
                  <a:p>
                    <a:pPr algn="ctr" defTabSz="9144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b="0" sz="1800" lang="en-US" strike="noStrike" u="none">
                      <a:solidFill>
                        <a:srgbClr val="FFFFFF"/>
                      </a:solidFill>
                      <a:effectLst/>
                      <a:latin typeface="OpenSymbol"/>
                    </a:endParaRPr>
                  </a:p>
                </p:txBody>
              </p:sp>
              <p:sp>
                <p:nvSpPr>
                  <p:cNvPr id="1048887" name="Google Shape;708;p9"/>
                  <p:cNvSpPr/>
                  <p:nvPr/>
                </p:nvSpPr>
                <p:spPr>
                  <a:xfrm>
                    <a:off x="578520" y="1929240"/>
                    <a:ext cx="126000" cy="126360"/>
                  </a:xfrm>
                  <a:prstGeom prst="rect"/>
                  <a:solidFill>
                    <a:srgbClr val="009F8C">
                      <a:alpha val="20000"/>
                    </a:srgbClr>
                  </a:solidFill>
                  <a:ln w="0">
                    <a:noFill/>
                  </a:ln>
                </p:spPr>
                <p:style>
                  <a:lnRef idx="0">
                    <a:srgbClr val="000000"/>
                  </a:lnRef>
                  <a:fillRef idx="0">
                    <a:srgbClr val="000000"/>
                  </a:fillRef>
                  <a:effectRef idx="0">
                    <a:srgbClr val="000000"/>
                  </a:effectRef>
                  <a:fontRef idx="minor">
                    <a:srgbClr val="000000"/>
                  </a:fontRef>
                </p:style>
                <p:txBody>
                  <a:bodyPr anchor="ctr" bIns="63360" tIns="63360">
                    <a:noAutofit/>
                  </a:bodyPr>
                  <a:p>
                    <a:pPr algn="ctr" defTabSz="9144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b="0" sz="1800" lang="en-US" strike="noStrike" u="none">
                      <a:solidFill>
                        <a:srgbClr val="FFFFFF"/>
                      </a:solidFill>
                      <a:effectLst/>
                      <a:latin typeface="OpenSymbol"/>
                    </a:endParaRPr>
                  </a:p>
                </p:txBody>
              </p:sp>
              <p:sp>
                <p:nvSpPr>
                  <p:cNvPr id="1048888" name="Google Shape;709;p9"/>
                  <p:cNvSpPr/>
                  <p:nvPr/>
                </p:nvSpPr>
                <p:spPr>
                  <a:xfrm>
                    <a:off x="582840" y="1718640"/>
                    <a:ext cx="117360" cy="117720"/>
                  </a:xfrm>
                  <a:prstGeom prst="rect"/>
                  <a:solidFill>
                    <a:srgbClr val="009F8C">
                      <a:alpha val="30000"/>
                    </a:srgbClr>
                  </a:solidFill>
                  <a:ln w="0">
                    <a:noFill/>
                  </a:ln>
                </p:spPr>
                <p:style>
                  <a:lnRef idx="0">
                    <a:srgbClr val="000000"/>
                  </a:lnRef>
                  <a:fillRef idx="0">
                    <a:srgbClr val="000000"/>
                  </a:fillRef>
                  <a:effectRef idx="0">
                    <a:srgbClr val="000000"/>
                  </a:effectRef>
                  <a:fontRef idx="minor">
                    <a:srgbClr val="000000"/>
                  </a:fontRef>
                </p:style>
                <p:txBody>
                  <a:bodyPr anchor="ctr" bIns="59040" tIns="59040">
                    <a:noAutofit/>
                  </a:bodyPr>
                  <a:p>
                    <a:pPr algn="ctr" defTabSz="9144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b="0" sz="1800" lang="en-US" strike="noStrike" u="none">
                      <a:solidFill>
                        <a:srgbClr val="FFFFFF"/>
                      </a:solidFill>
                      <a:effectLst/>
                      <a:latin typeface="OpenSymbol"/>
                    </a:endParaRPr>
                  </a:p>
                </p:txBody>
              </p:sp>
              <p:sp>
                <p:nvSpPr>
                  <p:cNvPr id="1048889" name="Google Shape;710;p9"/>
                  <p:cNvSpPr/>
                  <p:nvPr/>
                </p:nvSpPr>
                <p:spPr>
                  <a:xfrm>
                    <a:off x="582840" y="1507680"/>
                    <a:ext cx="117360" cy="117720"/>
                  </a:xfrm>
                  <a:prstGeom prst="rect"/>
                  <a:solidFill>
                    <a:srgbClr val="009F8C">
                      <a:alpha val="40000"/>
                    </a:srgbClr>
                  </a:solidFill>
                  <a:ln w="0">
                    <a:noFill/>
                  </a:ln>
                </p:spPr>
                <p:style>
                  <a:lnRef idx="0">
                    <a:srgbClr val="000000"/>
                  </a:lnRef>
                  <a:fillRef idx="0">
                    <a:srgbClr val="000000"/>
                  </a:fillRef>
                  <a:effectRef idx="0">
                    <a:srgbClr val="000000"/>
                  </a:effectRef>
                  <a:fontRef idx="minor">
                    <a:srgbClr val="000000"/>
                  </a:fontRef>
                </p:style>
                <p:txBody>
                  <a:bodyPr anchor="ctr" bIns="59040" tIns="59040">
                    <a:noAutofit/>
                  </a:bodyPr>
                  <a:p>
                    <a:pPr algn="ctr" defTabSz="9144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b="0" sz="1800" lang="en-US" strike="noStrike" u="none">
                      <a:solidFill>
                        <a:srgbClr val="FFFFFF"/>
                      </a:solidFill>
                      <a:effectLst/>
                      <a:latin typeface="OpenSymbol"/>
                    </a:endParaRPr>
                  </a:p>
                </p:txBody>
              </p:sp>
              <p:sp>
                <p:nvSpPr>
                  <p:cNvPr id="1048890" name="Google Shape;711;p9"/>
                  <p:cNvSpPr/>
                  <p:nvPr/>
                </p:nvSpPr>
                <p:spPr>
                  <a:xfrm>
                    <a:off x="585000" y="1297080"/>
                    <a:ext cx="113040" cy="113040"/>
                  </a:xfrm>
                  <a:prstGeom prst="rect"/>
                  <a:solidFill>
                    <a:srgbClr val="009F8C">
                      <a:alpha val="50000"/>
                    </a:srgbClr>
                  </a:solidFill>
                  <a:ln w="0">
                    <a:noFill/>
                  </a:ln>
                </p:spPr>
                <p:style>
                  <a:lnRef idx="0">
                    <a:srgbClr val="000000"/>
                  </a:lnRef>
                  <a:fillRef idx="0">
                    <a:srgbClr val="000000"/>
                  </a:fillRef>
                  <a:effectRef idx="0">
                    <a:srgbClr val="000000"/>
                  </a:effectRef>
                  <a:fontRef idx="minor">
                    <a:srgbClr val="000000"/>
                  </a:fontRef>
                </p:style>
                <p:txBody>
                  <a:bodyPr anchor="ctr" bIns="56520" tIns="56520">
                    <a:noAutofit/>
                  </a:bodyPr>
                  <a:p>
                    <a:pPr algn="ctr" defTabSz="9144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b="0" sz="1800" lang="en-US" strike="noStrike" u="none">
                      <a:solidFill>
                        <a:srgbClr val="FFFFFF"/>
                      </a:solidFill>
                      <a:effectLst/>
                      <a:latin typeface="OpenSymbol"/>
                    </a:endParaRPr>
                  </a:p>
                </p:txBody>
              </p:sp>
              <p:sp>
                <p:nvSpPr>
                  <p:cNvPr id="1048891" name="Google Shape;712;p9"/>
                  <p:cNvSpPr/>
                  <p:nvPr/>
                </p:nvSpPr>
                <p:spPr>
                  <a:xfrm>
                    <a:off x="587160" y="1086480"/>
                    <a:ext cx="108720" cy="108720"/>
                  </a:xfrm>
                  <a:prstGeom prst="rect"/>
                  <a:solidFill>
                    <a:srgbClr val="009F8C">
                      <a:alpha val="55000"/>
                    </a:srgbClr>
                  </a:solidFill>
                  <a:ln w="0">
                    <a:noFill/>
                  </a:ln>
                </p:spPr>
                <p:style>
                  <a:lnRef idx="0">
                    <a:srgbClr val="000000"/>
                  </a:lnRef>
                  <a:fillRef idx="0">
                    <a:srgbClr val="000000"/>
                  </a:fillRef>
                  <a:effectRef idx="0">
                    <a:srgbClr val="000000"/>
                  </a:effectRef>
                  <a:fontRef idx="minor">
                    <a:srgbClr val="000000"/>
                  </a:fontRef>
                </p:style>
                <p:txBody>
                  <a:bodyPr anchor="ctr" bIns="54360" tIns="54360">
                    <a:noAutofit/>
                  </a:bodyPr>
                  <a:p>
                    <a:pPr algn="ctr" defTabSz="9144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b="0" sz="1800" lang="en-US" strike="noStrike" u="none">
                      <a:solidFill>
                        <a:srgbClr val="FFFFFF"/>
                      </a:solidFill>
                      <a:effectLst/>
                      <a:latin typeface="OpenSymbol"/>
                    </a:endParaRPr>
                  </a:p>
                </p:txBody>
              </p:sp>
              <p:sp>
                <p:nvSpPr>
                  <p:cNvPr id="1048892" name="Google Shape;713;p9"/>
                  <p:cNvSpPr/>
                  <p:nvPr/>
                </p:nvSpPr>
                <p:spPr>
                  <a:xfrm>
                    <a:off x="592200" y="880200"/>
                    <a:ext cx="98640" cy="98640"/>
                  </a:xfrm>
                  <a:prstGeom prst="rect"/>
                  <a:solidFill>
                    <a:srgbClr val="009F8C">
                      <a:alpha val="60000"/>
                    </a:srgbClr>
                  </a:solidFill>
                  <a:ln w="0">
                    <a:noFill/>
                  </a:ln>
                </p:spPr>
                <p:style>
                  <a:lnRef idx="0">
                    <a:srgbClr val="000000"/>
                  </a:lnRef>
                  <a:fillRef idx="0">
                    <a:srgbClr val="000000"/>
                  </a:fillRef>
                  <a:effectRef idx="0">
                    <a:srgbClr val="000000"/>
                  </a:effectRef>
                  <a:fontRef idx="minor">
                    <a:srgbClr val="000000"/>
                  </a:fontRef>
                </p:style>
                <p:txBody>
                  <a:bodyPr anchor="ctr" bIns="49320" tIns="49320">
                    <a:noAutofit/>
                  </a:bodyPr>
                  <a:p>
                    <a:pPr algn="ctr" defTabSz="9144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b="0" sz="1800" lang="en-US" strike="noStrike" u="none">
                      <a:solidFill>
                        <a:srgbClr val="FFFFFF"/>
                      </a:solidFill>
                      <a:effectLst/>
                      <a:latin typeface="OpenSymbol"/>
                    </a:endParaRPr>
                  </a:p>
                </p:txBody>
              </p:sp>
              <p:sp>
                <p:nvSpPr>
                  <p:cNvPr id="1048893" name="Google Shape;714;p9"/>
                  <p:cNvSpPr/>
                  <p:nvPr/>
                </p:nvSpPr>
                <p:spPr>
                  <a:xfrm>
                    <a:off x="596880" y="673920"/>
                    <a:ext cx="88920" cy="88920"/>
                  </a:xfrm>
                  <a:prstGeom prst="rect"/>
                  <a:solidFill>
                    <a:srgbClr val="009F8C">
                      <a:alpha val="65000"/>
                    </a:srgbClr>
                  </a:solidFill>
                  <a:ln w="0">
                    <a:noFill/>
                  </a:ln>
                </p:spPr>
                <p:style>
                  <a:lnRef idx="0">
                    <a:srgbClr val="000000"/>
                  </a:lnRef>
                  <a:fillRef idx="0">
                    <a:srgbClr val="000000"/>
                  </a:fillRef>
                  <a:effectRef idx="0">
                    <a:srgbClr val="000000"/>
                  </a:effectRef>
                  <a:fontRef idx="minor">
                    <a:srgbClr val="000000"/>
                  </a:fontRef>
                </p:style>
                <p:txBody>
                  <a:bodyPr anchor="ctr" bIns="44640" tIns="44640">
                    <a:noAutofit/>
                  </a:bodyPr>
                  <a:p>
                    <a:pPr algn="ctr" defTabSz="9144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b="0" sz="1800" lang="en-US" strike="noStrike" u="none">
                      <a:solidFill>
                        <a:srgbClr val="FFFFFF"/>
                      </a:solidFill>
                      <a:effectLst/>
                      <a:latin typeface="OpenSymbol"/>
                    </a:endParaRPr>
                  </a:p>
                </p:txBody>
              </p:sp>
              <p:sp>
                <p:nvSpPr>
                  <p:cNvPr id="1048894" name="Google Shape;715;p9"/>
                  <p:cNvSpPr/>
                  <p:nvPr/>
                </p:nvSpPr>
                <p:spPr>
                  <a:xfrm>
                    <a:off x="596880" y="467640"/>
                    <a:ext cx="88920" cy="88920"/>
                  </a:xfrm>
                  <a:prstGeom prst="rect"/>
                  <a:solidFill>
                    <a:srgbClr val="009F8C">
                      <a:alpha val="70000"/>
                    </a:srgbClr>
                  </a:solidFill>
                  <a:ln w="0">
                    <a:noFill/>
                  </a:ln>
                </p:spPr>
                <p:style>
                  <a:lnRef idx="0">
                    <a:srgbClr val="000000"/>
                  </a:lnRef>
                  <a:fillRef idx="0">
                    <a:srgbClr val="000000"/>
                  </a:fillRef>
                  <a:effectRef idx="0">
                    <a:srgbClr val="000000"/>
                  </a:effectRef>
                  <a:fontRef idx="minor">
                    <a:srgbClr val="000000"/>
                  </a:fontRef>
                </p:style>
                <p:txBody>
                  <a:bodyPr anchor="ctr" bIns="44640" tIns="44640">
                    <a:noAutofit/>
                  </a:bodyPr>
                  <a:p>
                    <a:pPr algn="ctr" defTabSz="9144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b="0" sz="1800" lang="en-US" strike="noStrike" u="none">
                      <a:solidFill>
                        <a:srgbClr val="FFFFFF"/>
                      </a:solidFill>
                      <a:effectLst/>
                      <a:latin typeface="OpenSymbol"/>
                    </a:endParaRPr>
                  </a:p>
                </p:txBody>
              </p:sp>
              <p:sp>
                <p:nvSpPr>
                  <p:cNvPr id="1048895" name="Google Shape;716;p9"/>
                  <p:cNvSpPr/>
                  <p:nvPr/>
                </p:nvSpPr>
                <p:spPr>
                  <a:xfrm>
                    <a:off x="601920" y="250560"/>
                    <a:ext cx="79200" cy="79200"/>
                  </a:xfrm>
                  <a:prstGeom prst="rect"/>
                  <a:solidFill>
                    <a:srgbClr val="009F8C">
                      <a:alpha val="80000"/>
                    </a:srgbClr>
                  </a:solidFill>
                  <a:ln w="0">
                    <a:noFill/>
                  </a:ln>
                </p:spPr>
                <p:style>
                  <a:lnRef idx="0">
                    <a:srgbClr val="000000"/>
                  </a:lnRef>
                  <a:fillRef idx="0">
                    <a:srgbClr val="000000"/>
                  </a:fillRef>
                  <a:effectRef idx="0">
                    <a:srgbClr val="000000"/>
                  </a:effectRef>
                  <a:fontRef idx="minor">
                    <a:srgbClr val="000000"/>
                  </a:fontRef>
                </p:style>
                <p:txBody>
                  <a:bodyPr anchor="ctr" bIns="39600" tIns="39600">
                    <a:noAutofit/>
                  </a:bodyPr>
                  <a:p>
                    <a:pPr algn="ctr" defTabSz="9144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b="0" sz="1800" lang="en-US" strike="noStrike" u="none">
                      <a:solidFill>
                        <a:srgbClr val="FFFFFF"/>
                      </a:solidFill>
                      <a:effectLst/>
                      <a:latin typeface="OpenSymbol"/>
                    </a:endParaRPr>
                  </a:p>
                </p:txBody>
              </p:sp>
            </p:grpSp>
          </p:grpSp>
          <p:grpSp>
            <p:nvGrpSpPr>
              <p:cNvPr id="95" name="Google Shape;717;p9"/>
              <p:cNvGrpSpPr/>
              <p:nvPr/>
            </p:nvGrpSpPr>
            <p:grpSpPr>
              <a:xfrm>
                <a:off x="8681760" y="1123200"/>
                <a:ext cx="142920" cy="2453760"/>
                <a:chOff x="8681760" y="1123200"/>
                <a:chExt cx="142920" cy="2453760"/>
              </a:xfrm>
            </p:grpSpPr>
            <p:grpSp>
              <p:nvGrpSpPr>
                <p:cNvPr id="96" name="Google Shape;718;p9"/>
                <p:cNvGrpSpPr/>
                <p:nvPr/>
              </p:nvGrpSpPr>
              <p:grpSpPr>
                <a:xfrm>
                  <a:off x="8681760" y="1123200"/>
                  <a:ext cx="142920" cy="2453760"/>
                  <a:chOff x="8681760" y="1123200"/>
                  <a:chExt cx="142920" cy="2453760"/>
                </a:xfrm>
              </p:grpSpPr>
              <p:sp>
                <p:nvSpPr>
                  <p:cNvPr id="1048896" name="Google Shape;719;p9"/>
                  <p:cNvSpPr/>
                  <p:nvPr/>
                </p:nvSpPr>
                <p:spPr>
                  <a:xfrm>
                    <a:off x="8681760" y="3434040"/>
                    <a:ext cx="142920" cy="142920"/>
                  </a:xfrm>
                  <a:prstGeom prst="rect"/>
                  <a:gradFill rotWithShape="0">
                    <a:gsLst>
                      <a:gs pos="0">
                        <a:srgbClr val="7DF3E5"/>
                      </a:gs>
                      <a:gs pos="100000">
                        <a:srgbClr val="02C5AE"/>
                      </a:gs>
                    </a:gsLst>
                    <a:lin ang="2700000"/>
                  </a:gradFill>
                  <a:ln w="0">
                    <a:noFill/>
                  </a:ln>
                  <a:effectLst>
                    <a:outerShdw algn="bl" blurRad="185760" rotWithShape="0">
                      <a:schemeClr val="dk1">
                        <a:alpha val="31000"/>
                      </a:schemeClr>
                    </a:outerShdw>
                  </a:effectLst>
                </p:spPr>
                <p:style>
                  <a:lnRef idx="0">
                    <a:srgbClr val="000000"/>
                  </a:lnRef>
                  <a:fillRef idx="0">
                    <a:srgbClr val="000000"/>
                  </a:fillRef>
                  <a:effectRef idx="0">
                    <a:srgbClr val="000000"/>
                  </a:effectRef>
                  <a:fontRef idx="minor">
                    <a:srgbClr val="000000"/>
                  </a:fontRef>
                </p:style>
                <p:txBody>
                  <a:bodyPr anchor="ctr" bIns="71640" tIns="71640">
                    <a:noAutofit/>
                  </a:bodyPr>
                  <a:p>
                    <a:pPr algn="ctr" defTabSz="9144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b="0" sz="1800" lang="en-US" strike="noStrike" u="none">
                      <a:solidFill>
                        <a:srgbClr val="000000"/>
                      </a:solidFill>
                      <a:effectLst/>
                      <a:latin typeface="OpenSymbol"/>
                    </a:endParaRPr>
                  </a:p>
                </p:txBody>
              </p:sp>
              <p:sp>
                <p:nvSpPr>
                  <p:cNvPr id="1048897" name="Google Shape;720;p9"/>
                  <p:cNvSpPr/>
                  <p:nvPr/>
                </p:nvSpPr>
                <p:spPr>
                  <a:xfrm>
                    <a:off x="8690400" y="3223440"/>
                    <a:ext cx="126000" cy="126360"/>
                  </a:xfrm>
                  <a:prstGeom prst="rect"/>
                  <a:gradFill rotWithShape="0">
                    <a:gsLst>
                      <a:gs pos="0">
                        <a:srgbClr val="7DF3E5"/>
                      </a:gs>
                      <a:gs pos="100000">
                        <a:srgbClr val="02C5AE"/>
                      </a:gs>
                    </a:gsLst>
                    <a:lin ang="2700000"/>
                  </a:gradFill>
                  <a:ln w="0">
                    <a:noFill/>
                  </a:ln>
                  <a:effectLst>
                    <a:outerShdw algn="bl" blurRad="185760" rotWithShape="0">
                      <a:schemeClr val="dk1">
                        <a:alpha val="31000"/>
                      </a:schemeClr>
                    </a:outerShdw>
                  </a:effectLst>
                </p:spPr>
                <p:style>
                  <a:lnRef idx="0">
                    <a:srgbClr val="000000"/>
                  </a:lnRef>
                  <a:fillRef idx="0">
                    <a:srgbClr val="000000"/>
                  </a:fillRef>
                  <a:effectRef idx="0">
                    <a:srgbClr val="000000"/>
                  </a:effectRef>
                  <a:fontRef idx="minor">
                    <a:srgbClr val="000000"/>
                  </a:fontRef>
                </p:style>
                <p:txBody>
                  <a:bodyPr anchor="ctr" bIns="63360" tIns="63360">
                    <a:noAutofit/>
                  </a:bodyPr>
                  <a:p>
                    <a:pPr algn="ctr" defTabSz="9144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b="0" sz="1800" lang="en-US" strike="noStrike" u="none">
                      <a:solidFill>
                        <a:srgbClr val="000000"/>
                      </a:solidFill>
                      <a:effectLst/>
                      <a:latin typeface="OpenSymbol"/>
                    </a:endParaRPr>
                  </a:p>
                </p:txBody>
              </p:sp>
              <p:sp>
                <p:nvSpPr>
                  <p:cNvPr id="1048898" name="Google Shape;721;p9"/>
                  <p:cNvSpPr/>
                  <p:nvPr/>
                </p:nvSpPr>
                <p:spPr>
                  <a:xfrm>
                    <a:off x="8690400" y="3012840"/>
                    <a:ext cx="126000" cy="126360"/>
                  </a:xfrm>
                  <a:prstGeom prst="rect"/>
                  <a:gradFill rotWithShape="0">
                    <a:gsLst>
                      <a:gs pos="0">
                        <a:srgbClr val="7DF3E5"/>
                      </a:gs>
                      <a:gs pos="100000">
                        <a:srgbClr val="02C5AE"/>
                      </a:gs>
                    </a:gsLst>
                    <a:lin ang="2700000"/>
                  </a:gradFill>
                  <a:ln w="0">
                    <a:noFill/>
                  </a:ln>
                  <a:effectLst>
                    <a:outerShdw algn="bl" blurRad="185760" rotWithShape="0">
                      <a:schemeClr val="dk1">
                        <a:alpha val="31000"/>
                      </a:schemeClr>
                    </a:outerShdw>
                  </a:effectLst>
                </p:spPr>
                <p:style>
                  <a:lnRef idx="0">
                    <a:srgbClr val="000000"/>
                  </a:lnRef>
                  <a:fillRef idx="0">
                    <a:srgbClr val="000000"/>
                  </a:fillRef>
                  <a:effectRef idx="0">
                    <a:srgbClr val="000000"/>
                  </a:effectRef>
                  <a:fontRef idx="minor">
                    <a:srgbClr val="000000"/>
                  </a:fontRef>
                </p:style>
                <p:txBody>
                  <a:bodyPr anchor="ctr" bIns="63360" tIns="63360">
                    <a:noAutofit/>
                  </a:bodyPr>
                  <a:p>
                    <a:pPr algn="ctr" defTabSz="9144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b="0" sz="1800" lang="en-US" strike="noStrike" u="none">
                      <a:solidFill>
                        <a:srgbClr val="000000"/>
                      </a:solidFill>
                      <a:effectLst/>
                      <a:latin typeface="OpenSymbol"/>
                    </a:endParaRPr>
                  </a:p>
                </p:txBody>
              </p:sp>
              <p:sp>
                <p:nvSpPr>
                  <p:cNvPr id="1048899" name="Google Shape;722;p9"/>
                  <p:cNvSpPr/>
                  <p:nvPr/>
                </p:nvSpPr>
                <p:spPr>
                  <a:xfrm>
                    <a:off x="8690400" y="2801880"/>
                    <a:ext cx="126000" cy="126360"/>
                  </a:xfrm>
                  <a:prstGeom prst="rect"/>
                  <a:gradFill rotWithShape="0">
                    <a:gsLst>
                      <a:gs pos="0">
                        <a:srgbClr val="7DF3E5"/>
                      </a:gs>
                      <a:gs pos="100000">
                        <a:srgbClr val="02C5AE"/>
                      </a:gs>
                    </a:gsLst>
                    <a:lin ang="2700000"/>
                  </a:gradFill>
                  <a:ln w="0">
                    <a:noFill/>
                  </a:ln>
                  <a:effectLst>
                    <a:outerShdw algn="bl" blurRad="185760" rotWithShape="0">
                      <a:schemeClr val="dk1">
                        <a:alpha val="31000"/>
                      </a:schemeClr>
                    </a:outerShdw>
                  </a:effectLst>
                </p:spPr>
                <p:style>
                  <a:lnRef idx="0">
                    <a:srgbClr val="000000"/>
                  </a:lnRef>
                  <a:fillRef idx="0">
                    <a:srgbClr val="000000"/>
                  </a:fillRef>
                  <a:effectRef idx="0">
                    <a:srgbClr val="000000"/>
                  </a:effectRef>
                  <a:fontRef idx="minor">
                    <a:srgbClr val="000000"/>
                  </a:fontRef>
                </p:style>
                <p:txBody>
                  <a:bodyPr anchor="ctr" bIns="63360" tIns="63360">
                    <a:noAutofit/>
                  </a:bodyPr>
                  <a:p>
                    <a:pPr algn="ctr" defTabSz="9144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b="0" sz="1800" lang="en-US" strike="noStrike" u="none">
                      <a:solidFill>
                        <a:srgbClr val="000000"/>
                      </a:solidFill>
                      <a:effectLst/>
                      <a:latin typeface="OpenSymbol"/>
                    </a:endParaRPr>
                  </a:p>
                </p:txBody>
              </p:sp>
              <p:sp>
                <p:nvSpPr>
                  <p:cNvPr id="1048900" name="Google Shape;723;p9"/>
                  <p:cNvSpPr/>
                  <p:nvPr/>
                </p:nvSpPr>
                <p:spPr>
                  <a:xfrm>
                    <a:off x="8694720" y="2591280"/>
                    <a:ext cx="117360" cy="117720"/>
                  </a:xfrm>
                  <a:prstGeom prst="rect"/>
                  <a:gradFill rotWithShape="0">
                    <a:gsLst>
                      <a:gs pos="0">
                        <a:srgbClr val="7DF3E5"/>
                      </a:gs>
                      <a:gs pos="100000">
                        <a:srgbClr val="02C5AE"/>
                      </a:gs>
                    </a:gsLst>
                    <a:lin ang="2700000"/>
                  </a:gradFill>
                  <a:ln w="0">
                    <a:noFill/>
                  </a:ln>
                  <a:effectLst>
                    <a:outerShdw algn="bl" blurRad="185760" rotWithShape="0">
                      <a:schemeClr val="dk1">
                        <a:alpha val="31000"/>
                      </a:schemeClr>
                    </a:outerShdw>
                  </a:effectLst>
                </p:spPr>
                <p:style>
                  <a:lnRef idx="0">
                    <a:srgbClr val="000000"/>
                  </a:lnRef>
                  <a:fillRef idx="0">
                    <a:srgbClr val="000000"/>
                  </a:fillRef>
                  <a:effectRef idx="0">
                    <a:srgbClr val="000000"/>
                  </a:effectRef>
                  <a:fontRef idx="minor">
                    <a:srgbClr val="000000"/>
                  </a:fontRef>
                </p:style>
                <p:txBody>
                  <a:bodyPr anchor="ctr" bIns="59040" tIns="59040">
                    <a:noAutofit/>
                  </a:bodyPr>
                  <a:p>
                    <a:pPr algn="ctr" defTabSz="9144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b="0" sz="1800" lang="en-US" strike="noStrike" u="none">
                      <a:solidFill>
                        <a:srgbClr val="000000"/>
                      </a:solidFill>
                      <a:effectLst/>
                      <a:latin typeface="OpenSymbol"/>
                    </a:endParaRPr>
                  </a:p>
                </p:txBody>
              </p:sp>
              <p:sp>
                <p:nvSpPr>
                  <p:cNvPr id="1048901" name="Google Shape;724;p9"/>
                  <p:cNvSpPr/>
                  <p:nvPr/>
                </p:nvSpPr>
                <p:spPr>
                  <a:xfrm>
                    <a:off x="8694720" y="2380680"/>
                    <a:ext cx="117360" cy="117720"/>
                  </a:xfrm>
                  <a:prstGeom prst="rect"/>
                  <a:gradFill rotWithShape="0">
                    <a:gsLst>
                      <a:gs pos="0">
                        <a:srgbClr val="7DF3E5"/>
                      </a:gs>
                      <a:gs pos="100000">
                        <a:srgbClr val="02C5AE"/>
                      </a:gs>
                    </a:gsLst>
                    <a:lin ang="2700000"/>
                  </a:gradFill>
                  <a:ln w="0">
                    <a:noFill/>
                  </a:ln>
                  <a:effectLst>
                    <a:outerShdw algn="bl" blurRad="185760" rotWithShape="0">
                      <a:schemeClr val="dk1">
                        <a:alpha val="31000"/>
                      </a:schemeClr>
                    </a:outerShdw>
                  </a:effectLst>
                </p:spPr>
                <p:style>
                  <a:lnRef idx="0">
                    <a:srgbClr val="000000"/>
                  </a:lnRef>
                  <a:fillRef idx="0">
                    <a:srgbClr val="000000"/>
                  </a:fillRef>
                  <a:effectRef idx="0">
                    <a:srgbClr val="000000"/>
                  </a:effectRef>
                  <a:fontRef idx="minor">
                    <a:srgbClr val="000000"/>
                  </a:fontRef>
                </p:style>
                <p:txBody>
                  <a:bodyPr anchor="ctr" bIns="59040" tIns="59040">
                    <a:noAutofit/>
                  </a:bodyPr>
                  <a:p>
                    <a:pPr algn="ctr" defTabSz="9144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b="0" sz="1800" lang="en-US" strike="noStrike" u="none">
                      <a:solidFill>
                        <a:srgbClr val="000000"/>
                      </a:solidFill>
                      <a:effectLst/>
                      <a:latin typeface="OpenSymbol"/>
                    </a:endParaRPr>
                  </a:p>
                </p:txBody>
              </p:sp>
              <p:sp>
                <p:nvSpPr>
                  <p:cNvPr id="1048902" name="Google Shape;725;p9"/>
                  <p:cNvSpPr/>
                  <p:nvPr/>
                </p:nvSpPr>
                <p:spPr>
                  <a:xfrm>
                    <a:off x="8696880" y="2169720"/>
                    <a:ext cx="113040" cy="113040"/>
                  </a:xfrm>
                  <a:prstGeom prst="rect"/>
                  <a:gradFill rotWithShape="0">
                    <a:gsLst>
                      <a:gs pos="0">
                        <a:srgbClr val="7DF3E5"/>
                      </a:gs>
                      <a:gs pos="100000">
                        <a:srgbClr val="02C5AE"/>
                      </a:gs>
                    </a:gsLst>
                    <a:lin ang="2700000"/>
                  </a:gradFill>
                  <a:ln w="0">
                    <a:noFill/>
                  </a:ln>
                  <a:effectLst>
                    <a:outerShdw algn="bl" blurRad="185760" rotWithShape="0">
                      <a:schemeClr val="dk1">
                        <a:alpha val="31000"/>
                      </a:schemeClr>
                    </a:outerShdw>
                  </a:effectLst>
                </p:spPr>
                <p:style>
                  <a:lnRef idx="0">
                    <a:srgbClr val="000000"/>
                  </a:lnRef>
                  <a:fillRef idx="0">
                    <a:srgbClr val="000000"/>
                  </a:fillRef>
                  <a:effectRef idx="0">
                    <a:srgbClr val="000000"/>
                  </a:effectRef>
                  <a:fontRef idx="minor">
                    <a:srgbClr val="000000"/>
                  </a:fontRef>
                </p:style>
                <p:txBody>
                  <a:bodyPr anchor="ctr" bIns="56520" tIns="56520">
                    <a:noAutofit/>
                  </a:bodyPr>
                  <a:p>
                    <a:pPr algn="ctr" defTabSz="9144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b="0" sz="1800" lang="en-US" strike="noStrike" u="none">
                      <a:solidFill>
                        <a:srgbClr val="000000"/>
                      </a:solidFill>
                      <a:effectLst/>
                      <a:latin typeface="OpenSymbol"/>
                    </a:endParaRPr>
                  </a:p>
                </p:txBody>
              </p:sp>
              <p:sp>
                <p:nvSpPr>
                  <p:cNvPr id="1048903" name="Google Shape;726;p9"/>
                  <p:cNvSpPr/>
                  <p:nvPr/>
                </p:nvSpPr>
                <p:spPr>
                  <a:xfrm>
                    <a:off x="8699040" y="1959120"/>
                    <a:ext cx="108720" cy="108720"/>
                  </a:xfrm>
                  <a:prstGeom prst="rect"/>
                  <a:gradFill rotWithShape="0">
                    <a:gsLst>
                      <a:gs pos="0">
                        <a:srgbClr val="7DF3E5"/>
                      </a:gs>
                      <a:gs pos="100000">
                        <a:srgbClr val="02C5AE"/>
                      </a:gs>
                    </a:gsLst>
                    <a:lin ang="2700000"/>
                  </a:gradFill>
                  <a:ln w="0">
                    <a:noFill/>
                  </a:ln>
                  <a:effectLst>
                    <a:outerShdw algn="bl" blurRad="185760" rotWithShape="0">
                      <a:schemeClr val="dk1">
                        <a:alpha val="31000"/>
                      </a:schemeClr>
                    </a:outerShdw>
                  </a:effectLst>
                </p:spPr>
                <p:style>
                  <a:lnRef idx="0">
                    <a:srgbClr val="000000"/>
                  </a:lnRef>
                  <a:fillRef idx="0">
                    <a:srgbClr val="000000"/>
                  </a:fillRef>
                  <a:effectRef idx="0">
                    <a:srgbClr val="000000"/>
                  </a:effectRef>
                  <a:fontRef idx="minor">
                    <a:srgbClr val="000000"/>
                  </a:fontRef>
                </p:style>
                <p:txBody>
                  <a:bodyPr anchor="ctr" bIns="54360" tIns="54360">
                    <a:noAutofit/>
                  </a:bodyPr>
                  <a:p>
                    <a:pPr algn="ctr" defTabSz="9144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b="0" sz="1800" lang="en-US" strike="noStrike" u="none">
                      <a:solidFill>
                        <a:srgbClr val="000000"/>
                      </a:solidFill>
                      <a:effectLst/>
                      <a:latin typeface="OpenSymbol"/>
                    </a:endParaRPr>
                  </a:p>
                </p:txBody>
              </p:sp>
              <p:sp>
                <p:nvSpPr>
                  <p:cNvPr id="1048904" name="Google Shape;727;p9"/>
                  <p:cNvSpPr/>
                  <p:nvPr/>
                </p:nvSpPr>
                <p:spPr>
                  <a:xfrm>
                    <a:off x="8704080" y="1752840"/>
                    <a:ext cx="98640" cy="98640"/>
                  </a:xfrm>
                  <a:prstGeom prst="rect"/>
                  <a:gradFill rotWithShape="0">
                    <a:gsLst>
                      <a:gs pos="0">
                        <a:srgbClr val="7DF3E5"/>
                      </a:gs>
                      <a:gs pos="100000">
                        <a:srgbClr val="02C5AE"/>
                      </a:gs>
                    </a:gsLst>
                    <a:lin ang="2700000"/>
                  </a:gradFill>
                  <a:ln w="0">
                    <a:noFill/>
                  </a:ln>
                  <a:effectLst>
                    <a:outerShdw algn="bl" blurRad="185760" rotWithShape="0">
                      <a:schemeClr val="dk1">
                        <a:alpha val="31000"/>
                      </a:schemeClr>
                    </a:outerShdw>
                  </a:effectLst>
                </p:spPr>
                <p:style>
                  <a:lnRef idx="0">
                    <a:srgbClr val="000000"/>
                  </a:lnRef>
                  <a:fillRef idx="0">
                    <a:srgbClr val="000000"/>
                  </a:fillRef>
                  <a:effectRef idx="0">
                    <a:srgbClr val="000000"/>
                  </a:effectRef>
                  <a:fontRef idx="minor">
                    <a:srgbClr val="000000"/>
                  </a:fontRef>
                </p:style>
                <p:txBody>
                  <a:bodyPr anchor="ctr" bIns="49320" tIns="49320">
                    <a:noAutofit/>
                  </a:bodyPr>
                  <a:p>
                    <a:pPr algn="ctr" defTabSz="9144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b="0" sz="1800" lang="en-US" strike="noStrike" u="none">
                      <a:solidFill>
                        <a:srgbClr val="000000"/>
                      </a:solidFill>
                      <a:effectLst/>
                      <a:latin typeface="OpenSymbol"/>
                    </a:endParaRPr>
                  </a:p>
                </p:txBody>
              </p:sp>
              <p:sp>
                <p:nvSpPr>
                  <p:cNvPr id="1048905" name="Google Shape;728;p9"/>
                  <p:cNvSpPr/>
                  <p:nvPr/>
                </p:nvSpPr>
                <p:spPr>
                  <a:xfrm>
                    <a:off x="8708760" y="1546560"/>
                    <a:ext cx="88920" cy="88920"/>
                  </a:xfrm>
                  <a:prstGeom prst="rect"/>
                  <a:gradFill rotWithShape="0">
                    <a:gsLst>
                      <a:gs pos="0">
                        <a:srgbClr val="7DF3E5"/>
                      </a:gs>
                      <a:gs pos="100000">
                        <a:srgbClr val="02C5AE"/>
                      </a:gs>
                    </a:gsLst>
                    <a:lin ang="2700000"/>
                  </a:gradFill>
                  <a:ln w="0">
                    <a:noFill/>
                  </a:ln>
                  <a:effectLst>
                    <a:outerShdw algn="bl" blurRad="185760" rotWithShape="0">
                      <a:schemeClr val="dk1">
                        <a:alpha val="31000"/>
                      </a:schemeClr>
                    </a:outerShdw>
                  </a:effectLst>
                </p:spPr>
                <p:style>
                  <a:lnRef idx="0">
                    <a:srgbClr val="000000"/>
                  </a:lnRef>
                  <a:fillRef idx="0">
                    <a:srgbClr val="000000"/>
                  </a:fillRef>
                  <a:effectRef idx="0">
                    <a:srgbClr val="000000"/>
                  </a:effectRef>
                  <a:fontRef idx="minor">
                    <a:srgbClr val="000000"/>
                  </a:fontRef>
                </p:style>
                <p:txBody>
                  <a:bodyPr anchor="ctr" bIns="44640" tIns="44640">
                    <a:noAutofit/>
                  </a:bodyPr>
                  <a:p>
                    <a:pPr algn="ctr" defTabSz="9144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b="0" sz="1800" lang="en-US" strike="noStrike" u="none">
                      <a:solidFill>
                        <a:srgbClr val="000000"/>
                      </a:solidFill>
                      <a:effectLst/>
                      <a:latin typeface="OpenSymbol"/>
                    </a:endParaRPr>
                  </a:p>
                </p:txBody>
              </p:sp>
              <p:sp>
                <p:nvSpPr>
                  <p:cNvPr id="1048906" name="Google Shape;729;p9"/>
                  <p:cNvSpPr/>
                  <p:nvPr/>
                </p:nvSpPr>
                <p:spPr>
                  <a:xfrm>
                    <a:off x="8708760" y="1340280"/>
                    <a:ext cx="88920" cy="88920"/>
                  </a:xfrm>
                  <a:prstGeom prst="rect"/>
                  <a:gradFill rotWithShape="0">
                    <a:gsLst>
                      <a:gs pos="0">
                        <a:srgbClr val="7DF3E5"/>
                      </a:gs>
                      <a:gs pos="100000">
                        <a:srgbClr val="02C5AE"/>
                      </a:gs>
                    </a:gsLst>
                    <a:lin ang="2700000"/>
                  </a:gradFill>
                  <a:ln w="0">
                    <a:noFill/>
                  </a:ln>
                  <a:effectLst>
                    <a:outerShdw algn="bl" blurRad="185760" rotWithShape="0">
                      <a:schemeClr val="dk1">
                        <a:alpha val="31000"/>
                      </a:schemeClr>
                    </a:outerShdw>
                  </a:effectLst>
                </p:spPr>
                <p:style>
                  <a:lnRef idx="0">
                    <a:srgbClr val="000000"/>
                  </a:lnRef>
                  <a:fillRef idx="0">
                    <a:srgbClr val="000000"/>
                  </a:fillRef>
                  <a:effectRef idx="0">
                    <a:srgbClr val="000000"/>
                  </a:effectRef>
                  <a:fontRef idx="minor">
                    <a:srgbClr val="000000"/>
                  </a:fontRef>
                </p:style>
                <p:txBody>
                  <a:bodyPr anchor="ctr" bIns="44640" tIns="44640">
                    <a:noAutofit/>
                  </a:bodyPr>
                  <a:p>
                    <a:pPr algn="ctr" defTabSz="9144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b="0" sz="1800" lang="en-US" strike="noStrike" u="none">
                      <a:solidFill>
                        <a:srgbClr val="000000"/>
                      </a:solidFill>
                      <a:effectLst/>
                      <a:latin typeface="OpenSymbol"/>
                    </a:endParaRPr>
                  </a:p>
                </p:txBody>
              </p:sp>
              <p:sp>
                <p:nvSpPr>
                  <p:cNvPr id="1048907" name="Google Shape;730;p9"/>
                  <p:cNvSpPr/>
                  <p:nvPr/>
                </p:nvSpPr>
                <p:spPr>
                  <a:xfrm>
                    <a:off x="8713800" y="1123200"/>
                    <a:ext cx="79200" cy="79200"/>
                  </a:xfrm>
                  <a:prstGeom prst="rect"/>
                  <a:gradFill rotWithShape="0">
                    <a:gsLst>
                      <a:gs pos="0">
                        <a:srgbClr val="7DF3E5"/>
                      </a:gs>
                      <a:gs pos="100000">
                        <a:srgbClr val="02C5AE"/>
                      </a:gs>
                    </a:gsLst>
                    <a:lin ang="2700000"/>
                  </a:gradFill>
                  <a:ln w="0">
                    <a:noFill/>
                  </a:ln>
                  <a:effectLst>
                    <a:outerShdw algn="bl" blurRad="185760" rotWithShape="0">
                      <a:schemeClr val="dk1">
                        <a:alpha val="31000"/>
                      </a:schemeClr>
                    </a:outerShdw>
                  </a:effectLst>
                </p:spPr>
                <p:style>
                  <a:lnRef idx="0">
                    <a:srgbClr val="000000"/>
                  </a:lnRef>
                  <a:fillRef idx="0">
                    <a:srgbClr val="000000"/>
                  </a:fillRef>
                  <a:effectRef idx="0">
                    <a:srgbClr val="000000"/>
                  </a:effectRef>
                  <a:fontRef idx="minor">
                    <a:srgbClr val="000000"/>
                  </a:fontRef>
                </p:style>
                <p:txBody>
                  <a:bodyPr anchor="ctr" bIns="39600" tIns="39600">
                    <a:noAutofit/>
                  </a:bodyPr>
                  <a:p>
                    <a:pPr algn="ctr" defTabSz="9144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b="0" sz="1800" lang="en-US" strike="noStrike" u="none">
                      <a:solidFill>
                        <a:srgbClr val="000000"/>
                      </a:solidFill>
                      <a:effectLst/>
                      <a:latin typeface="OpenSymbol"/>
                    </a:endParaRPr>
                  </a:p>
                </p:txBody>
              </p:sp>
            </p:grpSp>
            <p:grpSp>
              <p:nvGrpSpPr>
                <p:cNvPr id="97" name="Google Shape;731;p9"/>
                <p:cNvGrpSpPr/>
                <p:nvPr/>
              </p:nvGrpSpPr>
              <p:grpSpPr>
                <a:xfrm>
                  <a:off x="8681760" y="1123200"/>
                  <a:ext cx="142920" cy="2453760"/>
                  <a:chOff x="8681760" y="1123200"/>
                  <a:chExt cx="142920" cy="2453760"/>
                </a:xfrm>
              </p:grpSpPr>
              <p:sp>
                <p:nvSpPr>
                  <p:cNvPr id="1048908" name="Google Shape;732;p9"/>
                  <p:cNvSpPr/>
                  <p:nvPr/>
                </p:nvSpPr>
                <p:spPr>
                  <a:xfrm>
                    <a:off x="8681760" y="3434040"/>
                    <a:ext cx="142920" cy="142920"/>
                  </a:xfrm>
                  <a:prstGeom prst="rect"/>
                  <a:noFill/>
                  <a:ln w="0">
                    <a:noFill/>
                  </a:ln>
                </p:spPr>
                <p:style>
                  <a:lnRef idx="0">
                    <a:srgbClr val="000000"/>
                  </a:lnRef>
                  <a:fillRef idx="0">
                    <a:srgbClr val="000000"/>
                  </a:fillRef>
                  <a:effectRef idx="0">
                    <a:srgbClr val="000000"/>
                  </a:effectRef>
                  <a:fontRef idx="minor">
                    <a:srgbClr val="000000"/>
                  </a:fontRef>
                </p:style>
                <p:txBody>
                  <a:bodyPr anchor="ctr" bIns="71640" tIns="71640">
                    <a:noAutofit/>
                  </a:bodyPr>
                  <a:p>
                    <a:pPr algn="ctr" defTabSz="9144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b="0" sz="1800" lang="en-US" strike="noStrike" u="none">
                      <a:solidFill>
                        <a:srgbClr val="FFFFFF"/>
                      </a:solidFill>
                      <a:effectLst/>
                      <a:latin typeface="OpenSymbol"/>
                    </a:endParaRPr>
                  </a:p>
                </p:txBody>
              </p:sp>
              <p:sp>
                <p:nvSpPr>
                  <p:cNvPr id="1048909" name="Google Shape;733;p9"/>
                  <p:cNvSpPr/>
                  <p:nvPr/>
                </p:nvSpPr>
                <p:spPr>
                  <a:xfrm>
                    <a:off x="8690400" y="3223440"/>
                    <a:ext cx="126000" cy="126360"/>
                  </a:xfrm>
                  <a:prstGeom prst="rect"/>
                  <a:solidFill>
                    <a:srgbClr val="009F8C">
                      <a:alpha val="5000"/>
                    </a:srgbClr>
                  </a:solidFill>
                  <a:ln w="0">
                    <a:noFill/>
                  </a:ln>
                </p:spPr>
                <p:style>
                  <a:lnRef idx="0">
                    <a:srgbClr val="000000"/>
                  </a:lnRef>
                  <a:fillRef idx="0">
                    <a:srgbClr val="000000"/>
                  </a:fillRef>
                  <a:effectRef idx="0">
                    <a:srgbClr val="000000"/>
                  </a:effectRef>
                  <a:fontRef idx="minor">
                    <a:srgbClr val="000000"/>
                  </a:fontRef>
                </p:style>
                <p:txBody>
                  <a:bodyPr anchor="ctr" bIns="63360" tIns="63360">
                    <a:noAutofit/>
                  </a:bodyPr>
                  <a:p>
                    <a:pPr algn="ctr" defTabSz="9144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b="0" sz="1800" lang="en-US" strike="noStrike" u="none">
                      <a:solidFill>
                        <a:srgbClr val="FFFFFF"/>
                      </a:solidFill>
                      <a:effectLst/>
                      <a:latin typeface="OpenSymbol"/>
                    </a:endParaRPr>
                  </a:p>
                </p:txBody>
              </p:sp>
              <p:sp>
                <p:nvSpPr>
                  <p:cNvPr id="1048910" name="Google Shape;734;p9"/>
                  <p:cNvSpPr/>
                  <p:nvPr/>
                </p:nvSpPr>
                <p:spPr>
                  <a:xfrm>
                    <a:off x="8690400" y="3012840"/>
                    <a:ext cx="126000" cy="126360"/>
                  </a:xfrm>
                  <a:prstGeom prst="rect"/>
                  <a:solidFill>
                    <a:srgbClr val="009F8C">
                      <a:alpha val="10000"/>
                    </a:srgbClr>
                  </a:solidFill>
                  <a:ln w="0">
                    <a:noFill/>
                  </a:ln>
                </p:spPr>
                <p:style>
                  <a:lnRef idx="0">
                    <a:srgbClr val="000000"/>
                  </a:lnRef>
                  <a:fillRef idx="0">
                    <a:srgbClr val="000000"/>
                  </a:fillRef>
                  <a:effectRef idx="0">
                    <a:srgbClr val="000000"/>
                  </a:effectRef>
                  <a:fontRef idx="minor">
                    <a:srgbClr val="000000"/>
                  </a:fontRef>
                </p:style>
                <p:txBody>
                  <a:bodyPr anchor="ctr" bIns="63360" tIns="63360">
                    <a:noAutofit/>
                  </a:bodyPr>
                  <a:p>
                    <a:pPr algn="ctr" defTabSz="9144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b="0" sz="1800" lang="en-US" strike="noStrike" u="none">
                      <a:solidFill>
                        <a:srgbClr val="FFFFFF"/>
                      </a:solidFill>
                      <a:effectLst/>
                      <a:latin typeface="OpenSymbol"/>
                    </a:endParaRPr>
                  </a:p>
                </p:txBody>
              </p:sp>
              <p:sp>
                <p:nvSpPr>
                  <p:cNvPr id="1048911" name="Google Shape;735;p9"/>
                  <p:cNvSpPr/>
                  <p:nvPr/>
                </p:nvSpPr>
                <p:spPr>
                  <a:xfrm>
                    <a:off x="8690400" y="2801880"/>
                    <a:ext cx="126000" cy="126360"/>
                  </a:xfrm>
                  <a:prstGeom prst="rect"/>
                  <a:solidFill>
                    <a:srgbClr val="009F8C">
                      <a:alpha val="20000"/>
                    </a:srgbClr>
                  </a:solidFill>
                  <a:ln w="0">
                    <a:noFill/>
                  </a:ln>
                </p:spPr>
                <p:style>
                  <a:lnRef idx="0">
                    <a:srgbClr val="000000"/>
                  </a:lnRef>
                  <a:fillRef idx="0">
                    <a:srgbClr val="000000"/>
                  </a:fillRef>
                  <a:effectRef idx="0">
                    <a:srgbClr val="000000"/>
                  </a:effectRef>
                  <a:fontRef idx="minor">
                    <a:srgbClr val="000000"/>
                  </a:fontRef>
                </p:style>
                <p:txBody>
                  <a:bodyPr anchor="ctr" bIns="63360" tIns="63360">
                    <a:noAutofit/>
                  </a:bodyPr>
                  <a:p>
                    <a:pPr algn="ctr" defTabSz="9144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b="0" sz="1800" lang="en-US" strike="noStrike" u="none">
                      <a:solidFill>
                        <a:srgbClr val="FFFFFF"/>
                      </a:solidFill>
                      <a:effectLst/>
                      <a:latin typeface="OpenSymbol"/>
                    </a:endParaRPr>
                  </a:p>
                </p:txBody>
              </p:sp>
              <p:sp>
                <p:nvSpPr>
                  <p:cNvPr id="1048912" name="Google Shape;736;p9"/>
                  <p:cNvSpPr/>
                  <p:nvPr/>
                </p:nvSpPr>
                <p:spPr>
                  <a:xfrm>
                    <a:off x="8694720" y="2591280"/>
                    <a:ext cx="117360" cy="117720"/>
                  </a:xfrm>
                  <a:prstGeom prst="rect"/>
                  <a:solidFill>
                    <a:srgbClr val="009F8C">
                      <a:alpha val="30000"/>
                    </a:srgbClr>
                  </a:solidFill>
                  <a:ln w="0">
                    <a:noFill/>
                  </a:ln>
                </p:spPr>
                <p:style>
                  <a:lnRef idx="0">
                    <a:srgbClr val="000000"/>
                  </a:lnRef>
                  <a:fillRef idx="0">
                    <a:srgbClr val="000000"/>
                  </a:fillRef>
                  <a:effectRef idx="0">
                    <a:srgbClr val="000000"/>
                  </a:effectRef>
                  <a:fontRef idx="minor">
                    <a:srgbClr val="000000"/>
                  </a:fontRef>
                </p:style>
                <p:txBody>
                  <a:bodyPr anchor="ctr" bIns="59040" tIns="59040">
                    <a:noAutofit/>
                  </a:bodyPr>
                  <a:p>
                    <a:pPr algn="ctr" defTabSz="9144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b="0" sz="1800" lang="en-US" strike="noStrike" u="none">
                      <a:solidFill>
                        <a:srgbClr val="FFFFFF"/>
                      </a:solidFill>
                      <a:effectLst/>
                      <a:latin typeface="OpenSymbol"/>
                    </a:endParaRPr>
                  </a:p>
                </p:txBody>
              </p:sp>
              <p:sp>
                <p:nvSpPr>
                  <p:cNvPr id="1048913" name="Google Shape;737;p9"/>
                  <p:cNvSpPr/>
                  <p:nvPr/>
                </p:nvSpPr>
                <p:spPr>
                  <a:xfrm>
                    <a:off x="8694720" y="2380680"/>
                    <a:ext cx="117360" cy="117720"/>
                  </a:xfrm>
                  <a:prstGeom prst="rect"/>
                  <a:solidFill>
                    <a:srgbClr val="009F8C">
                      <a:alpha val="40000"/>
                    </a:srgbClr>
                  </a:solidFill>
                  <a:ln w="0">
                    <a:noFill/>
                  </a:ln>
                </p:spPr>
                <p:style>
                  <a:lnRef idx="0">
                    <a:srgbClr val="000000"/>
                  </a:lnRef>
                  <a:fillRef idx="0">
                    <a:srgbClr val="000000"/>
                  </a:fillRef>
                  <a:effectRef idx="0">
                    <a:srgbClr val="000000"/>
                  </a:effectRef>
                  <a:fontRef idx="minor">
                    <a:srgbClr val="000000"/>
                  </a:fontRef>
                </p:style>
                <p:txBody>
                  <a:bodyPr anchor="ctr" bIns="59040" tIns="59040">
                    <a:noAutofit/>
                  </a:bodyPr>
                  <a:p>
                    <a:pPr algn="ctr" defTabSz="9144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b="0" sz="1800" lang="en-US" strike="noStrike" u="none">
                      <a:solidFill>
                        <a:srgbClr val="FFFFFF"/>
                      </a:solidFill>
                      <a:effectLst/>
                      <a:latin typeface="OpenSymbol"/>
                    </a:endParaRPr>
                  </a:p>
                </p:txBody>
              </p:sp>
              <p:sp>
                <p:nvSpPr>
                  <p:cNvPr id="1048914" name="Google Shape;738;p9"/>
                  <p:cNvSpPr/>
                  <p:nvPr/>
                </p:nvSpPr>
                <p:spPr>
                  <a:xfrm>
                    <a:off x="8696880" y="2169720"/>
                    <a:ext cx="113040" cy="113040"/>
                  </a:xfrm>
                  <a:prstGeom prst="rect"/>
                  <a:solidFill>
                    <a:srgbClr val="009F8C">
                      <a:alpha val="50000"/>
                    </a:srgbClr>
                  </a:solidFill>
                  <a:ln w="0">
                    <a:noFill/>
                  </a:ln>
                </p:spPr>
                <p:style>
                  <a:lnRef idx="0">
                    <a:srgbClr val="000000"/>
                  </a:lnRef>
                  <a:fillRef idx="0">
                    <a:srgbClr val="000000"/>
                  </a:fillRef>
                  <a:effectRef idx="0">
                    <a:srgbClr val="000000"/>
                  </a:effectRef>
                  <a:fontRef idx="minor">
                    <a:srgbClr val="000000"/>
                  </a:fontRef>
                </p:style>
                <p:txBody>
                  <a:bodyPr anchor="ctr" bIns="56520" tIns="56520">
                    <a:noAutofit/>
                  </a:bodyPr>
                  <a:p>
                    <a:pPr algn="ctr" defTabSz="9144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b="0" sz="1800" lang="en-US" strike="noStrike" u="none">
                      <a:solidFill>
                        <a:srgbClr val="FFFFFF"/>
                      </a:solidFill>
                      <a:effectLst/>
                      <a:latin typeface="OpenSymbol"/>
                    </a:endParaRPr>
                  </a:p>
                </p:txBody>
              </p:sp>
              <p:sp>
                <p:nvSpPr>
                  <p:cNvPr id="1048915" name="Google Shape;739;p9"/>
                  <p:cNvSpPr/>
                  <p:nvPr/>
                </p:nvSpPr>
                <p:spPr>
                  <a:xfrm>
                    <a:off x="8699040" y="1959120"/>
                    <a:ext cx="108720" cy="108720"/>
                  </a:xfrm>
                  <a:prstGeom prst="rect"/>
                  <a:solidFill>
                    <a:srgbClr val="009F8C">
                      <a:alpha val="55000"/>
                    </a:srgbClr>
                  </a:solidFill>
                  <a:ln w="0">
                    <a:noFill/>
                  </a:ln>
                </p:spPr>
                <p:style>
                  <a:lnRef idx="0">
                    <a:srgbClr val="000000"/>
                  </a:lnRef>
                  <a:fillRef idx="0">
                    <a:srgbClr val="000000"/>
                  </a:fillRef>
                  <a:effectRef idx="0">
                    <a:srgbClr val="000000"/>
                  </a:effectRef>
                  <a:fontRef idx="minor">
                    <a:srgbClr val="000000"/>
                  </a:fontRef>
                </p:style>
                <p:txBody>
                  <a:bodyPr anchor="ctr" bIns="54360" tIns="54360">
                    <a:noAutofit/>
                  </a:bodyPr>
                  <a:p>
                    <a:pPr algn="ctr" defTabSz="9144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b="0" sz="1800" lang="en-US" strike="noStrike" u="none">
                      <a:solidFill>
                        <a:srgbClr val="FFFFFF"/>
                      </a:solidFill>
                      <a:effectLst/>
                      <a:latin typeface="OpenSymbol"/>
                    </a:endParaRPr>
                  </a:p>
                </p:txBody>
              </p:sp>
              <p:sp>
                <p:nvSpPr>
                  <p:cNvPr id="1048916" name="Google Shape;740;p9"/>
                  <p:cNvSpPr/>
                  <p:nvPr/>
                </p:nvSpPr>
                <p:spPr>
                  <a:xfrm>
                    <a:off x="8704080" y="1752840"/>
                    <a:ext cx="98640" cy="98640"/>
                  </a:xfrm>
                  <a:prstGeom prst="rect"/>
                  <a:solidFill>
                    <a:srgbClr val="009F8C">
                      <a:alpha val="60000"/>
                    </a:srgbClr>
                  </a:solidFill>
                  <a:ln w="0">
                    <a:noFill/>
                  </a:ln>
                </p:spPr>
                <p:style>
                  <a:lnRef idx="0">
                    <a:srgbClr val="000000"/>
                  </a:lnRef>
                  <a:fillRef idx="0">
                    <a:srgbClr val="000000"/>
                  </a:fillRef>
                  <a:effectRef idx="0">
                    <a:srgbClr val="000000"/>
                  </a:effectRef>
                  <a:fontRef idx="minor">
                    <a:srgbClr val="000000"/>
                  </a:fontRef>
                </p:style>
                <p:txBody>
                  <a:bodyPr anchor="ctr" bIns="49320" tIns="49320">
                    <a:noAutofit/>
                  </a:bodyPr>
                  <a:p>
                    <a:pPr algn="ctr" defTabSz="9144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b="0" sz="1800" lang="en-US" strike="noStrike" u="none">
                      <a:solidFill>
                        <a:srgbClr val="FFFFFF"/>
                      </a:solidFill>
                      <a:effectLst/>
                      <a:latin typeface="OpenSymbol"/>
                    </a:endParaRPr>
                  </a:p>
                </p:txBody>
              </p:sp>
              <p:sp>
                <p:nvSpPr>
                  <p:cNvPr id="1048917" name="Google Shape;741;p9"/>
                  <p:cNvSpPr/>
                  <p:nvPr/>
                </p:nvSpPr>
                <p:spPr>
                  <a:xfrm>
                    <a:off x="8708760" y="1546560"/>
                    <a:ext cx="88920" cy="88920"/>
                  </a:xfrm>
                  <a:prstGeom prst="rect"/>
                  <a:solidFill>
                    <a:srgbClr val="009F8C">
                      <a:alpha val="65000"/>
                    </a:srgbClr>
                  </a:solidFill>
                  <a:ln w="0">
                    <a:noFill/>
                  </a:ln>
                </p:spPr>
                <p:style>
                  <a:lnRef idx="0">
                    <a:srgbClr val="000000"/>
                  </a:lnRef>
                  <a:fillRef idx="0">
                    <a:srgbClr val="000000"/>
                  </a:fillRef>
                  <a:effectRef idx="0">
                    <a:srgbClr val="000000"/>
                  </a:effectRef>
                  <a:fontRef idx="minor">
                    <a:srgbClr val="000000"/>
                  </a:fontRef>
                </p:style>
                <p:txBody>
                  <a:bodyPr anchor="ctr" bIns="44640" tIns="44640">
                    <a:noAutofit/>
                  </a:bodyPr>
                  <a:p>
                    <a:pPr algn="ctr" defTabSz="9144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b="0" sz="1800" lang="en-US" strike="noStrike" u="none">
                      <a:solidFill>
                        <a:srgbClr val="FFFFFF"/>
                      </a:solidFill>
                      <a:effectLst/>
                      <a:latin typeface="OpenSymbol"/>
                    </a:endParaRPr>
                  </a:p>
                </p:txBody>
              </p:sp>
              <p:sp>
                <p:nvSpPr>
                  <p:cNvPr id="1048918" name="Google Shape;742;p9"/>
                  <p:cNvSpPr/>
                  <p:nvPr/>
                </p:nvSpPr>
                <p:spPr>
                  <a:xfrm>
                    <a:off x="8708760" y="1340280"/>
                    <a:ext cx="88920" cy="88920"/>
                  </a:xfrm>
                  <a:prstGeom prst="rect"/>
                  <a:solidFill>
                    <a:srgbClr val="009F8C">
                      <a:alpha val="70000"/>
                    </a:srgbClr>
                  </a:solidFill>
                  <a:ln w="0">
                    <a:noFill/>
                  </a:ln>
                </p:spPr>
                <p:style>
                  <a:lnRef idx="0">
                    <a:srgbClr val="000000"/>
                  </a:lnRef>
                  <a:fillRef idx="0">
                    <a:srgbClr val="000000"/>
                  </a:fillRef>
                  <a:effectRef idx="0">
                    <a:srgbClr val="000000"/>
                  </a:effectRef>
                  <a:fontRef idx="minor">
                    <a:srgbClr val="000000"/>
                  </a:fontRef>
                </p:style>
                <p:txBody>
                  <a:bodyPr anchor="ctr" bIns="44640" tIns="44640">
                    <a:noAutofit/>
                  </a:bodyPr>
                  <a:p>
                    <a:pPr algn="ctr" defTabSz="9144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b="0" sz="1800" lang="en-US" strike="noStrike" u="none">
                      <a:solidFill>
                        <a:srgbClr val="FFFFFF"/>
                      </a:solidFill>
                      <a:effectLst/>
                      <a:latin typeface="OpenSymbol"/>
                    </a:endParaRPr>
                  </a:p>
                </p:txBody>
              </p:sp>
              <p:sp>
                <p:nvSpPr>
                  <p:cNvPr id="1048919" name="Google Shape;743;p9"/>
                  <p:cNvSpPr/>
                  <p:nvPr/>
                </p:nvSpPr>
                <p:spPr>
                  <a:xfrm>
                    <a:off x="8713800" y="1123200"/>
                    <a:ext cx="79200" cy="79200"/>
                  </a:xfrm>
                  <a:prstGeom prst="rect"/>
                  <a:solidFill>
                    <a:srgbClr val="009F8C">
                      <a:alpha val="80000"/>
                    </a:srgbClr>
                  </a:solidFill>
                  <a:ln w="0">
                    <a:noFill/>
                  </a:ln>
                </p:spPr>
                <p:style>
                  <a:lnRef idx="0">
                    <a:srgbClr val="000000"/>
                  </a:lnRef>
                  <a:fillRef idx="0">
                    <a:srgbClr val="000000"/>
                  </a:fillRef>
                  <a:effectRef idx="0">
                    <a:srgbClr val="000000"/>
                  </a:effectRef>
                  <a:fontRef idx="minor">
                    <a:srgbClr val="000000"/>
                  </a:fontRef>
                </p:style>
                <p:txBody>
                  <a:bodyPr anchor="ctr" bIns="39600" tIns="39600">
                    <a:noAutofit/>
                  </a:bodyPr>
                  <a:p>
                    <a:pPr algn="ctr" defTabSz="9144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b="0" sz="1800" lang="en-US" strike="noStrike" u="none">
                      <a:solidFill>
                        <a:srgbClr val="FFFFFF"/>
                      </a:solidFill>
                      <a:effectLst/>
                      <a:latin typeface="OpenSymbol"/>
                    </a:endParaRPr>
                  </a:p>
                </p:txBody>
              </p:sp>
            </p:grpSp>
          </p:grpSp>
        </p:grpSp>
        <p:grpSp>
          <p:nvGrpSpPr>
            <p:cNvPr id="98" name="Google Shape;744;p9"/>
            <p:cNvGrpSpPr/>
            <p:nvPr/>
          </p:nvGrpSpPr>
          <p:grpSpPr>
            <a:xfrm>
              <a:off x="7008480" y="-1198080"/>
              <a:ext cx="1311480" cy="6738120"/>
              <a:chOff x="7008480" y="-1198080"/>
              <a:chExt cx="1311480" cy="6738120"/>
            </a:xfrm>
          </p:grpSpPr>
          <p:grpSp>
            <p:nvGrpSpPr>
              <p:cNvPr id="99" name="Google Shape;745;p9"/>
              <p:cNvGrpSpPr/>
              <p:nvPr/>
            </p:nvGrpSpPr>
            <p:grpSpPr>
              <a:xfrm>
                <a:off x="7008480" y="-1198080"/>
                <a:ext cx="142920" cy="2453760"/>
                <a:chOff x="7008480" y="-1198080"/>
                <a:chExt cx="142920" cy="2453760"/>
              </a:xfrm>
            </p:grpSpPr>
            <p:grpSp>
              <p:nvGrpSpPr>
                <p:cNvPr id="100" name="Google Shape;746;p9"/>
                <p:cNvGrpSpPr/>
                <p:nvPr/>
              </p:nvGrpSpPr>
              <p:grpSpPr>
                <a:xfrm>
                  <a:off x="7008480" y="-1198080"/>
                  <a:ext cx="142920" cy="2453760"/>
                  <a:chOff x="7008480" y="-1198080"/>
                  <a:chExt cx="142920" cy="2453760"/>
                </a:xfrm>
              </p:grpSpPr>
              <p:sp>
                <p:nvSpPr>
                  <p:cNvPr id="1048920" name="Google Shape;747;p9"/>
                  <p:cNvSpPr/>
                  <p:nvPr/>
                </p:nvSpPr>
                <p:spPr>
                  <a:xfrm>
                    <a:off x="7008480" y="1112760"/>
                    <a:ext cx="142920" cy="142920"/>
                  </a:xfrm>
                  <a:prstGeom prst="rect"/>
                  <a:gradFill rotWithShape="0">
                    <a:gsLst>
                      <a:gs pos="0">
                        <a:srgbClr val="7DF3E5"/>
                      </a:gs>
                      <a:gs pos="100000">
                        <a:srgbClr val="02C5AE"/>
                      </a:gs>
                    </a:gsLst>
                    <a:lin ang="2700000"/>
                  </a:gradFill>
                  <a:ln w="0">
                    <a:noFill/>
                  </a:ln>
                  <a:effectLst>
                    <a:outerShdw algn="bl" blurRad="185760" rotWithShape="0">
                      <a:schemeClr val="dk1">
                        <a:alpha val="31000"/>
                      </a:schemeClr>
                    </a:outerShdw>
                  </a:effectLst>
                </p:spPr>
                <p:style>
                  <a:lnRef idx="0">
                    <a:srgbClr val="000000"/>
                  </a:lnRef>
                  <a:fillRef idx="0">
                    <a:srgbClr val="000000"/>
                  </a:fillRef>
                  <a:effectRef idx="0">
                    <a:srgbClr val="000000"/>
                  </a:effectRef>
                  <a:fontRef idx="minor">
                    <a:srgbClr val="000000"/>
                  </a:fontRef>
                </p:style>
                <p:txBody>
                  <a:bodyPr anchor="ctr" bIns="71640" tIns="71640">
                    <a:noAutofit/>
                  </a:bodyPr>
                  <a:p>
                    <a:pPr algn="ctr" defTabSz="9144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b="0" sz="1800" lang="en-US" strike="noStrike" u="none">
                      <a:solidFill>
                        <a:srgbClr val="000000"/>
                      </a:solidFill>
                      <a:effectLst/>
                      <a:latin typeface="OpenSymbol"/>
                    </a:endParaRPr>
                  </a:p>
                </p:txBody>
              </p:sp>
              <p:sp>
                <p:nvSpPr>
                  <p:cNvPr id="1048921" name="Google Shape;748;p9"/>
                  <p:cNvSpPr/>
                  <p:nvPr/>
                </p:nvSpPr>
                <p:spPr>
                  <a:xfrm>
                    <a:off x="7017120" y="902160"/>
                    <a:ext cx="126000" cy="126360"/>
                  </a:xfrm>
                  <a:prstGeom prst="rect"/>
                  <a:gradFill rotWithShape="0">
                    <a:gsLst>
                      <a:gs pos="0">
                        <a:srgbClr val="7DF3E5"/>
                      </a:gs>
                      <a:gs pos="100000">
                        <a:srgbClr val="02C5AE"/>
                      </a:gs>
                    </a:gsLst>
                    <a:lin ang="2700000"/>
                  </a:gradFill>
                  <a:ln w="0">
                    <a:noFill/>
                  </a:ln>
                  <a:effectLst>
                    <a:outerShdw algn="bl" blurRad="185760" rotWithShape="0">
                      <a:schemeClr val="dk1">
                        <a:alpha val="31000"/>
                      </a:schemeClr>
                    </a:outerShdw>
                  </a:effectLst>
                </p:spPr>
                <p:style>
                  <a:lnRef idx="0">
                    <a:srgbClr val="000000"/>
                  </a:lnRef>
                  <a:fillRef idx="0">
                    <a:srgbClr val="000000"/>
                  </a:fillRef>
                  <a:effectRef idx="0">
                    <a:srgbClr val="000000"/>
                  </a:effectRef>
                  <a:fontRef idx="minor">
                    <a:srgbClr val="000000"/>
                  </a:fontRef>
                </p:style>
                <p:txBody>
                  <a:bodyPr anchor="ctr" bIns="63360" tIns="63360">
                    <a:noAutofit/>
                  </a:bodyPr>
                  <a:p>
                    <a:pPr algn="ctr" defTabSz="9144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b="0" sz="1800" lang="en-US" strike="noStrike" u="none">
                      <a:solidFill>
                        <a:srgbClr val="000000"/>
                      </a:solidFill>
                      <a:effectLst/>
                      <a:latin typeface="OpenSymbol"/>
                    </a:endParaRPr>
                  </a:p>
                </p:txBody>
              </p:sp>
              <p:sp>
                <p:nvSpPr>
                  <p:cNvPr id="1048922" name="Google Shape;749;p9"/>
                  <p:cNvSpPr/>
                  <p:nvPr/>
                </p:nvSpPr>
                <p:spPr>
                  <a:xfrm>
                    <a:off x="7017120" y="691560"/>
                    <a:ext cx="126000" cy="126360"/>
                  </a:xfrm>
                  <a:prstGeom prst="rect"/>
                  <a:gradFill rotWithShape="0">
                    <a:gsLst>
                      <a:gs pos="0">
                        <a:srgbClr val="7DF3E5"/>
                      </a:gs>
                      <a:gs pos="100000">
                        <a:srgbClr val="02C5AE"/>
                      </a:gs>
                    </a:gsLst>
                    <a:lin ang="2700000"/>
                  </a:gradFill>
                  <a:ln w="0">
                    <a:noFill/>
                  </a:ln>
                  <a:effectLst>
                    <a:outerShdw algn="bl" blurRad="185760" rotWithShape="0">
                      <a:schemeClr val="dk1">
                        <a:alpha val="31000"/>
                      </a:schemeClr>
                    </a:outerShdw>
                  </a:effectLst>
                </p:spPr>
                <p:style>
                  <a:lnRef idx="0">
                    <a:srgbClr val="000000"/>
                  </a:lnRef>
                  <a:fillRef idx="0">
                    <a:srgbClr val="000000"/>
                  </a:fillRef>
                  <a:effectRef idx="0">
                    <a:srgbClr val="000000"/>
                  </a:effectRef>
                  <a:fontRef idx="minor">
                    <a:srgbClr val="000000"/>
                  </a:fontRef>
                </p:style>
                <p:txBody>
                  <a:bodyPr anchor="ctr" bIns="63360" tIns="63360">
                    <a:noAutofit/>
                  </a:bodyPr>
                  <a:p>
                    <a:pPr algn="ctr" defTabSz="9144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b="0" sz="1800" lang="en-US" strike="noStrike" u="none">
                      <a:solidFill>
                        <a:srgbClr val="000000"/>
                      </a:solidFill>
                      <a:effectLst/>
                      <a:latin typeface="OpenSymbol"/>
                    </a:endParaRPr>
                  </a:p>
                </p:txBody>
              </p:sp>
              <p:sp>
                <p:nvSpPr>
                  <p:cNvPr id="1048923" name="Google Shape;750;p9"/>
                  <p:cNvSpPr/>
                  <p:nvPr/>
                </p:nvSpPr>
                <p:spPr>
                  <a:xfrm>
                    <a:off x="7017120" y="480600"/>
                    <a:ext cx="126000" cy="126360"/>
                  </a:xfrm>
                  <a:prstGeom prst="rect"/>
                  <a:gradFill rotWithShape="0">
                    <a:gsLst>
                      <a:gs pos="0">
                        <a:srgbClr val="7DF3E5"/>
                      </a:gs>
                      <a:gs pos="100000">
                        <a:srgbClr val="02C5AE"/>
                      </a:gs>
                    </a:gsLst>
                    <a:lin ang="2700000"/>
                  </a:gradFill>
                  <a:ln w="0">
                    <a:noFill/>
                  </a:ln>
                  <a:effectLst>
                    <a:outerShdw algn="bl" blurRad="185760" rotWithShape="0">
                      <a:schemeClr val="dk1">
                        <a:alpha val="31000"/>
                      </a:schemeClr>
                    </a:outerShdw>
                  </a:effectLst>
                </p:spPr>
                <p:style>
                  <a:lnRef idx="0">
                    <a:srgbClr val="000000"/>
                  </a:lnRef>
                  <a:fillRef idx="0">
                    <a:srgbClr val="000000"/>
                  </a:fillRef>
                  <a:effectRef idx="0">
                    <a:srgbClr val="000000"/>
                  </a:effectRef>
                  <a:fontRef idx="minor">
                    <a:srgbClr val="000000"/>
                  </a:fontRef>
                </p:style>
                <p:txBody>
                  <a:bodyPr anchor="ctr" bIns="63360" tIns="63360">
                    <a:noAutofit/>
                  </a:bodyPr>
                  <a:p>
                    <a:pPr algn="ctr" defTabSz="9144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b="0" sz="1800" lang="en-US" strike="noStrike" u="none">
                      <a:solidFill>
                        <a:srgbClr val="000000"/>
                      </a:solidFill>
                      <a:effectLst/>
                      <a:latin typeface="OpenSymbol"/>
                    </a:endParaRPr>
                  </a:p>
                </p:txBody>
              </p:sp>
              <p:sp>
                <p:nvSpPr>
                  <p:cNvPr id="1048924" name="Google Shape;751;p9"/>
                  <p:cNvSpPr/>
                  <p:nvPr/>
                </p:nvSpPr>
                <p:spPr>
                  <a:xfrm>
                    <a:off x="7021440" y="270000"/>
                    <a:ext cx="117360" cy="117720"/>
                  </a:xfrm>
                  <a:prstGeom prst="rect"/>
                  <a:gradFill rotWithShape="0">
                    <a:gsLst>
                      <a:gs pos="0">
                        <a:srgbClr val="7DF3E5"/>
                      </a:gs>
                      <a:gs pos="100000">
                        <a:srgbClr val="02C5AE"/>
                      </a:gs>
                    </a:gsLst>
                    <a:lin ang="2700000"/>
                  </a:gradFill>
                  <a:ln w="0">
                    <a:noFill/>
                  </a:ln>
                  <a:effectLst>
                    <a:outerShdw algn="bl" blurRad="185760" rotWithShape="0">
                      <a:schemeClr val="dk1">
                        <a:alpha val="31000"/>
                      </a:schemeClr>
                    </a:outerShdw>
                  </a:effectLst>
                </p:spPr>
                <p:style>
                  <a:lnRef idx="0">
                    <a:srgbClr val="000000"/>
                  </a:lnRef>
                  <a:fillRef idx="0">
                    <a:srgbClr val="000000"/>
                  </a:fillRef>
                  <a:effectRef idx="0">
                    <a:srgbClr val="000000"/>
                  </a:effectRef>
                  <a:fontRef idx="minor">
                    <a:srgbClr val="000000"/>
                  </a:fontRef>
                </p:style>
                <p:txBody>
                  <a:bodyPr anchor="ctr" bIns="59040" tIns="59040">
                    <a:noAutofit/>
                  </a:bodyPr>
                  <a:p>
                    <a:pPr algn="ctr" defTabSz="9144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b="0" sz="1800" lang="en-US" strike="noStrike" u="none">
                      <a:solidFill>
                        <a:srgbClr val="000000"/>
                      </a:solidFill>
                      <a:effectLst/>
                      <a:latin typeface="OpenSymbol"/>
                    </a:endParaRPr>
                  </a:p>
                </p:txBody>
              </p:sp>
              <p:sp>
                <p:nvSpPr>
                  <p:cNvPr id="1048925" name="Google Shape;752;p9"/>
                  <p:cNvSpPr/>
                  <p:nvPr/>
                </p:nvSpPr>
                <p:spPr>
                  <a:xfrm>
                    <a:off x="7021440" y="59400"/>
                    <a:ext cx="117360" cy="117720"/>
                  </a:xfrm>
                  <a:prstGeom prst="rect"/>
                  <a:gradFill rotWithShape="0">
                    <a:gsLst>
                      <a:gs pos="0">
                        <a:srgbClr val="7DF3E5"/>
                      </a:gs>
                      <a:gs pos="100000">
                        <a:srgbClr val="02C5AE"/>
                      </a:gs>
                    </a:gsLst>
                    <a:lin ang="2700000"/>
                  </a:gradFill>
                  <a:ln w="0">
                    <a:noFill/>
                  </a:ln>
                  <a:effectLst>
                    <a:outerShdw algn="bl" blurRad="185760" rotWithShape="0">
                      <a:schemeClr val="dk1">
                        <a:alpha val="31000"/>
                      </a:schemeClr>
                    </a:outerShdw>
                  </a:effectLst>
                </p:spPr>
                <p:style>
                  <a:lnRef idx="0">
                    <a:srgbClr val="000000"/>
                  </a:lnRef>
                  <a:fillRef idx="0">
                    <a:srgbClr val="000000"/>
                  </a:fillRef>
                  <a:effectRef idx="0">
                    <a:srgbClr val="000000"/>
                  </a:effectRef>
                  <a:fontRef idx="minor">
                    <a:srgbClr val="000000"/>
                  </a:fontRef>
                </p:style>
                <p:txBody>
                  <a:bodyPr anchor="ctr" bIns="59040" tIns="59040">
                    <a:noAutofit/>
                  </a:bodyPr>
                  <a:p>
                    <a:pPr algn="ctr" defTabSz="9144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b="0" sz="1800" lang="en-US" strike="noStrike" u="none">
                      <a:solidFill>
                        <a:srgbClr val="000000"/>
                      </a:solidFill>
                      <a:effectLst/>
                      <a:latin typeface="OpenSymbol"/>
                    </a:endParaRPr>
                  </a:p>
                </p:txBody>
              </p:sp>
              <p:sp>
                <p:nvSpPr>
                  <p:cNvPr id="1048926" name="Google Shape;753;p9"/>
                  <p:cNvSpPr/>
                  <p:nvPr/>
                </p:nvSpPr>
                <p:spPr>
                  <a:xfrm>
                    <a:off x="7023600" y="-151560"/>
                    <a:ext cx="113040" cy="113040"/>
                  </a:xfrm>
                  <a:prstGeom prst="rect"/>
                  <a:gradFill rotWithShape="0">
                    <a:gsLst>
                      <a:gs pos="0">
                        <a:srgbClr val="7DF3E5"/>
                      </a:gs>
                      <a:gs pos="100000">
                        <a:srgbClr val="02C5AE"/>
                      </a:gs>
                    </a:gsLst>
                    <a:lin ang="2700000"/>
                  </a:gradFill>
                  <a:ln w="0">
                    <a:noFill/>
                  </a:ln>
                  <a:effectLst>
                    <a:outerShdw algn="bl" blurRad="185760" rotWithShape="0">
                      <a:schemeClr val="dk1">
                        <a:alpha val="31000"/>
                      </a:schemeClr>
                    </a:outerShdw>
                  </a:effectLst>
                </p:spPr>
                <p:style>
                  <a:lnRef idx="0">
                    <a:srgbClr val="000000"/>
                  </a:lnRef>
                  <a:fillRef idx="0">
                    <a:srgbClr val="000000"/>
                  </a:fillRef>
                  <a:effectRef idx="0">
                    <a:srgbClr val="000000"/>
                  </a:effectRef>
                  <a:fontRef idx="minor">
                    <a:srgbClr val="000000"/>
                  </a:fontRef>
                </p:style>
                <p:txBody>
                  <a:bodyPr anchor="ctr" bIns="56520" tIns="56520">
                    <a:noAutofit/>
                  </a:bodyPr>
                  <a:p>
                    <a:pPr algn="ctr" defTabSz="9144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b="0" sz="1800" lang="en-US" strike="noStrike" u="none">
                      <a:solidFill>
                        <a:srgbClr val="000000"/>
                      </a:solidFill>
                      <a:effectLst/>
                      <a:latin typeface="OpenSymbol"/>
                    </a:endParaRPr>
                  </a:p>
                </p:txBody>
              </p:sp>
              <p:sp>
                <p:nvSpPr>
                  <p:cNvPr id="1048927" name="Google Shape;754;p9"/>
                  <p:cNvSpPr/>
                  <p:nvPr/>
                </p:nvSpPr>
                <p:spPr>
                  <a:xfrm>
                    <a:off x="7025760" y="-362160"/>
                    <a:ext cx="108720" cy="108720"/>
                  </a:xfrm>
                  <a:prstGeom prst="rect"/>
                  <a:gradFill rotWithShape="0">
                    <a:gsLst>
                      <a:gs pos="0">
                        <a:srgbClr val="7DF3E5"/>
                      </a:gs>
                      <a:gs pos="100000">
                        <a:srgbClr val="02C5AE"/>
                      </a:gs>
                    </a:gsLst>
                    <a:lin ang="2700000"/>
                  </a:gradFill>
                  <a:ln w="0">
                    <a:noFill/>
                  </a:ln>
                  <a:effectLst>
                    <a:outerShdw algn="bl" blurRad="185760" rotWithShape="0">
                      <a:schemeClr val="dk1">
                        <a:alpha val="31000"/>
                      </a:schemeClr>
                    </a:outerShdw>
                  </a:effectLst>
                </p:spPr>
                <p:style>
                  <a:lnRef idx="0">
                    <a:srgbClr val="000000"/>
                  </a:lnRef>
                  <a:fillRef idx="0">
                    <a:srgbClr val="000000"/>
                  </a:fillRef>
                  <a:effectRef idx="0">
                    <a:srgbClr val="000000"/>
                  </a:effectRef>
                  <a:fontRef idx="minor">
                    <a:srgbClr val="000000"/>
                  </a:fontRef>
                </p:style>
                <p:txBody>
                  <a:bodyPr anchor="ctr" bIns="54360" tIns="54360">
                    <a:noAutofit/>
                  </a:bodyPr>
                  <a:p>
                    <a:pPr algn="ctr" defTabSz="9144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b="0" sz="1800" lang="en-US" strike="noStrike" u="none">
                      <a:solidFill>
                        <a:srgbClr val="000000"/>
                      </a:solidFill>
                      <a:effectLst/>
                      <a:latin typeface="OpenSymbol"/>
                    </a:endParaRPr>
                  </a:p>
                </p:txBody>
              </p:sp>
              <p:sp>
                <p:nvSpPr>
                  <p:cNvPr id="1048928" name="Google Shape;755;p9"/>
                  <p:cNvSpPr/>
                  <p:nvPr/>
                </p:nvSpPr>
                <p:spPr>
                  <a:xfrm>
                    <a:off x="7030800" y="-568440"/>
                    <a:ext cx="98640" cy="98640"/>
                  </a:xfrm>
                  <a:prstGeom prst="rect"/>
                  <a:gradFill rotWithShape="0">
                    <a:gsLst>
                      <a:gs pos="0">
                        <a:srgbClr val="7DF3E5"/>
                      </a:gs>
                      <a:gs pos="100000">
                        <a:srgbClr val="02C5AE"/>
                      </a:gs>
                    </a:gsLst>
                    <a:lin ang="2700000"/>
                  </a:gradFill>
                  <a:ln w="0">
                    <a:noFill/>
                  </a:ln>
                  <a:effectLst>
                    <a:outerShdw algn="bl" blurRad="185760" rotWithShape="0">
                      <a:schemeClr val="dk1">
                        <a:alpha val="31000"/>
                      </a:schemeClr>
                    </a:outerShdw>
                  </a:effectLst>
                </p:spPr>
                <p:style>
                  <a:lnRef idx="0">
                    <a:srgbClr val="000000"/>
                  </a:lnRef>
                  <a:fillRef idx="0">
                    <a:srgbClr val="000000"/>
                  </a:fillRef>
                  <a:effectRef idx="0">
                    <a:srgbClr val="000000"/>
                  </a:effectRef>
                  <a:fontRef idx="minor">
                    <a:srgbClr val="000000"/>
                  </a:fontRef>
                </p:style>
                <p:txBody>
                  <a:bodyPr anchor="ctr" bIns="49320" tIns="49320">
                    <a:noAutofit/>
                  </a:bodyPr>
                  <a:p>
                    <a:pPr algn="ctr" defTabSz="9144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b="0" sz="1800" lang="en-US" strike="noStrike" u="none">
                      <a:solidFill>
                        <a:srgbClr val="000000"/>
                      </a:solidFill>
                      <a:effectLst/>
                      <a:latin typeface="OpenSymbol"/>
                    </a:endParaRPr>
                  </a:p>
                </p:txBody>
              </p:sp>
              <p:sp>
                <p:nvSpPr>
                  <p:cNvPr id="1048929" name="Google Shape;756;p9"/>
                  <p:cNvSpPr/>
                  <p:nvPr/>
                </p:nvSpPr>
                <p:spPr>
                  <a:xfrm>
                    <a:off x="7035480" y="-774720"/>
                    <a:ext cx="88920" cy="88920"/>
                  </a:xfrm>
                  <a:prstGeom prst="rect"/>
                  <a:gradFill rotWithShape="0">
                    <a:gsLst>
                      <a:gs pos="0">
                        <a:srgbClr val="7DF3E5"/>
                      </a:gs>
                      <a:gs pos="100000">
                        <a:srgbClr val="02C5AE"/>
                      </a:gs>
                    </a:gsLst>
                    <a:lin ang="2700000"/>
                  </a:gradFill>
                  <a:ln w="0">
                    <a:noFill/>
                  </a:ln>
                  <a:effectLst>
                    <a:outerShdw algn="bl" blurRad="185760" rotWithShape="0">
                      <a:schemeClr val="dk1">
                        <a:alpha val="31000"/>
                      </a:schemeClr>
                    </a:outerShdw>
                  </a:effectLst>
                </p:spPr>
                <p:style>
                  <a:lnRef idx="0">
                    <a:srgbClr val="000000"/>
                  </a:lnRef>
                  <a:fillRef idx="0">
                    <a:srgbClr val="000000"/>
                  </a:fillRef>
                  <a:effectRef idx="0">
                    <a:srgbClr val="000000"/>
                  </a:effectRef>
                  <a:fontRef idx="minor">
                    <a:srgbClr val="000000"/>
                  </a:fontRef>
                </p:style>
                <p:txBody>
                  <a:bodyPr anchor="ctr" bIns="44640" tIns="44640">
                    <a:noAutofit/>
                  </a:bodyPr>
                  <a:p>
                    <a:pPr algn="ctr" defTabSz="9144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b="0" sz="1800" lang="en-US" strike="noStrike" u="none">
                      <a:solidFill>
                        <a:srgbClr val="000000"/>
                      </a:solidFill>
                      <a:effectLst/>
                      <a:latin typeface="OpenSymbol"/>
                    </a:endParaRPr>
                  </a:p>
                </p:txBody>
              </p:sp>
              <p:sp>
                <p:nvSpPr>
                  <p:cNvPr id="1048930" name="Google Shape;757;p9"/>
                  <p:cNvSpPr/>
                  <p:nvPr/>
                </p:nvSpPr>
                <p:spPr>
                  <a:xfrm>
                    <a:off x="7035480" y="-981000"/>
                    <a:ext cx="88920" cy="88920"/>
                  </a:xfrm>
                  <a:prstGeom prst="rect"/>
                  <a:gradFill rotWithShape="0">
                    <a:gsLst>
                      <a:gs pos="0">
                        <a:srgbClr val="7DF3E5"/>
                      </a:gs>
                      <a:gs pos="100000">
                        <a:srgbClr val="02C5AE"/>
                      </a:gs>
                    </a:gsLst>
                    <a:lin ang="2700000"/>
                  </a:gradFill>
                  <a:ln w="0">
                    <a:noFill/>
                  </a:ln>
                  <a:effectLst>
                    <a:outerShdw algn="bl" blurRad="185760" rotWithShape="0">
                      <a:schemeClr val="dk1">
                        <a:alpha val="31000"/>
                      </a:schemeClr>
                    </a:outerShdw>
                  </a:effectLst>
                </p:spPr>
                <p:style>
                  <a:lnRef idx="0">
                    <a:srgbClr val="000000"/>
                  </a:lnRef>
                  <a:fillRef idx="0">
                    <a:srgbClr val="000000"/>
                  </a:fillRef>
                  <a:effectRef idx="0">
                    <a:srgbClr val="000000"/>
                  </a:effectRef>
                  <a:fontRef idx="minor">
                    <a:srgbClr val="000000"/>
                  </a:fontRef>
                </p:style>
                <p:txBody>
                  <a:bodyPr anchor="ctr" bIns="44640" tIns="44640">
                    <a:noAutofit/>
                  </a:bodyPr>
                  <a:p>
                    <a:pPr algn="ctr" defTabSz="9144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b="0" sz="1800" lang="en-US" strike="noStrike" u="none">
                      <a:solidFill>
                        <a:srgbClr val="000000"/>
                      </a:solidFill>
                      <a:effectLst/>
                      <a:latin typeface="OpenSymbol"/>
                    </a:endParaRPr>
                  </a:p>
                </p:txBody>
              </p:sp>
              <p:sp>
                <p:nvSpPr>
                  <p:cNvPr id="1048931" name="Google Shape;758;p9"/>
                  <p:cNvSpPr/>
                  <p:nvPr/>
                </p:nvSpPr>
                <p:spPr>
                  <a:xfrm>
                    <a:off x="7040520" y="-1198080"/>
                    <a:ext cx="79200" cy="79200"/>
                  </a:xfrm>
                  <a:prstGeom prst="rect"/>
                  <a:gradFill rotWithShape="0">
                    <a:gsLst>
                      <a:gs pos="0">
                        <a:srgbClr val="7DF3E5"/>
                      </a:gs>
                      <a:gs pos="100000">
                        <a:srgbClr val="02C5AE"/>
                      </a:gs>
                    </a:gsLst>
                    <a:lin ang="2700000"/>
                  </a:gradFill>
                  <a:ln w="0">
                    <a:noFill/>
                  </a:ln>
                  <a:effectLst>
                    <a:outerShdw algn="bl" blurRad="185760" rotWithShape="0">
                      <a:schemeClr val="dk1">
                        <a:alpha val="31000"/>
                      </a:schemeClr>
                    </a:outerShdw>
                  </a:effectLst>
                </p:spPr>
                <p:style>
                  <a:lnRef idx="0">
                    <a:srgbClr val="000000"/>
                  </a:lnRef>
                  <a:fillRef idx="0">
                    <a:srgbClr val="000000"/>
                  </a:fillRef>
                  <a:effectRef idx="0">
                    <a:srgbClr val="000000"/>
                  </a:effectRef>
                  <a:fontRef idx="minor">
                    <a:srgbClr val="000000"/>
                  </a:fontRef>
                </p:style>
                <p:txBody>
                  <a:bodyPr anchor="ctr" bIns="39600" tIns="39600">
                    <a:noAutofit/>
                  </a:bodyPr>
                  <a:p>
                    <a:pPr algn="ctr" defTabSz="9144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b="0" sz="1800" lang="en-US" strike="noStrike" u="none">
                      <a:solidFill>
                        <a:srgbClr val="000000"/>
                      </a:solidFill>
                      <a:effectLst/>
                      <a:latin typeface="OpenSymbol"/>
                    </a:endParaRPr>
                  </a:p>
                </p:txBody>
              </p:sp>
            </p:grpSp>
            <p:grpSp>
              <p:nvGrpSpPr>
                <p:cNvPr id="101" name="Google Shape;759;p9"/>
                <p:cNvGrpSpPr/>
                <p:nvPr/>
              </p:nvGrpSpPr>
              <p:grpSpPr>
                <a:xfrm>
                  <a:off x="7008480" y="-1198080"/>
                  <a:ext cx="142920" cy="2453760"/>
                  <a:chOff x="7008480" y="-1198080"/>
                  <a:chExt cx="142920" cy="2453760"/>
                </a:xfrm>
              </p:grpSpPr>
              <p:sp>
                <p:nvSpPr>
                  <p:cNvPr id="1048932" name="Google Shape;760;p9"/>
                  <p:cNvSpPr/>
                  <p:nvPr/>
                </p:nvSpPr>
                <p:spPr>
                  <a:xfrm>
                    <a:off x="7008480" y="1112760"/>
                    <a:ext cx="142920" cy="142920"/>
                  </a:xfrm>
                  <a:prstGeom prst="rect"/>
                  <a:noFill/>
                  <a:ln w="0">
                    <a:noFill/>
                  </a:ln>
                </p:spPr>
                <p:style>
                  <a:lnRef idx="0">
                    <a:srgbClr val="000000"/>
                  </a:lnRef>
                  <a:fillRef idx="0">
                    <a:srgbClr val="000000"/>
                  </a:fillRef>
                  <a:effectRef idx="0">
                    <a:srgbClr val="000000"/>
                  </a:effectRef>
                  <a:fontRef idx="minor">
                    <a:srgbClr val="000000"/>
                  </a:fontRef>
                </p:style>
                <p:txBody>
                  <a:bodyPr anchor="ctr" bIns="71640" tIns="71640">
                    <a:noAutofit/>
                  </a:bodyPr>
                  <a:p>
                    <a:pPr algn="ctr" defTabSz="9144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b="0" sz="1800" lang="en-US" strike="noStrike" u="none">
                      <a:solidFill>
                        <a:srgbClr val="FFFFFF"/>
                      </a:solidFill>
                      <a:effectLst/>
                      <a:latin typeface="OpenSymbol"/>
                    </a:endParaRPr>
                  </a:p>
                </p:txBody>
              </p:sp>
              <p:sp>
                <p:nvSpPr>
                  <p:cNvPr id="1048933" name="Google Shape;761;p9"/>
                  <p:cNvSpPr/>
                  <p:nvPr/>
                </p:nvSpPr>
                <p:spPr>
                  <a:xfrm>
                    <a:off x="7017120" y="902160"/>
                    <a:ext cx="126000" cy="126360"/>
                  </a:xfrm>
                  <a:prstGeom prst="rect"/>
                  <a:solidFill>
                    <a:srgbClr val="009F8C">
                      <a:alpha val="5000"/>
                    </a:srgbClr>
                  </a:solidFill>
                  <a:ln w="0">
                    <a:noFill/>
                  </a:ln>
                </p:spPr>
                <p:style>
                  <a:lnRef idx="0">
                    <a:srgbClr val="000000"/>
                  </a:lnRef>
                  <a:fillRef idx="0">
                    <a:srgbClr val="000000"/>
                  </a:fillRef>
                  <a:effectRef idx="0">
                    <a:srgbClr val="000000"/>
                  </a:effectRef>
                  <a:fontRef idx="minor">
                    <a:srgbClr val="000000"/>
                  </a:fontRef>
                </p:style>
                <p:txBody>
                  <a:bodyPr anchor="ctr" bIns="63360" tIns="63360">
                    <a:noAutofit/>
                  </a:bodyPr>
                  <a:p>
                    <a:pPr algn="ctr" defTabSz="9144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b="0" sz="1800" lang="en-US" strike="noStrike" u="none">
                      <a:solidFill>
                        <a:srgbClr val="FFFFFF"/>
                      </a:solidFill>
                      <a:effectLst/>
                      <a:latin typeface="OpenSymbol"/>
                    </a:endParaRPr>
                  </a:p>
                </p:txBody>
              </p:sp>
              <p:sp>
                <p:nvSpPr>
                  <p:cNvPr id="1048934" name="Google Shape;762;p9"/>
                  <p:cNvSpPr/>
                  <p:nvPr/>
                </p:nvSpPr>
                <p:spPr>
                  <a:xfrm>
                    <a:off x="7017120" y="691560"/>
                    <a:ext cx="126000" cy="126360"/>
                  </a:xfrm>
                  <a:prstGeom prst="rect"/>
                  <a:solidFill>
                    <a:srgbClr val="009F8C">
                      <a:alpha val="10000"/>
                    </a:srgbClr>
                  </a:solidFill>
                  <a:ln w="0">
                    <a:noFill/>
                  </a:ln>
                </p:spPr>
                <p:style>
                  <a:lnRef idx="0">
                    <a:srgbClr val="000000"/>
                  </a:lnRef>
                  <a:fillRef idx="0">
                    <a:srgbClr val="000000"/>
                  </a:fillRef>
                  <a:effectRef idx="0">
                    <a:srgbClr val="000000"/>
                  </a:effectRef>
                  <a:fontRef idx="minor">
                    <a:srgbClr val="000000"/>
                  </a:fontRef>
                </p:style>
                <p:txBody>
                  <a:bodyPr anchor="ctr" bIns="63360" tIns="63360">
                    <a:noAutofit/>
                  </a:bodyPr>
                  <a:p>
                    <a:pPr algn="ctr" defTabSz="9144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b="0" sz="1800" lang="en-US" strike="noStrike" u="none">
                      <a:solidFill>
                        <a:srgbClr val="FFFFFF"/>
                      </a:solidFill>
                      <a:effectLst/>
                      <a:latin typeface="OpenSymbol"/>
                    </a:endParaRPr>
                  </a:p>
                </p:txBody>
              </p:sp>
              <p:sp>
                <p:nvSpPr>
                  <p:cNvPr id="1048935" name="Google Shape;763;p9"/>
                  <p:cNvSpPr/>
                  <p:nvPr/>
                </p:nvSpPr>
                <p:spPr>
                  <a:xfrm>
                    <a:off x="7017120" y="480600"/>
                    <a:ext cx="126000" cy="126360"/>
                  </a:xfrm>
                  <a:prstGeom prst="rect"/>
                  <a:solidFill>
                    <a:srgbClr val="009F8C">
                      <a:alpha val="20000"/>
                    </a:srgbClr>
                  </a:solidFill>
                  <a:ln w="0">
                    <a:noFill/>
                  </a:ln>
                </p:spPr>
                <p:style>
                  <a:lnRef idx="0">
                    <a:srgbClr val="000000"/>
                  </a:lnRef>
                  <a:fillRef idx="0">
                    <a:srgbClr val="000000"/>
                  </a:fillRef>
                  <a:effectRef idx="0">
                    <a:srgbClr val="000000"/>
                  </a:effectRef>
                  <a:fontRef idx="minor">
                    <a:srgbClr val="000000"/>
                  </a:fontRef>
                </p:style>
                <p:txBody>
                  <a:bodyPr anchor="ctr" bIns="63360" tIns="63360">
                    <a:noAutofit/>
                  </a:bodyPr>
                  <a:p>
                    <a:pPr algn="ctr" defTabSz="9144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b="0" sz="1800" lang="en-US" strike="noStrike" u="none">
                      <a:solidFill>
                        <a:srgbClr val="FFFFFF"/>
                      </a:solidFill>
                      <a:effectLst/>
                      <a:latin typeface="OpenSymbol"/>
                    </a:endParaRPr>
                  </a:p>
                </p:txBody>
              </p:sp>
              <p:sp>
                <p:nvSpPr>
                  <p:cNvPr id="1048936" name="Google Shape;764;p9"/>
                  <p:cNvSpPr/>
                  <p:nvPr/>
                </p:nvSpPr>
                <p:spPr>
                  <a:xfrm>
                    <a:off x="7021440" y="270000"/>
                    <a:ext cx="117360" cy="117720"/>
                  </a:xfrm>
                  <a:prstGeom prst="rect"/>
                  <a:solidFill>
                    <a:srgbClr val="009F8C">
                      <a:alpha val="30000"/>
                    </a:srgbClr>
                  </a:solidFill>
                  <a:ln w="0">
                    <a:noFill/>
                  </a:ln>
                </p:spPr>
                <p:style>
                  <a:lnRef idx="0">
                    <a:srgbClr val="000000"/>
                  </a:lnRef>
                  <a:fillRef idx="0">
                    <a:srgbClr val="000000"/>
                  </a:fillRef>
                  <a:effectRef idx="0">
                    <a:srgbClr val="000000"/>
                  </a:effectRef>
                  <a:fontRef idx="minor">
                    <a:srgbClr val="000000"/>
                  </a:fontRef>
                </p:style>
                <p:txBody>
                  <a:bodyPr anchor="ctr" bIns="59040" tIns="59040">
                    <a:noAutofit/>
                  </a:bodyPr>
                  <a:p>
                    <a:pPr algn="ctr" defTabSz="9144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b="0" sz="1800" lang="en-US" strike="noStrike" u="none">
                      <a:solidFill>
                        <a:srgbClr val="FFFFFF"/>
                      </a:solidFill>
                      <a:effectLst/>
                      <a:latin typeface="OpenSymbol"/>
                    </a:endParaRPr>
                  </a:p>
                </p:txBody>
              </p:sp>
              <p:sp>
                <p:nvSpPr>
                  <p:cNvPr id="1048937" name="Google Shape;765;p9"/>
                  <p:cNvSpPr/>
                  <p:nvPr/>
                </p:nvSpPr>
                <p:spPr>
                  <a:xfrm>
                    <a:off x="7021440" y="59400"/>
                    <a:ext cx="117360" cy="117720"/>
                  </a:xfrm>
                  <a:prstGeom prst="rect"/>
                  <a:solidFill>
                    <a:srgbClr val="009F8C">
                      <a:alpha val="40000"/>
                    </a:srgbClr>
                  </a:solidFill>
                  <a:ln w="0">
                    <a:noFill/>
                  </a:ln>
                </p:spPr>
                <p:style>
                  <a:lnRef idx="0">
                    <a:srgbClr val="000000"/>
                  </a:lnRef>
                  <a:fillRef idx="0">
                    <a:srgbClr val="000000"/>
                  </a:fillRef>
                  <a:effectRef idx="0">
                    <a:srgbClr val="000000"/>
                  </a:effectRef>
                  <a:fontRef idx="minor">
                    <a:srgbClr val="000000"/>
                  </a:fontRef>
                </p:style>
                <p:txBody>
                  <a:bodyPr anchor="ctr" bIns="59040" tIns="59040">
                    <a:noAutofit/>
                  </a:bodyPr>
                  <a:p>
                    <a:pPr algn="ctr" defTabSz="9144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b="0" sz="1800" lang="en-US" strike="noStrike" u="none">
                      <a:solidFill>
                        <a:srgbClr val="FFFFFF"/>
                      </a:solidFill>
                      <a:effectLst/>
                      <a:latin typeface="OpenSymbol"/>
                    </a:endParaRPr>
                  </a:p>
                </p:txBody>
              </p:sp>
              <p:sp>
                <p:nvSpPr>
                  <p:cNvPr id="1048938" name="Google Shape;766;p9"/>
                  <p:cNvSpPr/>
                  <p:nvPr/>
                </p:nvSpPr>
                <p:spPr>
                  <a:xfrm>
                    <a:off x="7023600" y="-151560"/>
                    <a:ext cx="113040" cy="113040"/>
                  </a:xfrm>
                  <a:prstGeom prst="rect"/>
                  <a:solidFill>
                    <a:srgbClr val="009F8C">
                      <a:alpha val="50000"/>
                    </a:srgbClr>
                  </a:solidFill>
                  <a:ln w="0">
                    <a:noFill/>
                  </a:ln>
                </p:spPr>
                <p:style>
                  <a:lnRef idx="0">
                    <a:srgbClr val="000000"/>
                  </a:lnRef>
                  <a:fillRef idx="0">
                    <a:srgbClr val="000000"/>
                  </a:fillRef>
                  <a:effectRef idx="0">
                    <a:srgbClr val="000000"/>
                  </a:effectRef>
                  <a:fontRef idx="minor">
                    <a:srgbClr val="000000"/>
                  </a:fontRef>
                </p:style>
                <p:txBody>
                  <a:bodyPr anchor="ctr" bIns="56520" tIns="56520">
                    <a:noAutofit/>
                  </a:bodyPr>
                  <a:p>
                    <a:pPr algn="ctr" defTabSz="9144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b="0" sz="1800" lang="en-US" strike="noStrike" u="none">
                      <a:solidFill>
                        <a:srgbClr val="FFFFFF"/>
                      </a:solidFill>
                      <a:effectLst/>
                      <a:latin typeface="OpenSymbol"/>
                    </a:endParaRPr>
                  </a:p>
                </p:txBody>
              </p:sp>
              <p:sp>
                <p:nvSpPr>
                  <p:cNvPr id="1048939" name="Google Shape;767;p9"/>
                  <p:cNvSpPr/>
                  <p:nvPr/>
                </p:nvSpPr>
                <p:spPr>
                  <a:xfrm>
                    <a:off x="7025760" y="-362160"/>
                    <a:ext cx="108720" cy="108720"/>
                  </a:xfrm>
                  <a:prstGeom prst="rect"/>
                  <a:solidFill>
                    <a:srgbClr val="009F8C">
                      <a:alpha val="55000"/>
                    </a:srgbClr>
                  </a:solidFill>
                  <a:ln w="0">
                    <a:noFill/>
                  </a:ln>
                </p:spPr>
                <p:style>
                  <a:lnRef idx="0">
                    <a:srgbClr val="000000"/>
                  </a:lnRef>
                  <a:fillRef idx="0">
                    <a:srgbClr val="000000"/>
                  </a:fillRef>
                  <a:effectRef idx="0">
                    <a:srgbClr val="000000"/>
                  </a:effectRef>
                  <a:fontRef idx="minor">
                    <a:srgbClr val="000000"/>
                  </a:fontRef>
                </p:style>
                <p:txBody>
                  <a:bodyPr anchor="ctr" bIns="54360" tIns="54360">
                    <a:noAutofit/>
                  </a:bodyPr>
                  <a:p>
                    <a:pPr algn="ctr" defTabSz="9144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b="0" sz="1800" lang="en-US" strike="noStrike" u="none">
                      <a:solidFill>
                        <a:srgbClr val="FFFFFF"/>
                      </a:solidFill>
                      <a:effectLst/>
                      <a:latin typeface="OpenSymbol"/>
                    </a:endParaRPr>
                  </a:p>
                </p:txBody>
              </p:sp>
              <p:sp>
                <p:nvSpPr>
                  <p:cNvPr id="1048940" name="Google Shape;768;p9"/>
                  <p:cNvSpPr/>
                  <p:nvPr/>
                </p:nvSpPr>
                <p:spPr>
                  <a:xfrm>
                    <a:off x="7030800" y="-568440"/>
                    <a:ext cx="98640" cy="98640"/>
                  </a:xfrm>
                  <a:prstGeom prst="rect"/>
                  <a:solidFill>
                    <a:srgbClr val="009F8C">
                      <a:alpha val="60000"/>
                    </a:srgbClr>
                  </a:solidFill>
                  <a:ln w="0">
                    <a:noFill/>
                  </a:ln>
                </p:spPr>
                <p:style>
                  <a:lnRef idx="0">
                    <a:srgbClr val="000000"/>
                  </a:lnRef>
                  <a:fillRef idx="0">
                    <a:srgbClr val="000000"/>
                  </a:fillRef>
                  <a:effectRef idx="0">
                    <a:srgbClr val="000000"/>
                  </a:effectRef>
                  <a:fontRef idx="minor">
                    <a:srgbClr val="000000"/>
                  </a:fontRef>
                </p:style>
                <p:txBody>
                  <a:bodyPr anchor="ctr" bIns="49320" tIns="49320">
                    <a:noAutofit/>
                  </a:bodyPr>
                  <a:p>
                    <a:pPr algn="ctr" defTabSz="9144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b="0" sz="1800" lang="en-US" strike="noStrike" u="none">
                      <a:solidFill>
                        <a:srgbClr val="FFFFFF"/>
                      </a:solidFill>
                      <a:effectLst/>
                      <a:latin typeface="OpenSymbol"/>
                    </a:endParaRPr>
                  </a:p>
                </p:txBody>
              </p:sp>
              <p:sp>
                <p:nvSpPr>
                  <p:cNvPr id="1048941" name="Google Shape;769;p9"/>
                  <p:cNvSpPr/>
                  <p:nvPr/>
                </p:nvSpPr>
                <p:spPr>
                  <a:xfrm>
                    <a:off x="7035480" y="-774720"/>
                    <a:ext cx="88920" cy="88920"/>
                  </a:xfrm>
                  <a:prstGeom prst="rect"/>
                  <a:solidFill>
                    <a:srgbClr val="009F8C">
                      <a:alpha val="65000"/>
                    </a:srgbClr>
                  </a:solidFill>
                  <a:ln w="0">
                    <a:noFill/>
                  </a:ln>
                </p:spPr>
                <p:style>
                  <a:lnRef idx="0">
                    <a:srgbClr val="000000"/>
                  </a:lnRef>
                  <a:fillRef idx="0">
                    <a:srgbClr val="000000"/>
                  </a:fillRef>
                  <a:effectRef idx="0">
                    <a:srgbClr val="000000"/>
                  </a:effectRef>
                  <a:fontRef idx="minor">
                    <a:srgbClr val="000000"/>
                  </a:fontRef>
                </p:style>
                <p:txBody>
                  <a:bodyPr anchor="ctr" bIns="44640" tIns="44640">
                    <a:noAutofit/>
                  </a:bodyPr>
                  <a:p>
                    <a:pPr algn="ctr" defTabSz="9144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b="0" sz="1800" lang="en-US" strike="noStrike" u="none">
                      <a:solidFill>
                        <a:srgbClr val="FFFFFF"/>
                      </a:solidFill>
                      <a:effectLst/>
                      <a:latin typeface="OpenSymbol"/>
                    </a:endParaRPr>
                  </a:p>
                </p:txBody>
              </p:sp>
              <p:sp>
                <p:nvSpPr>
                  <p:cNvPr id="1048942" name="Google Shape;770;p9"/>
                  <p:cNvSpPr/>
                  <p:nvPr/>
                </p:nvSpPr>
                <p:spPr>
                  <a:xfrm>
                    <a:off x="7035480" y="-981000"/>
                    <a:ext cx="88920" cy="88920"/>
                  </a:xfrm>
                  <a:prstGeom prst="rect"/>
                  <a:solidFill>
                    <a:srgbClr val="009F8C">
                      <a:alpha val="70000"/>
                    </a:srgbClr>
                  </a:solidFill>
                  <a:ln w="0">
                    <a:noFill/>
                  </a:ln>
                </p:spPr>
                <p:style>
                  <a:lnRef idx="0">
                    <a:srgbClr val="000000"/>
                  </a:lnRef>
                  <a:fillRef idx="0">
                    <a:srgbClr val="000000"/>
                  </a:fillRef>
                  <a:effectRef idx="0">
                    <a:srgbClr val="000000"/>
                  </a:effectRef>
                  <a:fontRef idx="minor">
                    <a:srgbClr val="000000"/>
                  </a:fontRef>
                </p:style>
                <p:txBody>
                  <a:bodyPr anchor="ctr" bIns="44640" tIns="44640">
                    <a:noAutofit/>
                  </a:bodyPr>
                  <a:p>
                    <a:pPr algn="ctr" defTabSz="9144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b="0" sz="1800" lang="en-US" strike="noStrike" u="none">
                      <a:solidFill>
                        <a:srgbClr val="FFFFFF"/>
                      </a:solidFill>
                      <a:effectLst/>
                      <a:latin typeface="OpenSymbol"/>
                    </a:endParaRPr>
                  </a:p>
                </p:txBody>
              </p:sp>
              <p:sp>
                <p:nvSpPr>
                  <p:cNvPr id="1048943" name="Google Shape;771;p9"/>
                  <p:cNvSpPr/>
                  <p:nvPr/>
                </p:nvSpPr>
                <p:spPr>
                  <a:xfrm>
                    <a:off x="7040520" y="-1198080"/>
                    <a:ext cx="79200" cy="79200"/>
                  </a:xfrm>
                  <a:prstGeom prst="rect"/>
                  <a:solidFill>
                    <a:srgbClr val="009F8C">
                      <a:alpha val="80000"/>
                    </a:srgbClr>
                  </a:solidFill>
                  <a:ln w="0">
                    <a:noFill/>
                  </a:ln>
                </p:spPr>
                <p:style>
                  <a:lnRef idx="0">
                    <a:srgbClr val="000000"/>
                  </a:lnRef>
                  <a:fillRef idx="0">
                    <a:srgbClr val="000000"/>
                  </a:fillRef>
                  <a:effectRef idx="0">
                    <a:srgbClr val="000000"/>
                  </a:effectRef>
                  <a:fontRef idx="minor">
                    <a:srgbClr val="000000"/>
                  </a:fontRef>
                </p:style>
                <p:txBody>
                  <a:bodyPr anchor="ctr" bIns="39600" tIns="39600">
                    <a:noAutofit/>
                  </a:bodyPr>
                  <a:p>
                    <a:pPr algn="ctr" defTabSz="9144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b="0" sz="1800" lang="en-US" strike="noStrike" u="none">
                      <a:solidFill>
                        <a:srgbClr val="FFFFFF"/>
                      </a:solidFill>
                      <a:effectLst/>
                      <a:latin typeface="OpenSymbol"/>
                    </a:endParaRPr>
                  </a:p>
                </p:txBody>
              </p:sp>
            </p:grpSp>
          </p:grpSp>
          <p:grpSp>
            <p:nvGrpSpPr>
              <p:cNvPr id="102" name="Google Shape;772;p9"/>
              <p:cNvGrpSpPr/>
              <p:nvPr/>
            </p:nvGrpSpPr>
            <p:grpSpPr>
              <a:xfrm>
                <a:off x="7816680" y="250560"/>
                <a:ext cx="142920" cy="2453760"/>
                <a:chOff x="7816680" y="250560"/>
                <a:chExt cx="142920" cy="2453760"/>
              </a:xfrm>
            </p:grpSpPr>
            <p:grpSp>
              <p:nvGrpSpPr>
                <p:cNvPr id="103" name="Google Shape;773;p9"/>
                <p:cNvGrpSpPr/>
                <p:nvPr/>
              </p:nvGrpSpPr>
              <p:grpSpPr>
                <a:xfrm>
                  <a:off x="7816680" y="250560"/>
                  <a:ext cx="142920" cy="2453760"/>
                  <a:chOff x="7816680" y="250560"/>
                  <a:chExt cx="142920" cy="2453760"/>
                </a:xfrm>
              </p:grpSpPr>
              <p:sp>
                <p:nvSpPr>
                  <p:cNvPr id="1048944" name="Google Shape;774;p9"/>
                  <p:cNvSpPr/>
                  <p:nvPr/>
                </p:nvSpPr>
                <p:spPr>
                  <a:xfrm>
                    <a:off x="7816680" y="2561400"/>
                    <a:ext cx="142920" cy="142920"/>
                  </a:xfrm>
                  <a:prstGeom prst="rect"/>
                  <a:gradFill rotWithShape="0">
                    <a:gsLst>
                      <a:gs pos="0">
                        <a:srgbClr val="B6F8F0"/>
                      </a:gs>
                      <a:gs pos="100000">
                        <a:srgbClr val="7DF3E5"/>
                      </a:gs>
                    </a:gsLst>
                    <a:lin ang="2700000"/>
                  </a:gradFill>
                  <a:ln w="0">
                    <a:noFill/>
                  </a:ln>
                  <a:effectLst>
                    <a:outerShdw algn="bl" blurRad="185760" rotWithShape="0">
                      <a:schemeClr val="dk1">
                        <a:alpha val="31000"/>
                      </a:schemeClr>
                    </a:outerShdw>
                  </a:effectLst>
                </p:spPr>
                <p:style>
                  <a:lnRef idx="0">
                    <a:srgbClr val="000000"/>
                  </a:lnRef>
                  <a:fillRef idx="0">
                    <a:srgbClr val="000000"/>
                  </a:fillRef>
                  <a:effectRef idx="0">
                    <a:srgbClr val="000000"/>
                  </a:effectRef>
                  <a:fontRef idx="minor">
                    <a:srgbClr val="000000"/>
                  </a:fontRef>
                </p:style>
                <p:txBody>
                  <a:bodyPr anchor="ctr" bIns="71640" tIns="71640">
                    <a:noAutofit/>
                  </a:bodyPr>
                  <a:p>
                    <a:pPr algn="ctr" defTabSz="9144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b="0" sz="1800" lang="en-US" strike="noStrike" u="none">
                      <a:solidFill>
                        <a:srgbClr val="000000"/>
                      </a:solidFill>
                      <a:effectLst/>
                      <a:latin typeface="OpenSymbol"/>
                    </a:endParaRPr>
                  </a:p>
                </p:txBody>
              </p:sp>
              <p:sp>
                <p:nvSpPr>
                  <p:cNvPr id="1048945" name="Google Shape;775;p9"/>
                  <p:cNvSpPr/>
                  <p:nvPr/>
                </p:nvSpPr>
                <p:spPr>
                  <a:xfrm>
                    <a:off x="7824960" y="2350800"/>
                    <a:ext cx="126000" cy="126360"/>
                  </a:xfrm>
                  <a:prstGeom prst="rect"/>
                  <a:gradFill rotWithShape="0">
                    <a:gsLst>
                      <a:gs pos="0">
                        <a:srgbClr val="B6F8F0"/>
                      </a:gs>
                      <a:gs pos="100000">
                        <a:srgbClr val="7DF3E5"/>
                      </a:gs>
                    </a:gsLst>
                    <a:lin ang="2700000"/>
                  </a:gradFill>
                  <a:ln w="0">
                    <a:noFill/>
                  </a:ln>
                  <a:effectLst>
                    <a:outerShdw algn="bl" blurRad="185760" rotWithShape="0">
                      <a:schemeClr val="dk1">
                        <a:alpha val="31000"/>
                      </a:schemeClr>
                    </a:outerShdw>
                  </a:effectLst>
                </p:spPr>
                <p:style>
                  <a:lnRef idx="0">
                    <a:srgbClr val="000000"/>
                  </a:lnRef>
                  <a:fillRef idx="0">
                    <a:srgbClr val="000000"/>
                  </a:fillRef>
                  <a:effectRef idx="0">
                    <a:srgbClr val="000000"/>
                  </a:effectRef>
                  <a:fontRef idx="minor">
                    <a:srgbClr val="000000"/>
                  </a:fontRef>
                </p:style>
                <p:txBody>
                  <a:bodyPr anchor="ctr" bIns="63360" tIns="63360">
                    <a:noAutofit/>
                  </a:bodyPr>
                  <a:p>
                    <a:pPr algn="ctr" defTabSz="9144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b="0" sz="1800" lang="en-US" strike="noStrike" u="none">
                      <a:solidFill>
                        <a:srgbClr val="000000"/>
                      </a:solidFill>
                      <a:effectLst/>
                      <a:latin typeface="OpenSymbol"/>
                    </a:endParaRPr>
                  </a:p>
                </p:txBody>
              </p:sp>
              <p:sp>
                <p:nvSpPr>
                  <p:cNvPr id="1048946" name="Google Shape;776;p9"/>
                  <p:cNvSpPr/>
                  <p:nvPr/>
                </p:nvSpPr>
                <p:spPr>
                  <a:xfrm>
                    <a:off x="7824960" y="2139840"/>
                    <a:ext cx="126000" cy="126360"/>
                  </a:xfrm>
                  <a:prstGeom prst="rect"/>
                  <a:gradFill rotWithShape="0">
                    <a:gsLst>
                      <a:gs pos="0">
                        <a:srgbClr val="B6F8F0"/>
                      </a:gs>
                      <a:gs pos="100000">
                        <a:srgbClr val="7DF3E5"/>
                      </a:gs>
                    </a:gsLst>
                    <a:lin ang="2700000"/>
                  </a:gradFill>
                  <a:ln w="0">
                    <a:noFill/>
                  </a:ln>
                  <a:effectLst>
                    <a:outerShdw algn="bl" blurRad="185760" rotWithShape="0">
                      <a:schemeClr val="dk1">
                        <a:alpha val="31000"/>
                      </a:schemeClr>
                    </a:outerShdw>
                  </a:effectLst>
                </p:spPr>
                <p:style>
                  <a:lnRef idx="0">
                    <a:srgbClr val="000000"/>
                  </a:lnRef>
                  <a:fillRef idx="0">
                    <a:srgbClr val="000000"/>
                  </a:fillRef>
                  <a:effectRef idx="0">
                    <a:srgbClr val="000000"/>
                  </a:effectRef>
                  <a:fontRef idx="minor">
                    <a:srgbClr val="000000"/>
                  </a:fontRef>
                </p:style>
                <p:txBody>
                  <a:bodyPr anchor="ctr" bIns="63360" tIns="63360">
                    <a:noAutofit/>
                  </a:bodyPr>
                  <a:p>
                    <a:pPr algn="ctr" defTabSz="9144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b="0" sz="1800" lang="en-US" strike="noStrike" u="none">
                      <a:solidFill>
                        <a:srgbClr val="000000"/>
                      </a:solidFill>
                      <a:effectLst/>
                      <a:latin typeface="OpenSymbol"/>
                    </a:endParaRPr>
                  </a:p>
                </p:txBody>
              </p:sp>
              <p:sp>
                <p:nvSpPr>
                  <p:cNvPr id="1048947" name="Google Shape;777;p9"/>
                  <p:cNvSpPr/>
                  <p:nvPr/>
                </p:nvSpPr>
                <p:spPr>
                  <a:xfrm>
                    <a:off x="7824960" y="1929240"/>
                    <a:ext cx="126000" cy="126360"/>
                  </a:xfrm>
                  <a:prstGeom prst="rect"/>
                  <a:gradFill rotWithShape="0">
                    <a:gsLst>
                      <a:gs pos="0">
                        <a:srgbClr val="B6F8F0"/>
                      </a:gs>
                      <a:gs pos="100000">
                        <a:srgbClr val="7DF3E5"/>
                      </a:gs>
                    </a:gsLst>
                    <a:lin ang="2700000"/>
                  </a:gradFill>
                  <a:ln w="0">
                    <a:noFill/>
                  </a:ln>
                  <a:effectLst>
                    <a:outerShdw algn="bl" blurRad="185760" rotWithShape="0">
                      <a:schemeClr val="dk1">
                        <a:alpha val="31000"/>
                      </a:schemeClr>
                    </a:outerShdw>
                  </a:effectLst>
                </p:spPr>
                <p:style>
                  <a:lnRef idx="0">
                    <a:srgbClr val="000000"/>
                  </a:lnRef>
                  <a:fillRef idx="0">
                    <a:srgbClr val="000000"/>
                  </a:fillRef>
                  <a:effectRef idx="0">
                    <a:srgbClr val="000000"/>
                  </a:effectRef>
                  <a:fontRef idx="minor">
                    <a:srgbClr val="000000"/>
                  </a:fontRef>
                </p:style>
                <p:txBody>
                  <a:bodyPr anchor="ctr" bIns="63360" tIns="63360">
                    <a:noAutofit/>
                  </a:bodyPr>
                  <a:p>
                    <a:pPr algn="ctr" defTabSz="9144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b="0" sz="1800" lang="en-US" strike="noStrike" u="none">
                      <a:solidFill>
                        <a:srgbClr val="000000"/>
                      </a:solidFill>
                      <a:effectLst/>
                      <a:latin typeface="OpenSymbol"/>
                    </a:endParaRPr>
                  </a:p>
                </p:txBody>
              </p:sp>
              <p:sp>
                <p:nvSpPr>
                  <p:cNvPr id="1048948" name="Google Shape;778;p9"/>
                  <p:cNvSpPr/>
                  <p:nvPr/>
                </p:nvSpPr>
                <p:spPr>
                  <a:xfrm>
                    <a:off x="7829280" y="1718640"/>
                    <a:ext cx="117360" cy="117720"/>
                  </a:xfrm>
                  <a:prstGeom prst="rect"/>
                  <a:gradFill rotWithShape="0">
                    <a:gsLst>
                      <a:gs pos="0">
                        <a:srgbClr val="B6F8F0"/>
                      </a:gs>
                      <a:gs pos="100000">
                        <a:srgbClr val="7DF3E5"/>
                      </a:gs>
                    </a:gsLst>
                    <a:lin ang="2700000"/>
                  </a:gradFill>
                  <a:ln w="0">
                    <a:noFill/>
                  </a:ln>
                  <a:effectLst>
                    <a:outerShdw algn="bl" blurRad="185760" rotWithShape="0">
                      <a:schemeClr val="dk1">
                        <a:alpha val="31000"/>
                      </a:schemeClr>
                    </a:outerShdw>
                  </a:effectLst>
                </p:spPr>
                <p:style>
                  <a:lnRef idx="0">
                    <a:srgbClr val="000000"/>
                  </a:lnRef>
                  <a:fillRef idx="0">
                    <a:srgbClr val="000000"/>
                  </a:fillRef>
                  <a:effectRef idx="0">
                    <a:srgbClr val="000000"/>
                  </a:effectRef>
                  <a:fontRef idx="minor">
                    <a:srgbClr val="000000"/>
                  </a:fontRef>
                </p:style>
                <p:txBody>
                  <a:bodyPr anchor="ctr" bIns="59040" tIns="59040">
                    <a:noAutofit/>
                  </a:bodyPr>
                  <a:p>
                    <a:pPr algn="ctr" defTabSz="9144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b="0" sz="1800" lang="en-US" strike="noStrike" u="none">
                      <a:solidFill>
                        <a:srgbClr val="000000"/>
                      </a:solidFill>
                      <a:effectLst/>
                      <a:latin typeface="OpenSymbol"/>
                    </a:endParaRPr>
                  </a:p>
                </p:txBody>
              </p:sp>
              <p:sp>
                <p:nvSpPr>
                  <p:cNvPr id="1048949" name="Google Shape;779;p9"/>
                  <p:cNvSpPr/>
                  <p:nvPr/>
                </p:nvSpPr>
                <p:spPr>
                  <a:xfrm>
                    <a:off x="7829280" y="1507680"/>
                    <a:ext cx="117360" cy="117720"/>
                  </a:xfrm>
                  <a:prstGeom prst="rect"/>
                  <a:gradFill rotWithShape="0">
                    <a:gsLst>
                      <a:gs pos="0">
                        <a:srgbClr val="B6F8F0"/>
                      </a:gs>
                      <a:gs pos="100000">
                        <a:srgbClr val="7DF3E5"/>
                      </a:gs>
                    </a:gsLst>
                    <a:lin ang="2700000"/>
                  </a:gradFill>
                  <a:ln w="0">
                    <a:noFill/>
                  </a:ln>
                  <a:effectLst>
                    <a:outerShdw algn="bl" blurRad="185760" rotWithShape="0">
                      <a:schemeClr val="dk1">
                        <a:alpha val="31000"/>
                      </a:schemeClr>
                    </a:outerShdw>
                  </a:effectLst>
                </p:spPr>
                <p:style>
                  <a:lnRef idx="0">
                    <a:srgbClr val="000000"/>
                  </a:lnRef>
                  <a:fillRef idx="0">
                    <a:srgbClr val="000000"/>
                  </a:fillRef>
                  <a:effectRef idx="0">
                    <a:srgbClr val="000000"/>
                  </a:effectRef>
                  <a:fontRef idx="minor">
                    <a:srgbClr val="000000"/>
                  </a:fontRef>
                </p:style>
                <p:txBody>
                  <a:bodyPr anchor="ctr" bIns="59040" tIns="59040">
                    <a:noAutofit/>
                  </a:bodyPr>
                  <a:p>
                    <a:pPr algn="ctr" defTabSz="9144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b="0" sz="1800" lang="en-US" strike="noStrike" u="none">
                      <a:solidFill>
                        <a:srgbClr val="000000"/>
                      </a:solidFill>
                      <a:effectLst/>
                      <a:latin typeface="OpenSymbol"/>
                    </a:endParaRPr>
                  </a:p>
                </p:txBody>
              </p:sp>
              <p:sp>
                <p:nvSpPr>
                  <p:cNvPr id="1048950" name="Google Shape;780;p9"/>
                  <p:cNvSpPr/>
                  <p:nvPr/>
                </p:nvSpPr>
                <p:spPr>
                  <a:xfrm>
                    <a:off x="7831440" y="1297080"/>
                    <a:ext cx="113040" cy="113040"/>
                  </a:xfrm>
                  <a:prstGeom prst="rect"/>
                  <a:gradFill rotWithShape="0">
                    <a:gsLst>
                      <a:gs pos="0">
                        <a:srgbClr val="B6F8F0"/>
                      </a:gs>
                      <a:gs pos="100000">
                        <a:srgbClr val="7DF3E5"/>
                      </a:gs>
                    </a:gsLst>
                    <a:lin ang="2700000"/>
                  </a:gradFill>
                  <a:ln w="0">
                    <a:noFill/>
                  </a:ln>
                  <a:effectLst>
                    <a:outerShdw algn="bl" blurRad="185760" rotWithShape="0">
                      <a:schemeClr val="dk1">
                        <a:alpha val="31000"/>
                      </a:schemeClr>
                    </a:outerShdw>
                  </a:effectLst>
                </p:spPr>
                <p:style>
                  <a:lnRef idx="0">
                    <a:srgbClr val="000000"/>
                  </a:lnRef>
                  <a:fillRef idx="0">
                    <a:srgbClr val="000000"/>
                  </a:fillRef>
                  <a:effectRef idx="0">
                    <a:srgbClr val="000000"/>
                  </a:effectRef>
                  <a:fontRef idx="minor">
                    <a:srgbClr val="000000"/>
                  </a:fontRef>
                </p:style>
                <p:txBody>
                  <a:bodyPr anchor="ctr" bIns="56520" tIns="56520">
                    <a:noAutofit/>
                  </a:bodyPr>
                  <a:p>
                    <a:pPr algn="ctr" defTabSz="9144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b="0" sz="1800" lang="en-US" strike="noStrike" u="none">
                      <a:solidFill>
                        <a:srgbClr val="000000"/>
                      </a:solidFill>
                      <a:effectLst/>
                      <a:latin typeface="OpenSymbol"/>
                    </a:endParaRPr>
                  </a:p>
                </p:txBody>
              </p:sp>
              <p:sp>
                <p:nvSpPr>
                  <p:cNvPr id="1048951" name="Google Shape;781;p9"/>
                  <p:cNvSpPr/>
                  <p:nvPr/>
                </p:nvSpPr>
                <p:spPr>
                  <a:xfrm>
                    <a:off x="7833960" y="1086480"/>
                    <a:ext cx="108720" cy="108720"/>
                  </a:xfrm>
                  <a:prstGeom prst="rect"/>
                  <a:gradFill rotWithShape="0">
                    <a:gsLst>
                      <a:gs pos="0">
                        <a:srgbClr val="B6F8F0"/>
                      </a:gs>
                      <a:gs pos="100000">
                        <a:srgbClr val="7DF3E5"/>
                      </a:gs>
                    </a:gsLst>
                    <a:lin ang="2700000"/>
                  </a:gradFill>
                  <a:ln w="0">
                    <a:noFill/>
                  </a:ln>
                  <a:effectLst>
                    <a:outerShdw algn="bl" blurRad="185760" rotWithShape="0">
                      <a:schemeClr val="dk1">
                        <a:alpha val="31000"/>
                      </a:schemeClr>
                    </a:outerShdw>
                  </a:effectLst>
                </p:spPr>
                <p:style>
                  <a:lnRef idx="0">
                    <a:srgbClr val="000000"/>
                  </a:lnRef>
                  <a:fillRef idx="0">
                    <a:srgbClr val="000000"/>
                  </a:fillRef>
                  <a:effectRef idx="0">
                    <a:srgbClr val="000000"/>
                  </a:effectRef>
                  <a:fontRef idx="minor">
                    <a:srgbClr val="000000"/>
                  </a:fontRef>
                </p:style>
                <p:txBody>
                  <a:bodyPr anchor="ctr" bIns="54360" tIns="54360">
                    <a:noAutofit/>
                  </a:bodyPr>
                  <a:p>
                    <a:pPr algn="ctr" defTabSz="9144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b="0" sz="1800" lang="en-US" strike="noStrike" u="none">
                      <a:solidFill>
                        <a:srgbClr val="000000"/>
                      </a:solidFill>
                      <a:effectLst/>
                      <a:latin typeface="OpenSymbol"/>
                    </a:endParaRPr>
                  </a:p>
                </p:txBody>
              </p:sp>
              <p:sp>
                <p:nvSpPr>
                  <p:cNvPr id="1048952" name="Google Shape;782;p9"/>
                  <p:cNvSpPr/>
                  <p:nvPr/>
                </p:nvSpPr>
                <p:spPr>
                  <a:xfrm>
                    <a:off x="7838640" y="880200"/>
                    <a:ext cx="98640" cy="98640"/>
                  </a:xfrm>
                  <a:prstGeom prst="rect"/>
                  <a:gradFill rotWithShape="0">
                    <a:gsLst>
                      <a:gs pos="0">
                        <a:srgbClr val="B6F8F0"/>
                      </a:gs>
                      <a:gs pos="100000">
                        <a:srgbClr val="7DF3E5"/>
                      </a:gs>
                    </a:gsLst>
                    <a:lin ang="2700000"/>
                  </a:gradFill>
                  <a:ln w="0">
                    <a:noFill/>
                  </a:ln>
                  <a:effectLst>
                    <a:outerShdw algn="bl" blurRad="185760" rotWithShape="0">
                      <a:schemeClr val="dk1">
                        <a:alpha val="31000"/>
                      </a:schemeClr>
                    </a:outerShdw>
                  </a:effectLst>
                </p:spPr>
                <p:style>
                  <a:lnRef idx="0">
                    <a:srgbClr val="000000"/>
                  </a:lnRef>
                  <a:fillRef idx="0">
                    <a:srgbClr val="000000"/>
                  </a:fillRef>
                  <a:effectRef idx="0">
                    <a:srgbClr val="000000"/>
                  </a:effectRef>
                  <a:fontRef idx="minor">
                    <a:srgbClr val="000000"/>
                  </a:fontRef>
                </p:style>
                <p:txBody>
                  <a:bodyPr anchor="ctr" bIns="49320" tIns="49320">
                    <a:noAutofit/>
                  </a:bodyPr>
                  <a:p>
                    <a:pPr algn="ctr" defTabSz="9144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b="0" sz="1800" lang="en-US" strike="noStrike" u="none">
                      <a:solidFill>
                        <a:srgbClr val="000000"/>
                      </a:solidFill>
                      <a:effectLst/>
                      <a:latin typeface="OpenSymbol"/>
                    </a:endParaRPr>
                  </a:p>
                </p:txBody>
              </p:sp>
              <p:sp>
                <p:nvSpPr>
                  <p:cNvPr id="1048953" name="Google Shape;783;p9"/>
                  <p:cNvSpPr/>
                  <p:nvPr/>
                </p:nvSpPr>
                <p:spPr>
                  <a:xfrm>
                    <a:off x="7843680" y="673920"/>
                    <a:ext cx="88920" cy="88920"/>
                  </a:xfrm>
                  <a:prstGeom prst="rect"/>
                  <a:gradFill rotWithShape="0">
                    <a:gsLst>
                      <a:gs pos="0">
                        <a:srgbClr val="B6F8F0"/>
                      </a:gs>
                      <a:gs pos="100000">
                        <a:srgbClr val="7DF3E5"/>
                      </a:gs>
                    </a:gsLst>
                    <a:lin ang="2700000"/>
                  </a:gradFill>
                  <a:ln w="0">
                    <a:noFill/>
                  </a:ln>
                  <a:effectLst>
                    <a:outerShdw algn="bl" blurRad="185760" rotWithShape="0">
                      <a:schemeClr val="dk1">
                        <a:alpha val="31000"/>
                      </a:schemeClr>
                    </a:outerShdw>
                  </a:effectLst>
                </p:spPr>
                <p:style>
                  <a:lnRef idx="0">
                    <a:srgbClr val="000000"/>
                  </a:lnRef>
                  <a:fillRef idx="0">
                    <a:srgbClr val="000000"/>
                  </a:fillRef>
                  <a:effectRef idx="0">
                    <a:srgbClr val="000000"/>
                  </a:effectRef>
                  <a:fontRef idx="minor">
                    <a:srgbClr val="000000"/>
                  </a:fontRef>
                </p:style>
                <p:txBody>
                  <a:bodyPr anchor="ctr" bIns="44640" tIns="44640">
                    <a:noAutofit/>
                  </a:bodyPr>
                  <a:p>
                    <a:pPr algn="ctr" defTabSz="9144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b="0" sz="1800" lang="en-US" strike="noStrike" u="none">
                      <a:solidFill>
                        <a:srgbClr val="000000"/>
                      </a:solidFill>
                      <a:effectLst/>
                      <a:latin typeface="OpenSymbol"/>
                    </a:endParaRPr>
                  </a:p>
                </p:txBody>
              </p:sp>
              <p:sp>
                <p:nvSpPr>
                  <p:cNvPr id="1048954" name="Google Shape;784;p9"/>
                  <p:cNvSpPr/>
                  <p:nvPr/>
                </p:nvSpPr>
                <p:spPr>
                  <a:xfrm>
                    <a:off x="7843680" y="467640"/>
                    <a:ext cx="88920" cy="88920"/>
                  </a:xfrm>
                  <a:prstGeom prst="rect"/>
                  <a:gradFill rotWithShape="0">
                    <a:gsLst>
                      <a:gs pos="0">
                        <a:srgbClr val="B6F8F0"/>
                      </a:gs>
                      <a:gs pos="100000">
                        <a:srgbClr val="7DF3E5"/>
                      </a:gs>
                    </a:gsLst>
                    <a:lin ang="2700000"/>
                  </a:gradFill>
                  <a:ln w="0">
                    <a:noFill/>
                  </a:ln>
                  <a:effectLst>
                    <a:outerShdw algn="bl" blurRad="185760" rotWithShape="0">
                      <a:schemeClr val="dk1">
                        <a:alpha val="31000"/>
                      </a:schemeClr>
                    </a:outerShdw>
                  </a:effectLst>
                </p:spPr>
                <p:style>
                  <a:lnRef idx="0">
                    <a:srgbClr val="000000"/>
                  </a:lnRef>
                  <a:fillRef idx="0">
                    <a:srgbClr val="000000"/>
                  </a:fillRef>
                  <a:effectRef idx="0">
                    <a:srgbClr val="000000"/>
                  </a:effectRef>
                  <a:fontRef idx="minor">
                    <a:srgbClr val="000000"/>
                  </a:fontRef>
                </p:style>
                <p:txBody>
                  <a:bodyPr anchor="ctr" bIns="44640" tIns="44640">
                    <a:noAutofit/>
                  </a:bodyPr>
                  <a:p>
                    <a:pPr algn="ctr" defTabSz="9144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b="0" sz="1800" lang="en-US" strike="noStrike" u="none">
                      <a:solidFill>
                        <a:srgbClr val="000000"/>
                      </a:solidFill>
                      <a:effectLst/>
                      <a:latin typeface="OpenSymbol"/>
                    </a:endParaRPr>
                  </a:p>
                </p:txBody>
              </p:sp>
              <p:sp>
                <p:nvSpPr>
                  <p:cNvPr id="1048955" name="Google Shape;785;p9"/>
                  <p:cNvSpPr/>
                  <p:nvPr/>
                </p:nvSpPr>
                <p:spPr>
                  <a:xfrm>
                    <a:off x="7848360" y="250560"/>
                    <a:ext cx="79200" cy="79200"/>
                  </a:xfrm>
                  <a:prstGeom prst="rect"/>
                  <a:gradFill rotWithShape="0">
                    <a:gsLst>
                      <a:gs pos="0">
                        <a:srgbClr val="B6F8F0"/>
                      </a:gs>
                      <a:gs pos="100000">
                        <a:srgbClr val="7DF3E5"/>
                      </a:gs>
                    </a:gsLst>
                    <a:lin ang="2700000"/>
                  </a:gradFill>
                  <a:ln w="0">
                    <a:noFill/>
                  </a:ln>
                  <a:effectLst>
                    <a:outerShdw algn="bl" blurRad="185760" rotWithShape="0">
                      <a:schemeClr val="dk1">
                        <a:alpha val="31000"/>
                      </a:schemeClr>
                    </a:outerShdw>
                  </a:effectLst>
                </p:spPr>
                <p:style>
                  <a:lnRef idx="0">
                    <a:srgbClr val="000000"/>
                  </a:lnRef>
                  <a:fillRef idx="0">
                    <a:srgbClr val="000000"/>
                  </a:fillRef>
                  <a:effectRef idx="0">
                    <a:srgbClr val="000000"/>
                  </a:effectRef>
                  <a:fontRef idx="minor">
                    <a:srgbClr val="000000"/>
                  </a:fontRef>
                </p:style>
                <p:txBody>
                  <a:bodyPr anchor="ctr" bIns="39600" tIns="39600">
                    <a:noAutofit/>
                  </a:bodyPr>
                  <a:p>
                    <a:pPr algn="ctr" defTabSz="9144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b="0" sz="1800" lang="en-US" strike="noStrike" u="none">
                      <a:solidFill>
                        <a:srgbClr val="000000"/>
                      </a:solidFill>
                      <a:effectLst/>
                      <a:latin typeface="OpenSymbol"/>
                    </a:endParaRPr>
                  </a:p>
                </p:txBody>
              </p:sp>
            </p:grpSp>
            <p:grpSp>
              <p:nvGrpSpPr>
                <p:cNvPr id="104" name="Google Shape;786;p9"/>
                <p:cNvGrpSpPr/>
                <p:nvPr/>
              </p:nvGrpSpPr>
              <p:grpSpPr>
                <a:xfrm>
                  <a:off x="7816680" y="250560"/>
                  <a:ext cx="142920" cy="2453760"/>
                  <a:chOff x="7816680" y="250560"/>
                  <a:chExt cx="142920" cy="2453760"/>
                </a:xfrm>
              </p:grpSpPr>
              <p:sp>
                <p:nvSpPr>
                  <p:cNvPr id="1048956" name="Google Shape;787;p9"/>
                  <p:cNvSpPr/>
                  <p:nvPr/>
                </p:nvSpPr>
                <p:spPr>
                  <a:xfrm>
                    <a:off x="7816680" y="2561400"/>
                    <a:ext cx="142920" cy="142920"/>
                  </a:xfrm>
                  <a:prstGeom prst="rect"/>
                  <a:noFill/>
                  <a:ln w="0">
                    <a:noFill/>
                  </a:ln>
                </p:spPr>
                <p:style>
                  <a:lnRef idx="0">
                    <a:srgbClr val="000000"/>
                  </a:lnRef>
                  <a:fillRef idx="0">
                    <a:srgbClr val="000000"/>
                  </a:fillRef>
                  <a:effectRef idx="0">
                    <a:srgbClr val="000000"/>
                  </a:effectRef>
                  <a:fontRef idx="minor">
                    <a:srgbClr val="000000"/>
                  </a:fontRef>
                </p:style>
                <p:txBody>
                  <a:bodyPr anchor="ctr" bIns="71640" tIns="71640">
                    <a:noAutofit/>
                  </a:bodyPr>
                  <a:p>
                    <a:pPr algn="ctr" defTabSz="9144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b="0" sz="1800" lang="en-US" strike="noStrike" u="none">
                      <a:solidFill>
                        <a:srgbClr val="FFFFFF"/>
                      </a:solidFill>
                      <a:effectLst/>
                      <a:latin typeface="OpenSymbol"/>
                    </a:endParaRPr>
                  </a:p>
                </p:txBody>
              </p:sp>
              <p:sp>
                <p:nvSpPr>
                  <p:cNvPr id="1048957" name="Google Shape;788;p9"/>
                  <p:cNvSpPr/>
                  <p:nvPr/>
                </p:nvSpPr>
                <p:spPr>
                  <a:xfrm>
                    <a:off x="7824960" y="2350800"/>
                    <a:ext cx="126000" cy="126360"/>
                  </a:xfrm>
                  <a:prstGeom prst="rect"/>
                  <a:solidFill>
                    <a:srgbClr val="009F8C">
                      <a:alpha val="5000"/>
                    </a:srgbClr>
                  </a:solidFill>
                  <a:ln w="0">
                    <a:noFill/>
                  </a:ln>
                </p:spPr>
                <p:style>
                  <a:lnRef idx="0">
                    <a:srgbClr val="000000"/>
                  </a:lnRef>
                  <a:fillRef idx="0">
                    <a:srgbClr val="000000"/>
                  </a:fillRef>
                  <a:effectRef idx="0">
                    <a:srgbClr val="000000"/>
                  </a:effectRef>
                  <a:fontRef idx="minor">
                    <a:srgbClr val="000000"/>
                  </a:fontRef>
                </p:style>
                <p:txBody>
                  <a:bodyPr anchor="ctr" bIns="63360" tIns="63360">
                    <a:noAutofit/>
                  </a:bodyPr>
                  <a:p>
                    <a:pPr algn="ctr" defTabSz="9144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b="0" sz="1800" lang="en-US" strike="noStrike" u="none">
                      <a:solidFill>
                        <a:srgbClr val="FFFFFF"/>
                      </a:solidFill>
                      <a:effectLst/>
                      <a:latin typeface="OpenSymbol"/>
                    </a:endParaRPr>
                  </a:p>
                </p:txBody>
              </p:sp>
              <p:sp>
                <p:nvSpPr>
                  <p:cNvPr id="1048958" name="Google Shape;789;p9"/>
                  <p:cNvSpPr/>
                  <p:nvPr/>
                </p:nvSpPr>
                <p:spPr>
                  <a:xfrm>
                    <a:off x="7824960" y="2139840"/>
                    <a:ext cx="126000" cy="126360"/>
                  </a:xfrm>
                  <a:prstGeom prst="rect"/>
                  <a:solidFill>
                    <a:srgbClr val="009F8C">
                      <a:alpha val="10000"/>
                    </a:srgbClr>
                  </a:solidFill>
                  <a:ln w="0">
                    <a:noFill/>
                  </a:ln>
                </p:spPr>
                <p:style>
                  <a:lnRef idx="0">
                    <a:srgbClr val="000000"/>
                  </a:lnRef>
                  <a:fillRef idx="0">
                    <a:srgbClr val="000000"/>
                  </a:fillRef>
                  <a:effectRef idx="0">
                    <a:srgbClr val="000000"/>
                  </a:effectRef>
                  <a:fontRef idx="minor">
                    <a:srgbClr val="000000"/>
                  </a:fontRef>
                </p:style>
                <p:txBody>
                  <a:bodyPr anchor="ctr" bIns="63360" tIns="63360">
                    <a:noAutofit/>
                  </a:bodyPr>
                  <a:p>
                    <a:pPr algn="ctr" defTabSz="9144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b="0" sz="1800" lang="en-US" strike="noStrike" u="none">
                      <a:solidFill>
                        <a:srgbClr val="FFFFFF"/>
                      </a:solidFill>
                      <a:effectLst/>
                      <a:latin typeface="OpenSymbol"/>
                    </a:endParaRPr>
                  </a:p>
                </p:txBody>
              </p:sp>
              <p:sp>
                <p:nvSpPr>
                  <p:cNvPr id="1048959" name="Google Shape;790;p9"/>
                  <p:cNvSpPr/>
                  <p:nvPr/>
                </p:nvSpPr>
                <p:spPr>
                  <a:xfrm>
                    <a:off x="7824960" y="1929240"/>
                    <a:ext cx="126000" cy="126360"/>
                  </a:xfrm>
                  <a:prstGeom prst="rect"/>
                  <a:solidFill>
                    <a:srgbClr val="009F8C">
                      <a:alpha val="20000"/>
                    </a:srgbClr>
                  </a:solidFill>
                  <a:ln w="0">
                    <a:noFill/>
                  </a:ln>
                </p:spPr>
                <p:style>
                  <a:lnRef idx="0">
                    <a:srgbClr val="000000"/>
                  </a:lnRef>
                  <a:fillRef idx="0">
                    <a:srgbClr val="000000"/>
                  </a:fillRef>
                  <a:effectRef idx="0">
                    <a:srgbClr val="000000"/>
                  </a:effectRef>
                  <a:fontRef idx="minor">
                    <a:srgbClr val="000000"/>
                  </a:fontRef>
                </p:style>
                <p:txBody>
                  <a:bodyPr anchor="ctr" bIns="63360" tIns="63360">
                    <a:noAutofit/>
                  </a:bodyPr>
                  <a:p>
                    <a:pPr algn="ctr" defTabSz="9144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b="0" sz="1800" lang="en-US" strike="noStrike" u="none">
                      <a:solidFill>
                        <a:srgbClr val="FFFFFF"/>
                      </a:solidFill>
                      <a:effectLst/>
                      <a:latin typeface="OpenSymbol"/>
                    </a:endParaRPr>
                  </a:p>
                </p:txBody>
              </p:sp>
              <p:sp>
                <p:nvSpPr>
                  <p:cNvPr id="1048960" name="Google Shape;791;p9"/>
                  <p:cNvSpPr/>
                  <p:nvPr/>
                </p:nvSpPr>
                <p:spPr>
                  <a:xfrm>
                    <a:off x="7829280" y="1718640"/>
                    <a:ext cx="117360" cy="117720"/>
                  </a:xfrm>
                  <a:prstGeom prst="rect"/>
                  <a:solidFill>
                    <a:srgbClr val="009F8C">
                      <a:alpha val="30000"/>
                    </a:srgbClr>
                  </a:solidFill>
                  <a:ln w="0">
                    <a:noFill/>
                  </a:ln>
                </p:spPr>
                <p:style>
                  <a:lnRef idx="0">
                    <a:srgbClr val="000000"/>
                  </a:lnRef>
                  <a:fillRef idx="0">
                    <a:srgbClr val="000000"/>
                  </a:fillRef>
                  <a:effectRef idx="0">
                    <a:srgbClr val="000000"/>
                  </a:effectRef>
                  <a:fontRef idx="minor">
                    <a:srgbClr val="000000"/>
                  </a:fontRef>
                </p:style>
                <p:txBody>
                  <a:bodyPr anchor="ctr" bIns="59040" tIns="59040">
                    <a:noAutofit/>
                  </a:bodyPr>
                  <a:p>
                    <a:pPr algn="ctr" defTabSz="9144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b="0" sz="1800" lang="en-US" strike="noStrike" u="none">
                      <a:solidFill>
                        <a:srgbClr val="FFFFFF"/>
                      </a:solidFill>
                      <a:effectLst/>
                      <a:latin typeface="OpenSymbol"/>
                    </a:endParaRPr>
                  </a:p>
                </p:txBody>
              </p:sp>
              <p:sp>
                <p:nvSpPr>
                  <p:cNvPr id="1048961" name="Google Shape;792;p9"/>
                  <p:cNvSpPr/>
                  <p:nvPr/>
                </p:nvSpPr>
                <p:spPr>
                  <a:xfrm>
                    <a:off x="7829280" y="1507680"/>
                    <a:ext cx="117360" cy="117720"/>
                  </a:xfrm>
                  <a:prstGeom prst="rect"/>
                  <a:solidFill>
                    <a:srgbClr val="009F8C">
                      <a:alpha val="40000"/>
                    </a:srgbClr>
                  </a:solidFill>
                  <a:ln w="0">
                    <a:noFill/>
                  </a:ln>
                </p:spPr>
                <p:style>
                  <a:lnRef idx="0">
                    <a:srgbClr val="000000"/>
                  </a:lnRef>
                  <a:fillRef idx="0">
                    <a:srgbClr val="000000"/>
                  </a:fillRef>
                  <a:effectRef idx="0">
                    <a:srgbClr val="000000"/>
                  </a:effectRef>
                  <a:fontRef idx="minor">
                    <a:srgbClr val="000000"/>
                  </a:fontRef>
                </p:style>
                <p:txBody>
                  <a:bodyPr anchor="ctr" bIns="59040" tIns="59040">
                    <a:noAutofit/>
                  </a:bodyPr>
                  <a:p>
                    <a:pPr algn="ctr" defTabSz="9144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b="0" sz="1800" lang="en-US" strike="noStrike" u="none">
                      <a:solidFill>
                        <a:srgbClr val="FFFFFF"/>
                      </a:solidFill>
                      <a:effectLst/>
                      <a:latin typeface="OpenSymbol"/>
                    </a:endParaRPr>
                  </a:p>
                </p:txBody>
              </p:sp>
              <p:sp>
                <p:nvSpPr>
                  <p:cNvPr id="1048962" name="Google Shape;793;p9"/>
                  <p:cNvSpPr/>
                  <p:nvPr/>
                </p:nvSpPr>
                <p:spPr>
                  <a:xfrm>
                    <a:off x="7831440" y="1297080"/>
                    <a:ext cx="113040" cy="113040"/>
                  </a:xfrm>
                  <a:prstGeom prst="rect"/>
                  <a:solidFill>
                    <a:srgbClr val="009F8C">
                      <a:alpha val="50000"/>
                    </a:srgbClr>
                  </a:solidFill>
                  <a:ln w="0">
                    <a:noFill/>
                  </a:ln>
                </p:spPr>
                <p:style>
                  <a:lnRef idx="0">
                    <a:srgbClr val="000000"/>
                  </a:lnRef>
                  <a:fillRef idx="0">
                    <a:srgbClr val="000000"/>
                  </a:fillRef>
                  <a:effectRef idx="0">
                    <a:srgbClr val="000000"/>
                  </a:effectRef>
                  <a:fontRef idx="minor">
                    <a:srgbClr val="000000"/>
                  </a:fontRef>
                </p:style>
                <p:txBody>
                  <a:bodyPr anchor="ctr" bIns="56520" tIns="56520">
                    <a:noAutofit/>
                  </a:bodyPr>
                  <a:p>
                    <a:pPr algn="ctr" defTabSz="9144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b="0" sz="1800" lang="en-US" strike="noStrike" u="none">
                      <a:solidFill>
                        <a:srgbClr val="FFFFFF"/>
                      </a:solidFill>
                      <a:effectLst/>
                      <a:latin typeface="OpenSymbol"/>
                    </a:endParaRPr>
                  </a:p>
                </p:txBody>
              </p:sp>
              <p:sp>
                <p:nvSpPr>
                  <p:cNvPr id="1048963" name="Google Shape;794;p9"/>
                  <p:cNvSpPr/>
                  <p:nvPr/>
                </p:nvSpPr>
                <p:spPr>
                  <a:xfrm>
                    <a:off x="7833960" y="1086480"/>
                    <a:ext cx="108720" cy="108720"/>
                  </a:xfrm>
                  <a:prstGeom prst="rect"/>
                  <a:solidFill>
                    <a:srgbClr val="009F8C">
                      <a:alpha val="55000"/>
                    </a:srgbClr>
                  </a:solidFill>
                  <a:ln w="0">
                    <a:noFill/>
                  </a:ln>
                </p:spPr>
                <p:style>
                  <a:lnRef idx="0">
                    <a:srgbClr val="000000"/>
                  </a:lnRef>
                  <a:fillRef idx="0">
                    <a:srgbClr val="000000"/>
                  </a:fillRef>
                  <a:effectRef idx="0">
                    <a:srgbClr val="000000"/>
                  </a:effectRef>
                  <a:fontRef idx="minor">
                    <a:srgbClr val="000000"/>
                  </a:fontRef>
                </p:style>
                <p:txBody>
                  <a:bodyPr anchor="ctr" bIns="54360" tIns="54360">
                    <a:noAutofit/>
                  </a:bodyPr>
                  <a:p>
                    <a:pPr algn="ctr" defTabSz="9144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b="0" sz="1800" lang="en-US" strike="noStrike" u="none">
                      <a:solidFill>
                        <a:srgbClr val="FFFFFF"/>
                      </a:solidFill>
                      <a:effectLst/>
                      <a:latin typeface="OpenSymbol"/>
                    </a:endParaRPr>
                  </a:p>
                </p:txBody>
              </p:sp>
              <p:sp>
                <p:nvSpPr>
                  <p:cNvPr id="1048964" name="Google Shape;795;p9"/>
                  <p:cNvSpPr/>
                  <p:nvPr/>
                </p:nvSpPr>
                <p:spPr>
                  <a:xfrm>
                    <a:off x="7838640" y="880200"/>
                    <a:ext cx="98640" cy="98640"/>
                  </a:xfrm>
                  <a:prstGeom prst="rect"/>
                  <a:solidFill>
                    <a:srgbClr val="009F8C">
                      <a:alpha val="60000"/>
                    </a:srgbClr>
                  </a:solidFill>
                  <a:ln w="0">
                    <a:noFill/>
                  </a:ln>
                </p:spPr>
                <p:style>
                  <a:lnRef idx="0">
                    <a:srgbClr val="000000"/>
                  </a:lnRef>
                  <a:fillRef idx="0">
                    <a:srgbClr val="000000"/>
                  </a:fillRef>
                  <a:effectRef idx="0">
                    <a:srgbClr val="000000"/>
                  </a:effectRef>
                  <a:fontRef idx="minor">
                    <a:srgbClr val="000000"/>
                  </a:fontRef>
                </p:style>
                <p:txBody>
                  <a:bodyPr anchor="ctr" bIns="49320" tIns="49320">
                    <a:noAutofit/>
                  </a:bodyPr>
                  <a:p>
                    <a:pPr algn="ctr" defTabSz="9144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b="0" sz="1800" lang="en-US" strike="noStrike" u="none">
                      <a:solidFill>
                        <a:srgbClr val="FFFFFF"/>
                      </a:solidFill>
                      <a:effectLst/>
                      <a:latin typeface="OpenSymbol"/>
                    </a:endParaRPr>
                  </a:p>
                </p:txBody>
              </p:sp>
              <p:sp>
                <p:nvSpPr>
                  <p:cNvPr id="1048965" name="Google Shape;796;p9"/>
                  <p:cNvSpPr/>
                  <p:nvPr/>
                </p:nvSpPr>
                <p:spPr>
                  <a:xfrm>
                    <a:off x="7843680" y="673920"/>
                    <a:ext cx="88920" cy="88920"/>
                  </a:xfrm>
                  <a:prstGeom prst="rect"/>
                  <a:solidFill>
                    <a:srgbClr val="009F8C">
                      <a:alpha val="65000"/>
                    </a:srgbClr>
                  </a:solidFill>
                  <a:ln w="0">
                    <a:noFill/>
                  </a:ln>
                </p:spPr>
                <p:style>
                  <a:lnRef idx="0">
                    <a:srgbClr val="000000"/>
                  </a:lnRef>
                  <a:fillRef idx="0">
                    <a:srgbClr val="000000"/>
                  </a:fillRef>
                  <a:effectRef idx="0">
                    <a:srgbClr val="000000"/>
                  </a:effectRef>
                  <a:fontRef idx="minor">
                    <a:srgbClr val="000000"/>
                  </a:fontRef>
                </p:style>
                <p:txBody>
                  <a:bodyPr anchor="ctr" bIns="44640" tIns="44640">
                    <a:noAutofit/>
                  </a:bodyPr>
                  <a:p>
                    <a:pPr algn="ctr" defTabSz="9144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b="0" sz="1800" lang="en-US" strike="noStrike" u="none">
                      <a:solidFill>
                        <a:srgbClr val="FFFFFF"/>
                      </a:solidFill>
                      <a:effectLst/>
                      <a:latin typeface="OpenSymbol"/>
                    </a:endParaRPr>
                  </a:p>
                </p:txBody>
              </p:sp>
              <p:sp>
                <p:nvSpPr>
                  <p:cNvPr id="1048966" name="Google Shape;797;p9"/>
                  <p:cNvSpPr/>
                  <p:nvPr/>
                </p:nvSpPr>
                <p:spPr>
                  <a:xfrm>
                    <a:off x="7843680" y="467640"/>
                    <a:ext cx="88920" cy="88920"/>
                  </a:xfrm>
                  <a:prstGeom prst="rect"/>
                  <a:solidFill>
                    <a:srgbClr val="009F8C">
                      <a:alpha val="70000"/>
                    </a:srgbClr>
                  </a:solidFill>
                  <a:ln w="0">
                    <a:noFill/>
                  </a:ln>
                </p:spPr>
                <p:style>
                  <a:lnRef idx="0">
                    <a:srgbClr val="000000"/>
                  </a:lnRef>
                  <a:fillRef idx="0">
                    <a:srgbClr val="000000"/>
                  </a:fillRef>
                  <a:effectRef idx="0">
                    <a:srgbClr val="000000"/>
                  </a:effectRef>
                  <a:fontRef idx="minor">
                    <a:srgbClr val="000000"/>
                  </a:fontRef>
                </p:style>
                <p:txBody>
                  <a:bodyPr anchor="ctr" bIns="44640" tIns="44640">
                    <a:noAutofit/>
                  </a:bodyPr>
                  <a:p>
                    <a:pPr algn="ctr" defTabSz="9144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b="0" sz="1800" lang="en-US" strike="noStrike" u="none">
                      <a:solidFill>
                        <a:srgbClr val="FFFFFF"/>
                      </a:solidFill>
                      <a:effectLst/>
                      <a:latin typeface="OpenSymbol"/>
                    </a:endParaRPr>
                  </a:p>
                </p:txBody>
              </p:sp>
              <p:sp>
                <p:nvSpPr>
                  <p:cNvPr id="1048967" name="Google Shape;798;p9"/>
                  <p:cNvSpPr/>
                  <p:nvPr/>
                </p:nvSpPr>
                <p:spPr>
                  <a:xfrm>
                    <a:off x="7848360" y="250560"/>
                    <a:ext cx="79200" cy="79200"/>
                  </a:xfrm>
                  <a:prstGeom prst="rect"/>
                  <a:solidFill>
                    <a:srgbClr val="009F8C">
                      <a:alpha val="80000"/>
                    </a:srgbClr>
                  </a:solidFill>
                  <a:ln w="0">
                    <a:noFill/>
                  </a:ln>
                </p:spPr>
                <p:style>
                  <a:lnRef idx="0">
                    <a:srgbClr val="000000"/>
                  </a:lnRef>
                  <a:fillRef idx="0">
                    <a:srgbClr val="000000"/>
                  </a:fillRef>
                  <a:effectRef idx="0">
                    <a:srgbClr val="000000"/>
                  </a:effectRef>
                  <a:fontRef idx="minor">
                    <a:srgbClr val="000000"/>
                  </a:fontRef>
                </p:style>
                <p:txBody>
                  <a:bodyPr anchor="ctr" bIns="39600" tIns="39600">
                    <a:noAutofit/>
                  </a:bodyPr>
                  <a:p>
                    <a:pPr algn="ctr" defTabSz="9144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b="0" sz="1800" lang="en-US" strike="noStrike" u="none">
                      <a:solidFill>
                        <a:srgbClr val="FFFFFF"/>
                      </a:solidFill>
                      <a:effectLst/>
                      <a:latin typeface="OpenSymbol"/>
                    </a:endParaRPr>
                  </a:p>
                </p:txBody>
              </p:sp>
            </p:grpSp>
          </p:grpSp>
          <p:grpSp>
            <p:nvGrpSpPr>
              <p:cNvPr id="105" name="Google Shape;799;p9"/>
              <p:cNvGrpSpPr/>
              <p:nvPr/>
            </p:nvGrpSpPr>
            <p:grpSpPr>
              <a:xfrm>
                <a:off x="8177040" y="3086280"/>
                <a:ext cx="142920" cy="2453760"/>
                <a:chOff x="8177040" y="3086280"/>
                <a:chExt cx="142920" cy="2453760"/>
              </a:xfrm>
            </p:grpSpPr>
            <p:grpSp>
              <p:nvGrpSpPr>
                <p:cNvPr id="106" name="Google Shape;800;p9"/>
                <p:cNvGrpSpPr/>
                <p:nvPr/>
              </p:nvGrpSpPr>
              <p:grpSpPr>
                <a:xfrm>
                  <a:off x="8177040" y="3086280"/>
                  <a:ext cx="142920" cy="2453760"/>
                  <a:chOff x="8177040" y="3086280"/>
                  <a:chExt cx="142920" cy="2453760"/>
                </a:xfrm>
              </p:grpSpPr>
              <p:sp>
                <p:nvSpPr>
                  <p:cNvPr id="1048968" name="Google Shape;801;p9"/>
                  <p:cNvSpPr/>
                  <p:nvPr/>
                </p:nvSpPr>
                <p:spPr>
                  <a:xfrm>
                    <a:off x="8177040" y="5397120"/>
                    <a:ext cx="142920" cy="142920"/>
                  </a:xfrm>
                  <a:prstGeom prst="rect"/>
                  <a:gradFill rotWithShape="0">
                    <a:gsLst>
                      <a:gs pos="0">
                        <a:srgbClr val="B6F8F0"/>
                      </a:gs>
                      <a:gs pos="100000">
                        <a:srgbClr val="7DF3E5"/>
                      </a:gs>
                    </a:gsLst>
                    <a:lin ang="2700000"/>
                  </a:gradFill>
                  <a:ln w="0">
                    <a:noFill/>
                  </a:ln>
                  <a:effectLst>
                    <a:outerShdw algn="bl" blurRad="185760" rotWithShape="0">
                      <a:schemeClr val="dk1">
                        <a:alpha val="31000"/>
                      </a:schemeClr>
                    </a:outerShdw>
                  </a:effectLst>
                </p:spPr>
                <p:style>
                  <a:lnRef idx="0">
                    <a:srgbClr val="000000"/>
                  </a:lnRef>
                  <a:fillRef idx="0">
                    <a:srgbClr val="000000"/>
                  </a:fillRef>
                  <a:effectRef idx="0">
                    <a:srgbClr val="000000"/>
                  </a:effectRef>
                  <a:fontRef idx="minor">
                    <a:srgbClr val="000000"/>
                  </a:fontRef>
                </p:style>
                <p:txBody>
                  <a:bodyPr anchor="ctr" bIns="71640" tIns="71640">
                    <a:noAutofit/>
                  </a:bodyPr>
                  <a:p>
                    <a:pPr algn="ctr" defTabSz="9144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b="0" sz="1800" lang="en-US" strike="noStrike" u="none">
                      <a:solidFill>
                        <a:srgbClr val="000000"/>
                      </a:solidFill>
                      <a:effectLst/>
                      <a:latin typeface="OpenSymbol"/>
                    </a:endParaRPr>
                  </a:p>
                </p:txBody>
              </p:sp>
              <p:sp>
                <p:nvSpPr>
                  <p:cNvPr id="1048969" name="Google Shape;802;p9"/>
                  <p:cNvSpPr/>
                  <p:nvPr/>
                </p:nvSpPr>
                <p:spPr>
                  <a:xfrm>
                    <a:off x="8185680" y="5186520"/>
                    <a:ext cx="126000" cy="126360"/>
                  </a:xfrm>
                  <a:prstGeom prst="rect"/>
                  <a:gradFill rotWithShape="0">
                    <a:gsLst>
                      <a:gs pos="0">
                        <a:srgbClr val="B6F8F0"/>
                      </a:gs>
                      <a:gs pos="100000">
                        <a:srgbClr val="7DF3E5"/>
                      </a:gs>
                    </a:gsLst>
                    <a:lin ang="2700000"/>
                  </a:gradFill>
                  <a:ln w="0">
                    <a:noFill/>
                  </a:ln>
                  <a:effectLst>
                    <a:outerShdw algn="bl" blurRad="185760" rotWithShape="0">
                      <a:schemeClr val="dk1">
                        <a:alpha val="31000"/>
                      </a:schemeClr>
                    </a:outerShdw>
                  </a:effectLst>
                </p:spPr>
                <p:style>
                  <a:lnRef idx="0">
                    <a:srgbClr val="000000"/>
                  </a:lnRef>
                  <a:fillRef idx="0">
                    <a:srgbClr val="000000"/>
                  </a:fillRef>
                  <a:effectRef idx="0">
                    <a:srgbClr val="000000"/>
                  </a:effectRef>
                  <a:fontRef idx="minor">
                    <a:srgbClr val="000000"/>
                  </a:fontRef>
                </p:style>
                <p:txBody>
                  <a:bodyPr anchor="ctr" bIns="63360" tIns="63360">
                    <a:noAutofit/>
                  </a:bodyPr>
                  <a:p>
                    <a:pPr algn="ctr" defTabSz="9144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b="0" sz="1800" lang="en-US" strike="noStrike" u="none">
                      <a:solidFill>
                        <a:srgbClr val="000000"/>
                      </a:solidFill>
                      <a:effectLst/>
                      <a:latin typeface="OpenSymbol"/>
                    </a:endParaRPr>
                  </a:p>
                </p:txBody>
              </p:sp>
              <p:sp>
                <p:nvSpPr>
                  <p:cNvPr id="1048970" name="Google Shape;803;p9"/>
                  <p:cNvSpPr/>
                  <p:nvPr/>
                </p:nvSpPr>
                <p:spPr>
                  <a:xfrm>
                    <a:off x="8185680" y="4975560"/>
                    <a:ext cx="126000" cy="126360"/>
                  </a:xfrm>
                  <a:prstGeom prst="rect"/>
                  <a:gradFill rotWithShape="0">
                    <a:gsLst>
                      <a:gs pos="0">
                        <a:srgbClr val="B6F8F0"/>
                      </a:gs>
                      <a:gs pos="100000">
                        <a:srgbClr val="7DF3E5"/>
                      </a:gs>
                    </a:gsLst>
                    <a:lin ang="2700000"/>
                  </a:gradFill>
                  <a:ln w="0">
                    <a:noFill/>
                  </a:ln>
                  <a:effectLst>
                    <a:outerShdw algn="bl" blurRad="185760" rotWithShape="0">
                      <a:schemeClr val="dk1">
                        <a:alpha val="31000"/>
                      </a:schemeClr>
                    </a:outerShdw>
                  </a:effectLst>
                </p:spPr>
                <p:style>
                  <a:lnRef idx="0">
                    <a:srgbClr val="000000"/>
                  </a:lnRef>
                  <a:fillRef idx="0">
                    <a:srgbClr val="000000"/>
                  </a:fillRef>
                  <a:effectRef idx="0">
                    <a:srgbClr val="000000"/>
                  </a:effectRef>
                  <a:fontRef idx="minor">
                    <a:srgbClr val="000000"/>
                  </a:fontRef>
                </p:style>
                <p:txBody>
                  <a:bodyPr anchor="ctr" bIns="63360" tIns="63360">
                    <a:noAutofit/>
                  </a:bodyPr>
                  <a:p>
                    <a:pPr algn="ctr" defTabSz="9144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b="0" sz="1800" lang="en-US" strike="noStrike" u="none">
                      <a:solidFill>
                        <a:srgbClr val="000000"/>
                      </a:solidFill>
                      <a:effectLst/>
                      <a:latin typeface="OpenSymbol"/>
                    </a:endParaRPr>
                  </a:p>
                </p:txBody>
              </p:sp>
              <p:sp>
                <p:nvSpPr>
                  <p:cNvPr id="1048971" name="Google Shape;804;p9"/>
                  <p:cNvSpPr/>
                  <p:nvPr/>
                </p:nvSpPr>
                <p:spPr>
                  <a:xfrm>
                    <a:off x="8185680" y="4764960"/>
                    <a:ext cx="126000" cy="126360"/>
                  </a:xfrm>
                  <a:prstGeom prst="rect"/>
                  <a:gradFill rotWithShape="0">
                    <a:gsLst>
                      <a:gs pos="0">
                        <a:srgbClr val="B6F8F0"/>
                      </a:gs>
                      <a:gs pos="100000">
                        <a:srgbClr val="7DF3E5"/>
                      </a:gs>
                    </a:gsLst>
                    <a:lin ang="2700000"/>
                  </a:gradFill>
                  <a:ln w="0">
                    <a:noFill/>
                  </a:ln>
                  <a:effectLst>
                    <a:outerShdw algn="bl" blurRad="185760" rotWithShape="0">
                      <a:schemeClr val="dk1">
                        <a:alpha val="31000"/>
                      </a:schemeClr>
                    </a:outerShdw>
                  </a:effectLst>
                </p:spPr>
                <p:style>
                  <a:lnRef idx="0">
                    <a:srgbClr val="000000"/>
                  </a:lnRef>
                  <a:fillRef idx="0">
                    <a:srgbClr val="000000"/>
                  </a:fillRef>
                  <a:effectRef idx="0">
                    <a:srgbClr val="000000"/>
                  </a:effectRef>
                  <a:fontRef idx="minor">
                    <a:srgbClr val="000000"/>
                  </a:fontRef>
                </p:style>
                <p:txBody>
                  <a:bodyPr anchor="ctr" bIns="63360" tIns="63360">
                    <a:noAutofit/>
                  </a:bodyPr>
                  <a:p>
                    <a:pPr algn="ctr" defTabSz="9144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b="0" sz="1800" lang="en-US" strike="noStrike" u="none">
                      <a:solidFill>
                        <a:srgbClr val="000000"/>
                      </a:solidFill>
                      <a:effectLst/>
                      <a:latin typeface="OpenSymbol"/>
                    </a:endParaRPr>
                  </a:p>
                </p:txBody>
              </p:sp>
              <p:sp>
                <p:nvSpPr>
                  <p:cNvPr id="1048972" name="Google Shape;805;p9"/>
                  <p:cNvSpPr/>
                  <p:nvPr/>
                </p:nvSpPr>
                <p:spPr>
                  <a:xfrm>
                    <a:off x="8190000" y="4554360"/>
                    <a:ext cx="117360" cy="117720"/>
                  </a:xfrm>
                  <a:prstGeom prst="rect"/>
                  <a:gradFill rotWithShape="0">
                    <a:gsLst>
                      <a:gs pos="0">
                        <a:srgbClr val="B6F8F0"/>
                      </a:gs>
                      <a:gs pos="100000">
                        <a:srgbClr val="7DF3E5"/>
                      </a:gs>
                    </a:gsLst>
                    <a:lin ang="2700000"/>
                  </a:gradFill>
                  <a:ln w="0">
                    <a:noFill/>
                  </a:ln>
                  <a:effectLst>
                    <a:outerShdw algn="bl" blurRad="185760" rotWithShape="0">
                      <a:schemeClr val="dk1">
                        <a:alpha val="31000"/>
                      </a:schemeClr>
                    </a:outerShdw>
                  </a:effectLst>
                </p:spPr>
                <p:style>
                  <a:lnRef idx="0">
                    <a:srgbClr val="000000"/>
                  </a:lnRef>
                  <a:fillRef idx="0">
                    <a:srgbClr val="000000"/>
                  </a:fillRef>
                  <a:effectRef idx="0">
                    <a:srgbClr val="000000"/>
                  </a:effectRef>
                  <a:fontRef idx="minor">
                    <a:srgbClr val="000000"/>
                  </a:fontRef>
                </p:style>
                <p:txBody>
                  <a:bodyPr anchor="ctr" bIns="59040" tIns="59040">
                    <a:noAutofit/>
                  </a:bodyPr>
                  <a:p>
                    <a:pPr algn="ctr" defTabSz="9144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b="0" sz="1800" lang="en-US" strike="noStrike" u="none">
                      <a:solidFill>
                        <a:srgbClr val="000000"/>
                      </a:solidFill>
                      <a:effectLst/>
                      <a:latin typeface="OpenSymbol"/>
                    </a:endParaRPr>
                  </a:p>
                </p:txBody>
              </p:sp>
              <p:sp>
                <p:nvSpPr>
                  <p:cNvPr id="1048973" name="Google Shape;806;p9"/>
                  <p:cNvSpPr/>
                  <p:nvPr/>
                </p:nvSpPr>
                <p:spPr>
                  <a:xfrm>
                    <a:off x="8190000" y="4343400"/>
                    <a:ext cx="117360" cy="117720"/>
                  </a:xfrm>
                  <a:prstGeom prst="rect"/>
                  <a:gradFill rotWithShape="0">
                    <a:gsLst>
                      <a:gs pos="0">
                        <a:srgbClr val="B6F8F0"/>
                      </a:gs>
                      <a:gs pos="100000">
                        <a:srgbClr val="7DF3E5"/>
                      </a:gs>
                    </a:gsLst>
                    <a:lin ang="2700000"/>
                  </a:gradFill>
                  <a:ln w="0">
                    <a:noFill/>
                  </a:ln>
                  <a:effectLst>
                    <a:outerShdw algn="bl" blurRad="185760" rotWithShape="0">
                      <a:schemeClr val="dk1">
                        <a:alpha val="31000"/>
                      </a:schemeClr>
                    </a:outerShdw>
                  </a:effectLst>
                </p:spPr>
                <p:style>
                  <a:lnRef idx="0">
                    <a:srgbClr val="000000"/>
                  </a:lnRef>
                  <a:fillRef idx="0">
                    <a:srgbClr val="000000"/>
                  </a:fillRef>
                  <a:effectRef idx="0">
                    <a:srgbClr val="000000"/>
                  </a:effectRef>
                  <a:fontRef idx="minor">
                    <a:srgbClr val="000000"/>
                  </a:fontRef>
                </p:style>
                <p:txBody>
                  <a:bodyPr anchor="ctr" bIns="59040" tIns="59040">
                    <a:noAutofit/>
                  </a:bodyPr>
                  <a:p>
                    <a:pPr algn="ctr" defTabSz="9144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b="0" sz="1800" lang="en-US" strike="noStrike" u="none">
                      <a:solidFill>
                        <a:srgbClr val="000000"/>
                      </a:solidFill>
                      <a:effectLst/>
                      <a:latin typeface="OpenSymbol"/>
                    </a:endParaRPr>
                  </a:p>
                </p:txBody>
              </p:sp>
              <p:sp>
                <p:nvSpPr>
                  <p:cNvPr id="1048974" name="Google Shape;807;p9"/>
                  <p:cNvSpPr/>
                  <p:nvPr/>
                </p:nvSpPr>
                <p:spPr>
                  <a:xfrm>
                    <a:off x="8191800" y="4132800"/>
                    <a:ext cx="113040" cy="113040"/>
                  </a:xfrm>
                  <a:prstGeom prst="rect"/>
                  <a:gradFill rotWithShape="0">
                    <a:gsLst>
                      <a:gs pos="0">
                        <a:srgbClr val="B6F8F0"/>
                      </a:gs>
                      <a:gs pos="100000">
                        <a:srgbClr val="7DF3E5"/>
                      </a:gs>
                    </a:gsLst>
                    <a:lin ang="2700000"/>
                  </a:gradFill>
                  <a:ln w="0">
                    <a:noFill/>
                  </a:ln>
                  <a:effectLst>
                    <a:outerShdw algn="bl" blurRad="185760" rotWithShape="0">
                      <a:schemeClr val="dk1">
                        <a:alpha val="31000"/>
                      </a:schemeClr>
                    </a:outerShdw>
                  </a:effectLst>
                </p:spPr>
                <p:style>
                  <a:lnRef idx="0">
                    <a:srgbClr val="000000"/>
                  </a:lnRef>
                  <a:fillRef idx="0">
                    <a:srgbClr val="000000"/>
                  </a:fillRef>
                  <a:effectRef idx="0">
                    <a:srgbClr val="000000"/>
                  </a:effectRef>
                  <a:fontRef idx="minor">
                    <a:srgbClr val="000000"/>
                  </a:fontRef>
                </p:style>
                <p:txBody>
                  <a:bodyPr anchor="ctr" bIns="56520" tIns="56520">
                    <a:noAutofit/>
                  </a:bodyPr>
                  <a:p>
                    <a:pPr algn="ctr" defTabSz="9144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b="0" sz="1800" lang="en-US" strike="noStrike" u="none">
                      <a:solidFill>
                        <a:srgbClr val="000000"/>
                      </a:solidFill>
                      <a:effectLst/>
                      <a:latin typeface="OpenSymbol"/>
                    </a:endParaRPr>
                  </a:p>
                </p:txBody>
              </p:sp>
              <p:sp>
                <p:nvSpPr>
                  <p:cNvPr id="1048975" name="Google Shape;808;p9"/>
                  <p:cNvSpPr/>
                  <p:nvPr/>
                </p:nvSpPr>
                <p:spPr>
                  <a:xfrm>
                    <a:off x="8194320" y="3922200"/>
                    <a:ext cx="108720" cy="108720"/>
                  </a:xfrm>
                  <a:prstGeom prst="rect"/>
                  <a:gradFill rotWithShape="0">
                    <a:gsLst>
                      <a:gs pos="0">
                        <a:srgbClr val="B6F8F0"/>
                      </a:gs>
                      <a:gs pos="100000">
                        <a:srgbClr val="7DF3E5"/>
                      </a:gs>
                    </a:gsLst>
                    <a:lin ang="2700000"/>
                  </a:gradFill>
                  <a:ln w="0">
                    <a:noFill/>
                  </a:ln>
                  <a:effectLst>
                    <a:outerShdw algn="bl" blurRad="185760" rotWithShape="0">
                      <a:schemeClr val="dk1">
                        <a:alpha val="31000"/>
                      </a:schemeClr>
                    </a:outerShdw>
                  </a:effectLst>
                </p:spPr>
                <p:style>
                  <a:lnRef idx="0">
                    <a:srgbClr val="000000"/>
                  </a:lnRef>
                  <a:fillRef idx="0">
                    <a:srgbClr val="000000"/>
                  </a:fillRef>
                  <a:effectRef idx="0">
                    <a:srgbClr val="000000"/>
                  </a:effectRef>
                  <a:fontRef idx="minor">
                    <a:srgbClr val="000000"/>
                  </a:fontRef>
                </p:style>
                <p:txBody>
                  <a:bodyPr anchor="ctr" bIns="54360" tIns="54360">
                    <a:noAutofit/>
                  </a:bodyPr>
                  <a:p>
                    <a:pPr algn="ctr" defTabSz="9144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b="0" sz="1800" lang="en-US" strike="noStrike" u="none">
                      <a:solidFill>
                        <a:srgbClr val="000000"/>
                      </a:solidFill>
                      <a:effectLst/>
                      <a:latin typeface="OpenSymbol"/>
                    </a:endParaRPr>
                  </a:p>
                </p:txBody>
              </p:sp>
              <p:sp>
                <p:nvSpPr>
                  <p:cNvPr id="1048976" name="Google Shape;809;p9"/>
                  <p:cNvSpPr/>
                  <p:nvPr/>
                </p:nvSpPr>
                <p:spPr>
                  <a:xfrm>
                    <a:off x="8199000" y="3715920"/>
                    <a:ext cx="98640" cy="98640"/>
                  </a:xfrm>
                  <a:prstGeom prst="rect"/>
                  <a:gradFill rotWithShape="0">
                    <a:gsLst>
                      <a:gs pos="0">
                        <a:srgbClr val="B6F8F0"/>
                      </a:gs>
                      <a:gs pos="100000">
                        <a:srgbClr val="7DF3E5"/>
                      </a:gs>
                    </a:gsLst>
                    <a:lin ang="2700000"/>
                  </a:gradFill>
                  <a:ln w="0">
                    <a:noFill/>
                  </a:ln>
                  <a:effectLst>
                    <a:outerShdw algn="bl" blurRad="185760" rotWithShape="0">
                      <a:schemeClr val="dk1">
                        <a:alpha val="31000"/>
                      </a:schemeClr>
                    </a:outerShdw>
                  </a:effectLst>
                </p:spPr>
                <p:style>
                  <a:lnRef idx="0">
                    <a:srgbClr val="000000"/>
                  </a:lnRef>
                  <a:fillRef idx="0">
                    <a:srgbClr val="000000"/>
                  </a:fillRef>
                  <a:effectRef idx="0">
                    <a:srgbClr val="000000"/>
                  </a:effectRef>
                  <a:fontRef idx="minor">
                    <a:srgbClr val="000000"/>
                  </a:fontRef>
                </p:style>
                <p:txBody>
                  <a:bodyPr anchor="ctr" bIns="49320" tIns="49320">
                    <a:noAutofit/>
                  </a:bodyPr>
                  <a:p>
                    <a:pPr algn="ctr" defTabSz="9144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b="0" sz="1800" lang="en-US" strike="noStrike" u="none">
                      <a:solidFill>
                        <a:srgbClr val="000000"/>
                      </a:solidFill>
                      <a:effectLst/>
                      <a:latin typeface="OpenSymbol"/>
                    </a:endParaRPr>
                  </a:p>
                </p:txBody>
              </p:sp>
              <p:sp>
                <p:nvSpPr>
                  <p:cNvPr id="1048977" name="Google Shape;810;p9"/>
                  <p:cNvSpPr/>
                  <p:nvPr/>
                </p:nvSpPr>
                <p:spPr>
                  <a:xfrm>
                    <a:off x="8204040" y="3509640"/>
                    <a:ext cx="88920" cy="88920"/>
                  </a:xfrm>
                  <a:prstGeom prst="rect"/>
                  <a:gradFill rotWithShape="0">
                    <a:gsLst>
                      <a:gs pos="0">
                        <a:srgbClr val="B6F8F0"/>
                      </a:gs>
                      <a:gs pos="100000">
                        <a:srgbClr val="7DF3E5"/>
                      </a:gs>
                    </a:gsLst>
                    <a:lin ang="2700000"/>
                  </a:gradFill>
                  <a:ln w="0">
                    <a:noFill/>
                  </a:ln>
                  <a:effectLst>
                    <a:outerShdw algn="bl" blurRad="185760" rotWithShape="0">
                      <a:schemeClr val="dk1">
                        <a:alpha val="31000"/>
                      </a:schemeClr>
                    </a:outerShdw>
                  </a:effectLst>
                </p:spPr>
                <p:style>
                  <a:lnRef idx="0">
                    <a:srgbClr val="000000"/>
                  </a:lnRef>
                  <a:fillRef idx="0">
                    <a:srgbClr val="000000"/>
                  </a:fillRef>
                  <a:effectRef idx="0">
                    <a:srgbClr val="000000"/>
                  </a:effectRef>
                  <a:fontRef idx="minor">
                    <a:srgbClr val="000000"/>
                  </a:fontRef>
                </p:style>
                <p:txBody>
                  <a:bodyPr anchor="ctr" bIns="44640" tIns="44640">
                    <a:noAutofit/>
                  </a:bodyPr>
                  <a:p>
                    <a:pPr algn="ctr" defTabSz="9144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b="0" sz="1800" lang="en-US" strike="noStrike" u="none">
                      <a:solidFill>
                        <a:srgbClr val="000000"/>
                      </a:solidFill>
                      <a:effectLst/>
                      <a:latin typeface="OpenSymbol"/>
                    </a:endParaRPr>
                  </a:p>
                </p:txBody>
              </p:sp>
              <p:sp>
                <p:nvSpPr>
                  <p:cNvPr id="1048978" name="Google Shape;811;p9"/>
                  <p:cNvSpPr/>
                  <p:nvPr/>
                </p:nvSpPr>
                <p:spPr>
                  <a:xfrm>
                    <a:off x="8204040" y="3303360"/>
                    <a:ext cx="88920" cy="88920"/>
                  </a:xfrm>
                  <a:prstGeom prst="rect"/>
                  <a:gradFill rotWithShape="0">
                    <a:gsLst>
                      <a:gs pos="0">
                        <a:srgbClr val="B6F8F0"/>
                      </a:gs>
                      <a:gs pos="100000">
                        <a:srgbClr val="7DF3E5"/>
                      </a:gs>
                    </a:gsLst>
                    <a:lin ang="2700000"/>
                  </a:gradFill>
                  <a:ln w="0">
                    <a:noFill/>
                  </a:ln>
                  <a:effectLst>
                    <a:outerShdw algn="bl" blurRad="185760" rotWithShape="0">
                      <a:schemeClr val="dk1">
                        <a:alpha val="31000"/>
                      </a:schemeClr>
                    </a:outerShdw>
                  </a:effectLst>
                </p:spPr>
                <p:style>
                  <a:lnRef idx="0">
                    <a:srgbClr val="000000"/>
                  </a:lnRef>
                  <a:fillRef idx="0">
                    <a:srgbClr val="000000"/>
                  </a:fillRef>
                  <a:effectRef idx="0">
                    <a:srgbClr val="000000"/>
                  </a:effectRef>
                  <a:fontRef idx="minor">
                    <a:srgbClr val="000000"/>
                  </a:fontRef>
                </p:style>
                <p:txBody>
                  <a:bodyPr anchor="ctr" bIns="44640" tIns="44640">
                    <a:noAutofit/>
                  </a:bodyPr>
                  <a:p>
                    <a:pPr algn="ctr" defTabSz="9144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b="0" sz="1800" lang="en-US" strike="noStrike" u="none">
                      <a:solidFill>
                        <a:srgbClr val="000000"/>
                      </a:solidFill>
                      <a:effectLst/>
                      <a:latin typeface="OpenSymbol"/>
                    </a:endParaRPr>
                  </a:p>
                </p:txBody>
              </p:sp>
              <p:sp>
                <p:nvSpPr>
                  <p:cNvPr id="1048979" name="Google Shape;812;p9"/>
                  <p:cNvSpPr/>
                  <p:nvPr/>
                </p:nvSpPr>
                <p:spPr>
                  <a:xfrm>
                    <a:off x="8209080" y="3086280"/>
                    <a:ext cx="79200" cy="79200"/>
                  </a:xfrm>
                  <a:prstGeom prst="rect"/>
                  <a:gradFill rotWithShape="0">
                    <a:gsLst>
                      <a:gs pos="0">
                        <a:srgbClr val="B6F8F0"/>
                      </a:gs>
                      <a:gs pos="100000">
                        <a:srgbClr val="7DF3E5"/>
                      </a:gs>
                    </a:gsLst>
                    <a:lin ang="2700000"/>
                  </a:gradFill>
                  <a:ln w="0">
                    <a:noFill/>
                  </a:ln>
                  <a:effectLst>
                    <a:outerShdw algn="bl" blurRad="185760" rotWithShape="0">
                      <a:schemeClr val="dk1">
                        <a:alpha val="31000"/>
                      </a:schemeClr>
                    </a:outerShdw>
                  </a:effectLst>
                </p:spPr>
                <p:style>
                  <a:lnRef idx="0">
                    <a:srgbClr val="000000"/>
                  </a:lnRef>
                  <a:fillRef idx="0">
                    <a:srgbClr val="000000"/>
                  </a:fillRef>
                  <a:effectRef idx="0">
                    <a:srgbClr val="000000"/>
                  </a:effectRef>
                  <a:fontRef idx="minor">
                    <a:srgbClr val="000000"/>
                  </a:fontRef>
                </p:style>
                <p:txBody>
                  <a:bodyPr anchor="ctr" bIns="39600" tIns="39600">
                    <a:noAutofit/>
                  </a:bodyPr>
                  <a:p>
                    <a:pPr algn="ctr" defTabSz="9144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b="0" sz="1800" lang="en-US" strike="noStrike" u="none">
                      <a:solidFill>
                        <a:srgbClr val="000000"/>
                      </a:solidFill>
                      <a:effectLst/>
                      <a:latin typeface="OpenSymbol"/>
                    </a:endParaRPr>
                  </a:p>
                </p:txBody>
              </p:sp>
            </p:grpSp>
            <p:grpSp>
              <p:nvGrpSpPr>
                <p:cNvPr id="107" name="Google Shape;813;p9"/>
                <p:cNvGrpSpPr/>
                <p:nvPr/>
              </p:nvGrpSpPr>
              <p:grpSpPr>
                <a:xfrm>
                  <a:off x="8177040" y="3086280"/>
                  <a:ext cx="142920" cy="2453760"/>
                  <a:chOff x="8177040" y="3086280"/>
                  <a:chExt cx="142920" cy="2453760"/>
                </a:xfrm>
              </p:grpSpPr>
              <p:sp>
                <p:nvSpPr>
                  <p:cNvPr id="1048980" name="Google Shape;814;p9"/>
                  <p:cNvSpPr/>
                  <p:nvPr/>
                </p:nvSpPr>
                <p:spPr>
                  <a:xfrm>
                    <a:off x="8177040" y="5397120"/>
                    <a:ext cx="142920" cy="142920"/>
                  </a:xfrm>
                  <a:prstGeom prst="rect"/>
                  <a:noFill/>
                  <a:ln w="0">
                    <a:noFill/>
                  </a:ln>
                </p:spPr>
                <p:style>
                  <a:lnRef idx="0">
                    <a:srgbClr val="000000"/>
                  </a:lnRef>
                  <a:fillRef idx="0">
                    <a:srgbClr val="000000"/>
                  </a:fillRef>
                  <a:effectRef idx="0">
                    <a:srgbClr val="000000"/>
                  </a:effectRef>
                  <a:fontRef idx="minor">
                    <a:srgbClr val="000000"/>
                  </a:fontRef>
                </p:style>
                <p:txBody>
                  <a:bodyPr anchor="ctr" bIns="71640" tIns="71640">
                    <a:noAutofit/>
                  </a:bodyPr>
                  <a:p>
                    <a:pPr algn="ctr" defTabSz="9144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b="0" sz="1800" lang="en-US" strike="noStrike" u="none">
                      <a:solidFill>
                        <a:srgbClr val="FFFFFF"/>
                      </a:solidFill>
                      <a:effectLst/>
                      <a:latin typeface="OpenSymbol"/>
                    </a:endParaRPr>
                  </a:p>
                </p:txBody>
              </p:sp>
              <p:sp>
                <p:nvSpPr>
                  <p:cNvPr id="1048981" name="Google Shape;815;p9"/>
                  <p:cNvSpPr/>
                  <p:nvPr/>
                </p:nvSpPr>
                <p:spPr>
                  <a:xfrm>
                    <a:off x="8185680" y="5186520"/>
                    <a:ext cx="126000" cy="126360"/>
                  </a:xfrm>
                  <a:prstGeom prst="rect"/>
                  <a:solidFill>
                    <a:srgbClr val="009F8C">
                      <a:alpha val="5000"/>
                    </a:srgbClr>
                  </a:solidFill>
                  <a:ln w="0">
                    <a:noFill/>
                  </a:ln>
                </p:spPr>
                <p:style>
                  <a:lnRef idx="0">
                    <a:srgbClr val="000000"/>
                  </a:lnRef>
                  <a:fillRef idx="0">
                    <a:srgbClr val="000000"/>
                  </a:fillRef>
                  <a:effectRef idx="0">
                    <a:srgbClr val="000000"/>
                  </a:effectRef>
                  <a:fontRef idx="minor">
                    <a:srgbClr val="000000"/>
                  </a:fontRef>
                </p:style>
                <p:txBody>
                  <a:bodyPr anchor="ctr" bIns="63360" tIns="63360">
                    <a:noAutofit/>
                  </a:bodyPr>
                  <a:p>
                    <a:pPr algn="ctr" defTabSz="9144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b="0" sz="1800" lang="en-US" strike="noStrike" u="none">
                      <a:solidFill>
                        <a:srgbClr val="FFFFFF"/>
                      </a:solidFill>
                      <a:effectLst/>
                      <a:latin typeface="OpenSymbol"/>
                    </a:endParaRPr>
                  </a:p>
                </p:txBody>
              </p:sp>
              <p:sp>
                <p:nvSpPr>
                  <p:cNvPr id="1048982" name="Google Shape;816;p9"/>
                  <p:cNvSpPr/>
                  <p:nvPr/>
                </p:nvSpPr>
                <p:spPr>
                  <a:xfrm>
                    <a:off x="8185680" y="4975560"/>
                    <a:ext cx="126000" cy="126360"/>
                  </a:xfrm>
                  <a:prstGeom prst="rect"/>
                  <a:solidFill>
                    <a:srgbClr val="009F8C">
                      <a:alpha val="10000"/>
                    </a:srgbClr>
                  </a:solidFill>
                  <a:ln w="0">
                    <a:noFill/>
                  </a:ln>
                </p:spPr>
                <p:style>
                  <a:lnRef idx="0">
                    <a:srgbClr val="000000"/>
                  </a:lnRef>
                  <a:fillRef idx="0">
                    <a:srgbClr val="000000"/>
                  </a:fillRef>
                  <a:effectRef idx="0">
                    <a:srgbClr val="000000"/>
                  </a:effectRef>
                  <a:fontRef idx="minor">
                    <a:srgbClr val="000000"/>
                  </a:fontRef>
                </p:style>
                <p:txBody>
                  <a:bodyPr anchor="ctr" bIns="63360" tIns="63360">
                    <a:noAutofit/>
                  </a:bodyPr>
                  <a:p>
                    <a:pPr algn="ctr" defTabSz="9144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b="0" sz="1800" lang="en-US" strike="noStrike" u="none">
                      <a:solidFill>
                        <a:srgbClr val="FFFFFF"/>
                      </a:solidFill>
                      <a:effectLst/>
                      <a:latin typeface="OpenSymbol"/>
                    </a:endParaRPr>
                  </a:p>
                </p:txBody>
              </p:sp>
              <p:sp>
                <p:nvSpPr>
                  <p:cNvPr id="1048983" name="Google Shape;817;p9"/>
                  <p:cNvSpPr/>
                  <p:nvPr/>
                </p:nvSpPr>
                <p:spPr>
                  <a:xfrm>
                    <a:off x="8185680" y="4764960"/>
                    <a:ext cx="126000" cy="126360"/>
                  </a:xfrm>
                  <a:prstGeom prst="rect"/>
                  <a:solidFill>
                    <a:srgbClr val="009F8C">
                      <a:alpha val="20000"/>
                    </a:srgbClr>
                  </a:solidFill>
                  <a:ln w="0">
                    <a:noFill/>
                  </a:ln>
                </p:spPr>
                <p:style>
                  <a:lnRef idx="0">
                    <a:srgbClr val="000000"/>
                  </a:lnRef>
                  <a:fillRef idx="0">
                    <a:srgbClr val="000000"/>
                  </a:fillRef>
                  <a:effectRef idx="0">
                    <a:srgbClr val="000000"/>
                  </a:effectRef>
                  <a:fontRef idx="minor">
                    <a:srgbClr val="000000"/>
                  </a:fontRef>
                </p:style>
                <p:txBody>
                  <a:bodyPr anchor="ctr" bIns="63360" tIns="63360">
                    <a:noAutofit/>
                  </a:bodyPr>
                  <a:p>
                    <a:pPr algn="ctr" defTabSz="9144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b="0" sz="1800" lang="en-US" strike="noStrike" u="none">
                      <a:solidFill>
                        <a:srgbClr val="FFFFFF"/>
                      </a:solidFill>
                      <a:effectLst/>
                      <a:latin typeface="OpenSymbol"/>
                    </a:endParaRPr>
                  </a:p>
                </p:txBody>
              </p:sp>
              <p:sp>
                <p:nvSpPr>
                  <p:cNvPr id="1048984" name="Google Shape;818;p9"/>
                  <p:cNvSpPr/>
                  <p:nvPr/>
                </p:nvSpPr>
                <p:spPr>
                  <a:xfrm>
                    <a:off x="8190000" y="4554360"/>
                    <a:ext cx="117360" cy="117720"/>
                  </a:xfrm>
                  <a:prstGeom prst="rect"/>
                  <a:solidFill>
                    <a:srgbClr val="009F8C">
                      <a:alpha val="30000"/>
                    </a:srgbClr>
                  </a:solidFill>
                  <a:ln w="0">
                    <a:noFill/>
                  </a:ln>
                </p:spPr>
                <p:style>
                  <a:lnRef idx="0">
                    <a:srgbClr val="000000"/>
                  </a:lnRef>
                  <a:fillRef idx="0">
                    <a:srgbClr val="000000"/>
                  </a:fillRef>
                  <a:effectRef idx="0">
                    <a:srgbClr val="000000"/>
                  </a:effectRef>
                  <a:fontRef idx="minor">
                    <a:srgbClr val="000000"/>
                  </a:fontRef>
                </p:style>
                <p:txBody>
                  <a:bodyPr anchor="ctr" bIns="59040" tIns="59040">
                    <a:noAutofit/>
                  </a:bodyPr>
                  <a:p>
                    <a:pPr algn="ctr" defTabSz="9144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b="0" sz="1800" lang="en-US" strike="noStrike" u="none">
                      <a:solidFill>
                        <a:srgbClr val="FFFFFF"/>
                      </a:solidFill>
                      <a:effectLst/>
                      <a:latin typeface="OpenSymbol"/>
                    </a:endParaRPr>
                  </a:p>
                </p:txBody>
              </p:sp>
              <p:sp>
                <p:nvSpPr>
                  <p:cNvPr id="1048985" name="Google Shape;819;p9"/>
                  <p:cNvSpPr/>
                  <p:nvPr/>
                </p:nvSpPr>
                <p:spPr>
                  <a:xfrm>
                    <a:off x="8190000" y="4343400"/>
                    <a:ext cx="117360" cy="117720"/>
                  </a:xfrm>
                  <a:prstGeom prst="rect"/>
                  <a:solidFill>
                    <a:srgbClr val="009F8C">
                      <a:alpha val="40000"/>
                    </a:srgbClr>
                  </a:solidFill>
                  <a:ln w="0">
                    <a:noFill/>
                  </a:ln>
                </p:spPr>
                <p:style>
                  <a:lnRef idx="0">
                    <a:srgbClr val="000000"/>
                  </a:lnRef>
                  <a:fillRef idx="0">
                    <a:srgbClr val="000000"/>
                  </a:fillRef>
                  <a:effectRef idx="0">
                    <a:srgbClr val="000000"/>
                  </a:effectRef>
                  <a:fontRef idx="minor">
                    <a:srgbClr val="000000"/>
                  </a:fontRef>
                </p:style>
                <p:txBody>
                  <a:bodyPr anchor="ctr" bIns="59040" tIns="59040">
                    <a:noAutofit/>
                  </a:bodyPr>
                  <a:p>
                    <a:pPr algn="ctr" defTabSz="9144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b="0" sz="1800" lang="en-US" strike="noStrike" u="none">
                      <a:solidFill>
                        <a:srgbClr val="FFFFFF"/>
                      </a:solidFill>
                      <a:effectLst/>
                      <a:latin typeface="OpenSymbol"/>
                    </a:endParaRPr>
                  </a:p>
                </p:txBody>
              </p:sp>
              <p:sp>
                <p:nvSpPr>
                  <p:cNvPr id="1048986" name="Google Shape;820;p9"/>
                  <p:cNvSpPr/>
                  <p:nvPr/>
                </p:nvSpPr>
                <p:spPr>
                  <a:xfrm>
                    <a:off x="8191800" y="4132800"/>
                    <a:ext cx="113040" cy="113040"/>
                  </a:xfrm>
                  <a:prstGeom prst="rect"/>
                  <a:solidFill>
                    <a:srgbClr val="009F8C">
                      <a:alpha val="50000"/>
                    </a:srgbClr>
                  </a:solidFill>
                  <a:ln w="0">
                    <a:noFill/>
                  </a:ln>
                </p:spPr>
                <p:style>
                  <a:lnRef idx="0">
                    <a:srgbClr val="000000"/>
                  </a:lnRef>
                  <a:fillRef idx="0">
                    <a:srgbClr val="000000"/>
                  </a:fillRef>
                  <a:effectRef idx="0">
                    <a:srgbClr val="000000"/>
                  </a:effectRef>
                  <a:fontRef idx="minor">
                    <a:srgbClr val="000000"/>
                  </a:fontRef>
                </p:style>
                <p:txBody>
                  <a:bodyPr anchor="ctr" bIns="56520" tIns="56520">
                    <a:noAutofit/>
                  </a:bodyPr>
                  <a:p>
                    <a:pPr algn="ctr" defTabSz="9144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b="0" sz="1800" lang="en-US" strike="noStrike" u="none">
                      <a:solidFill>
                        <a:srgbClr val="FFFFFF"/>
                      </a:solidFill>
                      <a:effectLst/>
                      <a:latin typeface="OpenSymbol"/>
                    </a:endParaRPr>
                  </a:p>
                </p:txBody>
              </p:sp>
              <p:sp>
                <p:nvSpPr>
                  <p:cNvPr id="1048987" name="Google Shape;821;p9"/>
                  <p:cNvSpPr/>
                  <p:nvPr/>
                </p:nvSpPr>
                <p:spPr>
                  <a:xfrm>
                    <a:off x="8194320" y="3922200"/>
                    <a:ext cx="108720" cy="108720"/>
                  </a:xfrm>
                  <a:prstGeom prst="rect"/>
                  <a:solidFill>
                    <a:srgbClr val="009F8C">
                      <a:alpha val="55000"/>
                    </a:srgbClr>
                  </a:solidFill>
                  <a:ln w="0">
                    <a:noFill/>
                  </a:ln>
                </p:spPr>
                <p:style>
                  <a:lnRef idx="0">
                    <a:srgbClr val="000000"/>
                  </a:lnRef>
                  <a:fillRef idx="0">
                    <a:srgbClr val="000000"/>
                  </a:fillRef>
                  <a:effectRef idx="0">
                    <a:srgbClr val="000000"/>
                  </a:effectRef>
                  <a:fontRef idx="minor">
                    <a:srgbClr val="000000"/>
                  </a:fontRef>
                </p:style>
                <p:txBody>
                  <a:bodyPr anchor="ctr" bIns="54360" tIns="54360">
                    <a:noAutofit/>
                  </a:bodyPr>
                  <a:p>
                    <a:pPr algn="ctr" defTabSz="9144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b="0" sz="1800" lang="en-US" strike="noStrike" u="none">
                      <a:solidFill>
                        <a:srgbClr val="FFFFFF"/>
                      </a:solidFill>
                      <a:effectLst/>
                      <a:latin typeface="OpenSymbol"/>
                    </a:endParaRPr>
                  </a:p>
                </p:txBody>
              </p:sp>
              <p:sp>
                <p:nvSpPr>
                  <p:cNvPr id="1048988" name="Google Shape;822;p9"/>
                  <p:cNvSpPr/>
                  <p:nvPr/>
                </p:nvSpPr>
                <p:spPr>
                  <a:xfrm>
                    <a:off x="8199000" y="3715920"/>
                    <a:ext cx="98640" cy="98640"/>
                  </a:xfrm>
                  <a:prstGeom prst="rect"/>
                  <a:solidFill>
                    <a:srgbClr val="009F8C">
                      <a:alpha val="60000"/>
                    </a:srgbClr>
                  </a:solidFill>
                  <a:ln w="0">
                    <a:noFill/>
                  </a:ln>
                </p:spPr>
                <p:style>
                  <a:lnRef idx="0">
                    <a:srgbClr val="000000"/>
                  </a:lnRef>
                  <a:fillRef idx="0">
                    <a:srgbClr val="000000"/>
                  </a:fillRef>
                  <a:effectRef idx="0">
                    <a:srgbClr val="000000"/>
                  </a:effectRef>
                  <a:fontRef idx="minor">
                    <a:srgbClr val="000000"/>
                  </a:fontRef>
                </p:style>
                <p:txBody>
                  <a:bodyPr anchor="ctr" bIns="49320" tIns="49320">
                    <a:noAutofit/>
                  </a:bodyPr>
                  <a:p>
                    <a:pPr algn="ctr" defTabSz="9144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b="0" sz="1800" lang="en-US" strike="noStrike" u="none">
                      <a:solidFill>
                        <a:srgbClr val="FFFFFF"/>
                      </a:solidFill>
                      <a:effectLst/>
                      <a:latin typeface="OpenSymbol"/>
                    </a:endParaRPr>
                  </a:p>
                </p:txBody>
              </p:sp>
              <p:sp>
                <p:nvSpPr>
                  <p:cNvPr id="1048989" name="Google Shape;823;p9"/>
                  <p:cNvSpPr/>
                  <p:nvPr/>
                </p:nvSpPr>
                <p:spPr>
                  <a:xfrm>
                    <a:off x="8204040" y="3509640"/>
                    <a:ext cx="88920" cy="88920"/>
                  </a:xfrm>
                  <a:prstGeom prst="rect"/>
                  <a:solidFill>
                    <a:srgbClr val="009F8C">
                      <a:alpha val="65000"/>
                    </a:srgbClr>
                  </a:solidFill>
                  <a:ln w="0">
                    <a:noFill/>
                  </a:ln>
                </p:spPr>
                <p:style>
                  <a:lnRef idx="0">
                    <a:srgbClr val="000000"/>
                  </a:lnRef>
                  <a:fillRef idx="0">
                    <a:srgbClr val="000000"/>
                  </a:fillRef>
                  <a:effectRef idx="0">
                    <a:srgbClr val="000000"/>
                  </a:effectRef>
                  <a:fontRef idx="minor">
                    <a:srgbClr val="000000"/>
                  </a:fontRef>
                </p:style>
                <p:txBody>
                  <a:bodyPr anchor="ctr" bIns="44640" tIns="44640">
                    <a:noAutofit/>
                  </a:bodyPr>
                  <a:p>
                    <a:pPr algn="ctr" defTabSz="9144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b="0" sz="1800" lang="en-US" strike="noStrike" u="none">
                      <a:solidFill>
                        <a:srgbClr val="FFFFFF"/>
                      </a:solidFill>
                      <a:effectLst/>
                      <a:latin typeface="OpenSymbol"/>
                    </a:endParaRPr>
                  </a:p>
                </p:txBody>
              </p:sp>
              <p:sp>
                <p:nvSpPr>
                  <p:cNvPr id="1048990" name="Google Shape;824;p9"/>
                  <p:cNvSpPr/>
                  <p:nvPr/>
                </p:nvSpPr>
                <p:spPr>
                  <a:xfrm>
                    <a:off x="8204040" y="3303360"/>
                    <a:ext cx="88920" cy="88920"/>
                  </a:xfrm>
                  <a:prstGeom prst="rect"/>
                  <a:solidFill>
                    <a:srgbClr val="009F8C">
                      <a:alpha val="70000"/>
                    </a:srgbClr>
                  </a:solidFill>
                  <a:ln w="0">
                    <a:noFill/>
                  </a:ln>
                </p:spPr>
                <p:style>
                  <a:lnRef idx="0">
                    <a:srgbClr val="000000"/>
                  </a:lnRef>
                  <a:fillRef idx="0">
                    <a:srgbClr val="000000"/>
                  </a:fillRef>
                  <a:effectRef idx="0">
                    <a:srgbClr val="000000"/>
                  </a:effectRef>
                  <a:fontRef idx="minor">
                    <a:srgbClr val="000000"/>
                  </a:fontRef>
                </p:style>
                <p:txBody>
                  <a:bodyPr anchor="ctr" bIns="44640" tIns="44640">
                    <a:noAutofit/>
                  </a:bodyPr>
                  <a:p>
                    <a:pPr algn="ctr" defTabSz="9144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b="0" sz="1800" lang="en-US" strike="noStrike" u="none">
                      <a:solidFill>
                        <a:srgbClr val="FFFFFF"/>
                      </a:solidFill>
                      <a:effectLst/>
                      <a:latin typeface="OpenSymbol"/>
                    </a:endParaRPr>
                  </a:p>
                </p:txBody>
              </p:sp>
              <p:sp>
                <p:nvSpPr>
                  <p:cNvPr id="1048991" name="Google Shape;825;p9"/>
                  <p:cNvSpPr/>
                  <p:nvPr/>
                </p:nvSpPr>
                <p:spPr>
                  <a:xfrm>
                    <a:off x="8209080" y="3086280"/>
                    <a:ext cx="79200" cy="79200"/>
                  </a:xfrm>
                  <a:prstGeom prst="rect"/>
                  <a:solidFill>
                    <a:srgbClr val="009F8C">
                      <a:alpha val="80000"/>
                    </a:srgbClr>
                  </a:solidFill>
                  <a:ln w="0">
                    <a:noFill/>
                  </a:ln>
                </p:spPr>
                <p:style>
                  <a:lnRef idx="0">
                    <a:srgbClr val="000000"/>
                  </a:lnRef>
                  <a:fillRef idx="0">
                    <a:srgbClr val="000000"/>
                  </a:fillRef>
                  <a:effectRef idx="0">
                    <a:srgbClr val="000000"/>
                  </a:effectRef>
                  <a:fontRef idx="minor">
                    <a:srgbClr val="000000"/>
                  </a:fontRef>
                </p:style>
                <p:txBody>
                  <a:bodyPr anchor="ctr" bIns="39600" tIns="39600">
                    <a:noAutofit/>
                  </a:bodyPr>
                  <a:p>
                    <a:pPr algn="ctr" defTabSz="9144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b="0" sz="1800" lang="en-US" strike="noStrike" u="none">
                      <a:solidFill>
                        <a:srgbClr val="FFFFFF"/>
                      </a:solidFill>
                      <a:effectLst/>
                      <a:latin typeface="OpenSymbol"/>
                    </a:endParaRPr>
                  </a:p>
                </p:txBody>
              </p:sp>
            </p:grpSp>
          </p:grpSp>
        </p:grpSp>
      </p:grpSp>
      <p:sp>
        <p:nvSpPr>
          <p:cNvPr id="1048992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/>
          <a:noFill/>
          <a:ln w="0">
            <a:noFill/>
          </a:ln>
        </p:spPr>
        <p:txBody>
          <a:bodyPr anchor="t" bIns="0" lIns="0" rIns="0" tIns="0">
            <a:normAutofit/>
          </a:bodyPr>
          <a:p>
            <a:pPr indent="-324000" marL="432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sz="1400" lang="fr-FR" strike="noStrike" u="none">
                <a:solidFill>
                  <a:srgbClr val="000000"/>
                </a:solidFill>
                <a:effectLst/>
                <a:latin typeface="Arial"/>
              </a:rPr>
              <a:t>Click to edit the outline text format</a:t>
            </a:r>
            <a:endParaRPr b="0" sz="1400" lang="fr-FR" strike="noStrike" u="none">
              <a:solidFill>
                <a:srgbClr val="000000"/>
              </a:solidFill>
              <a:effectLst/>
              <a:latin typeface="Arial"/>
            </a:endParaRPr>
          </a:p>
          <a:p>
            <a:pPr indent="-324000" lvl="1" marL="86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sz="1400" lang="fr-FR" strike="noStrike" u="none">
                <a:solidFill>
                  <a:srgbClr val="000000"/>
                </a:solidFill>
                <a:effectLst/>
                <a:latin typeface="Arial"/>
              </a:rPr>
              <a:t>Second Outline Level</a:t>
            </a:r>
            <a:endParaRPr b="0" sz="1400" lang="fr-FR" strike="noStrike" u="none">
              <a:solidFill>
                <a:srgbClr val="000000"/>
              </a:solidFill>
              <a:effectLst/>
              <a:latin typeface="Arial"/>
            </a:endParaRPr>
          </a:p>
          <a:p>
            <a:pPr indent="-288000" lvl="2" marL="1296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sz="1400" lang="fr-FR" strike="noStrike" u="none">
                <a:solidFill>
                  <a:srgbClr val="000000"/>
                </a:solidFill>
                <a:effectLst/>
                <a:latin typeface="Arial"/>
              </a:rPr>
              <a:t>Third Outline Level</a:t>
            </a:r>
            <a:endParaRPr b="0" sz="1400" lang="fr-FR" strike="noStrike" u="none">
              <a:solidFill>
                <a:srgbClr val="000000"/>
              </a:solidFill>
              <a:effectLst/>
              <a:latin typeface="Arial"/>
            </a:endParaRPr>
          </a:p>
          <a:p>
            <a:pPr indent="-216000" lvl="3" marL="1728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sz="1400" lang="fr-FR" strike="noStrike" u="none">
                <a:solidFill>
                  <a:srgbClr val="000000"/>
                </a:solidFill>
                <a:effectLst/>
                <a:latin typeface="Arial"/>
              </a:rPr>
              <a:t>Fourth Outline Level</a:t>
            </a:r>
            <a:endParaRPr b="0" sz="1400" lang="fr-FR" strike="noStrike" u="none">
              <a:solidFill>
                <a:srgbClr val="000000"/>
              </a:solidFill>
              <a:effectLst/>
              <a:latin typeface="Arial"/>
            </a:endParaRPr>
          </a:p>
          <a:p>
            <a:pPr indent="-216000" lvl="4" marL="2160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sz="2000" lang="fr-FR" strike="noStrike" u="none">
                <a:solidFill>
                  <a:srgbClr val="000000"/>
                </a:solidFill>
                <a:effectLst/>
                <a:latin typeface="Arial"/>
              </a:rPr>
              <a:t>Fifth Outline Level</a:t>
            </a:r>
            <a:endParaRPr b="0" sz="2000" lang="fr-FR" strike="noStrike" u="none">
              <a:solidFill>
                <a:srgbClr val="000000"/>
              </a:solidFill>
              <a:effectLst/>
              <a:latin typeface="Arial"/>
            </a:endParaRPr>
          </a:p>
          <a:p>
            <a:pPr indent="-216000" lvl="5" marL="2592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sz="2000" lang="fr-FR" strike="noStrike" u="none">
                <a:solidFill>
                  <a:srgbClr val="000000"/>
                </a:solidFill>
                <a:effectLst/>
                <a:latin typeface="Arial"/>
              </a:rPr>
              <a:t>Sixth Outline Level</a:t>
            </a:r>
            <a:endParaRPr b="0" sz="2000" lang="fr-FR" strike="noStrike" u="none">
              <a:solidFill>
                <a:srgbClr val="000000"/>
              </a:solidFill>
              <a:effectLst/>
              <a:latin typeface="Arial"/>
            </a:endParaRPr>
          </a:p>
          <a:p>
            <a:pPr indent="-216000" lvl="6" marL="3024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sz="2000" lang="fr-FR" strike="noStrike" u="none">
                <a:solidFill>
                  <a:srgbClr val="000000"/>
                </a:solidFill>
                <a:effectLst/>
                <a:latin typeface="Arial"/>
              </a:rPr>
              <a:t>Seventh Outline Level</a:t>
            </a:r>
            <a:endParaRPr b="0" sz="2000" lang="fr-FR" strike="noStrike" u="none">
              <a:solidFill>
                <a:srgbClr val="000000"/>
              </a:solidFill>
              <a:effectLst/>
              <a:latin typeface="Arial"/>
            </a:endParaRPr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blank">
  <p:cSld name="BLANK">
    <p:bg>
      <p:bgPr>
        <a:solidFill>
          <a:srgbClr val="FFFFFF"/>
        </a:solidFill>
      </p:bgPr>
    </p:bg>
    <p:spTree>
      <p:nvGrpSpPr>
        <p:cNvPr id="18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blank">
  <p:cSld name="CAPTION_ONLY">
    <p:bg>
      <p:bgPr>
        <a:solidFill>
          <a:schemeClr val="lt1"/>
        </a:solidFill>
      </p:bgPr>
    </p:bg>
    <p:spTree>
      <p:nvGrpSpPr>
        <p:cNvPr id="18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451" name="PlaceHolder 1"/>
          <p:cNvSpPr>
            <a:spLocks noGrp="1"/>
          </p:cNvSpPr>
          <p:nvPr>
            <p:ph type="body"/>
          </p:nvPr>
        </p:nvSpPr>
        <p:spPr>
          <a:xfrm>
            <a:off x="0" y="-13680"/>
            <a:ext cx="9143640" cy="5157000"/>
          </a:xfrm>
          <a:prstGeom prst="rect"/>
          <a:noFill/>
          <a:ln w="0">
            <a:noFill/>
          </a:ln>
        </p:spPr>
        <p:txBody>
          <a:bodyPr anchor="t" bIns="45000" lIns="90000" rIns="90000" tIns="45000">
            <a:normAutofit/>
          </a:bodyPr>
          <a:p>
            <a:pPr indent="-324000" marL="432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sz="1800" lang="fr-FR" strike="noStrike" u="none">
                <a:solidFill>
                  <a:srgbClr val="000000"/>
                </a:solidFill>
                <a:effectLst/>
                <a:latin typeface="Arial"/>
              </a:rPr>
              <a:t>Click to edit the outline text format</a:t>
            </a:r>
            <a:endParaRPr b="0" sz="1800" lang="fr-FR" strike="noStrike" u="none">
              <a:solidFill>
                <a:srgbClr val="000000"/>
              </a:solidFill>
              <a:effectLst/>
              <a:latin typeface="Arial"/>
            </a:endParaRPr>
          </a:p>
          <a:p>
            <a:pPr indent="-324000" lvl="1" marL="86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sz="1800" lang="fr-FR" strike="noStrike" u="none">
                <a:solidFill>
                  <a:srgbClr val="000000"/>
                </a:solidFill>
                <a:effectLst/>
                <a:latin typeface="Arial"/>
              </a:rPr>
              <a:t>Second Outline Level</a:t>
            </a:r>
            <a:endParaRPr b="0" sz="1800" lang="fr-FR" strike="noStrike" u="none">
              <a:solidFill>
                <a:srgbClr val="000000"/>
              </a:solidFill>
              <a:effectLst/>
              <a:latin typeface="Arial"/>
            </a:endParaRPr>
          </a:p>
          <a:p>
            <a:pPr indent="-288000" lvl="2" marL="1296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sz="1800" lang="fr-FR" strike="noStrike" u="none">
                <a:solidFill>
                  <a:srgbClr val="000000"/>
                </a:solidFill>
                <a:effectLst/>
                <a:latin typeface="Arial"/>
              </a:rPr>
              <a:t>Third Outline Level</a:t>
            </a:r>
            <a:endParaRPr b="0" sz="1800" lang="fr-FR" strike="noStrike" u="none">
              <a:solidFill>
                <a:srgbClr val="000000"/>
              </a:solidFill>
              <a:effectLst/>
              <a:latin typeface="Arial"/>
            </a:endParaRPr>
          </a:p>
          <a:p>
            <a:pPr indent="-216000" lvl="3" marL="1728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sz="1800" lang="fr-FR" strike="noStrike" u="none">
                <a:solidFill>
                  <a:srgbClr val="000000"/>
                </a:solidFill>
                <a:effectLst/>
                <a:latin typeface="Arial"/>
              </a:rPr>
              <a:t>Fourth Outline Level</a:t>
            </a:r>
            <a:endParaRPr b="0" sz="1800" lang="fr-FR" strike="noStrike" u="none">
              <a:solidFill>
                <a:srgbClr val="000000"/>
              </a:solidFill>
              <a:effectLst/>
              <a:latin typeface="Arial"/>
            </a:endParaRPr>
          </a:p>
          <a:p>
            <a:pPr indent="-216000" lvl="4" marL="2160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sz="1800" lang="fr-FR" strike="noStrike" u="none">
                <a:solidFill>
                  <a:srgbClr val="000000"/>
                </a:solidFill>
                <a:effectLst/>
                <a:latin typeface="Arial"/>
              </a:rPr>
              <a:t>Fifth Outline Level</a:t>
            </a:r>
            <a:endParaRPr b="0" sz="1800" lang="fr-FR" strike="noStrike" u="none">
              <a:solidFill>
                <a:srgbClr val="000000"/>
              </a:solidFill>
              <a:effectLst/>
              <a:latin typeface="Arial"/>
            </a:endParaRPr>
          </a:p>
          <a:p>
            <a:pPr indent="-216000" lvl="5" marL="2592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sz="1800" lang="fr-FR" strike="noStrike" u="none">
                <a:solidFill>
                  <a:srgbClr val="000000"/>
                </a:solidFill>
                <a:effectLst/>
                <a:latin typeface="Arial"/>
              </a:rPr>
              <a:t>Sixth Outline Level</a:t>
            </a:r>
            <a:endParaRPr b="0" sz="1800" lang="fr-FR" strike="noStrike" u="none">
              <a:solidFill>
                <a:srgbClr val="000000"/>
              </a:solidFill>
              <a:effectLst/>
              <a:latin typeface="Arial"/>
            </a:endParaRPr>
          </a:p>
          <a:p>
            <a:pPr indent="-216000" lvl="6" marL="3024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sz="1800" lang="fr-FR" strike="noStrike" u="none">
                <a:solidFill>
                  <a:srgbClr val="000000"/>
                </a:solidFill>
                <a:effectLst/>
                <a:latin typeface="Arial"/>
              </a:rPr>
              <a:t>Seventh Outline Level</a:t>
            </a:r>
            <a:endParaRPr b="0" sz="1800" lang="fr-FR" strike="noStrike" u="none">
              <a:solidFill>
                <a:srgbClr val="000000"/>
              </a:solidFill>
              <a:effectLst/>
              <a:latin typeface="Arial"/>
            </a:endParaRPr>
          </a:p>
        </p:txBody>
      </p:sp>
      <p:sp>
        <p:nvSpPr>
          <p:cNvPr id="1049452" name="PlaceHolder 2"/>
          <p:cNvSpPr>
            <a:spLocks noGrp="1"/>
          </p:cNvSpPr>
          <p:nvPr>
            <p:ph type="title"/>
          </p:nvPr>
        </p:nvSpPr>
        <p:spPr>
          <a:xfrm>
            <a:off x="720000" y="4014360"/>
            <a:ext cx="7703640" cy="572400"/>
          </a:xfrm>
          <a:prstGeom prst="rect"/>
          <a:solidFill>
            <a:schemeClr val="lt1"/>
          </a:solidFill>
          <a:ln w="0">
            <a:noFill/>
          </a:ln>
        </p:spPr>
        <p:txBody>
          <a:bodyPr anchor="ctr" bIns="91440" lIns="91440" rIns="91440" tIns="91440">
            <a:noAutofit/>
          </a:bodyPr>
          <a:p>
            <a:pPr indent="0">
              <a:buNone/>
            </a:pPr>
            <a:r>
              <a:rPr b="0" sz="3000" lang="fr-FR" strike="noStrike" u="none">
                <a:solidFill>
                  <a:schemeClr val="dk1"/>
                </a:solidFill>
                <a:effectLst/>
                <a:latin typeface="Arial"/>
              </a:rPr>
              <a:t>Click to edit the title text format</a:t>
            </a:r>
            <a:endParaRPr b="0" sz="3000" lang="fr-FR" strike="noStrike" u="none">
              <a:solidFill>
                <a:schemeClr val="dk1"/>
              </a:solidFill>
              <a:effectLst/>
              <a:latin typeface="Arial"/>
            </a:endParaRPr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blank">
  <p:cSld name="simple-light-2">
    <p:bg>
      <p:bgPr>
        <a:solidFill>
          <a:srgbClr val="0E2A47"/>
        </a:solidFill>
      </p:bgPr>
    </p:bg>
    <p:spTree>
      <p:nvGrpSpPr>
        <p:cNvPr id="51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blank">
  <p:cSld name="Default">
    <p:bg>
      <p:bgPr>
        <a:solidFill>
          <a:srgbClr val="0E2A47"/>
        </a:solidFill>
      </p:bgPr>
    </p:bg>
    <p:spTree>
      <p:nvGrpSpPr>
        <p:cNvPr id="51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1741" name="PlaceHolder 1"/>
          <p:cNvSpPr>
            <a:spLocks noGrp="1"/>
          </p:cNvSpPr>
          <p:nvPr>
            <p:ph type="title"/>
          </p:nvPr>
        </p:nvSpPr>
        <p:spPr>
          <a:xfrm>
            <a:off x="716760" y="510840"/>
            <a:ext cx="7710120" cy="482040"/>
          </a:xfrm>
          <a:prstGeom prst="rect"/>
          <a:noFill/>
          <a:ln w="0">
            <a:noFill/>
          </a:ln>
        </p:spPr>
        <p:txBody>
          <a:bodyPr anchor="t" bIns="91440" lIns="91440" rIns="91440" tIns="91440">
            <a:noAutofit/>
          </a:bodyPr>
          <a:p>
            <a:pPr indent="0">
              <a:buNone/>
            </a:pPr>
            <a:r>
              <a:rPr b="0" sz="2400" lang="fr-FR" strike="noStrike" u="none">
                <a:solidFill>
                  <a:schemeClr val="dk1"/>
                </a:solidFill>
                <a:effectLst/>
                <a:latin typeface="Arial"/>
              </a:rPr>
              <a:t>Click to edit the title text format</a:t>
            </a:r>
            <a:endParaRPr b="0" sz="2400" lang="fr-FR" strike="noStrike" u="none">
              <a:solidFill>
                <a:schemeClr val="dk1"/>
              </a:solidFill>
              <a:effectLst/>
              <a:latin typeface="Arial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theme" Target="../theme/theme1.xml"/></Relationships>
</file>

<file path=ppt/slideMasters/_rels/slideMaster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8.xml"/><Relationship Id="rId2" Type="http://schemas.openxmlformats.org/officeDocument/2006/relationships/slideLayout" Target="../slideLayouts/slideLayout29.xml"/><Relationship Id="rId3" Type="http://schemas.openxmlformats.org/officeDocument/2006/relationships/theme" Target="../theme/theme2.xml"/></Relationships>
</file>

<file path=ppt/slideMasters/_rels/slideMaster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slideLayout" Target="../slideLayouts/slideLayout31.xml"/><Relationship Id="rId3" Type="http://schemas.openxmlformats.org/officeDocument/2006/relationships/theme" Target="../theme/theme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hlink="hlink" folHlink="folHlink"/>
  <p:sldLayoutIdLst>
    <p:sldLayoutId id="2147483651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  <p:sldLayoutId id="2147483660" r:id="rId10"/>
    <p:sldLayoutId id="2147483661" r:id="rId11"/>
    <p:sldLayoutId id="2147483662" r:id="rId12"/>
    <p:sldLayoutId id="2147483663" r:id="rId13"/>
    <p:sldLayoutId id="2147483664" r:id="rId14"/>
    <p:sldLayoutId id="2147483665" r:id="rId15"/>
    <p:sldLayoutId id="2147483666" r:id="rId16"/>
    <p:sldLayoutId id="2147483667" r:id="rId17"/>
    <p:sldLayoutId id="2147483668" r:id="rId18"/>
    <p:sldLayoutId id="2147483669" r:id="rId19"/>
    <p:sldLayoutId id="2147483670" r:id="rId20"/>
    <p:sldLayoutId id="2147483671" r:id="rId21"/>
    <p:sldLayoutId id="2147483672" r:id="rId22"/>
    <p:sldLayoutId id="2147483673" r:id="rId23"/>
    <p:sldLayoutId id="2147483674" r:id="rId24"/>
    <p:sldLayoutId id="2147483675" r:id="rId25"/>
    <p:sldLayoutId id="2147483676" r:id="rId26"/>
    <p:sldLayoutId id="2147483677" r:id="rId27"/>
  </p:sldLayoutId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7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hlink="hlink" folHlink="folHlink"/>
  <p:sldLayoutIdLst>
    <p:sldLayoutId id="2147483678" r:id="rId1"/>
    <p:sldLayoutId id="2147483679" r:id="rId2"/>
  </p:sldLayoutId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51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hlink="hlink" folHlink="folHlink"/>
  <p:sldLayoutIdLst>
    <p:sldLayoutId id="2147483680" r:id="rId1"/>
    <p:sldLayoutId id="2147483681" r:id="rId2"/>
  </p:sldLayoutIdLst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8.xml"/></Relationships>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27.xml"/></Relationships>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27.xml"/></Relationships>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image" Target="../media/image4.jpeg"/><Relationship Id="rId2" Type="http://schemas.openxmlformats.org/officeDocument/2006/relationships/slideLayout" Target="../slideLayouts/slideLayout8.xml"/></Relationships>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1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343D"/>
        </a:solidFill>
      </p:bgPr>
    </p:bg>
    <p:spTree>
      <p:nvGrpSpPr>
        <p:cNvPr id="5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74" name="PlaceHolder 1"/>
          <p:cNvSpPr>
            <a:spLocks noGrp="1"/>
          </p:cNvSpPr>
          <p:nvPr>
            <p:ph type="title"/>
          </p:nvPr>
        </p:nvSpPr>
        <p:spPr>
          <a:xfrm>
            <a:off x="1609560" y="396109"/>
            <a:ext cx="5863956" cy="1430265"/>
          </a:xfrm>
          <a:prstGeom prst="rect"/>
          <a:noFill/>
          <a:ln w="12700">
            <a:noFill/>
          </a:ln>
        </p:spPr>
        <p:txBody>
          <a:bodyPr anchor="b" bIns="91440" lIns="91440" rIns="91440" tIns="91440">
            <a:normAutofit fontScale="90000"/>
          </a:bodyPr>
          <a:p>
            <a:pPr algn="ctr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sz="4800" lang="en-US" strike="noStrike" u="none">
                <a:solidFill>
                  <a:schemeClr val="dk1"/>
                </a:solidFill>
                <a:effectLst/>
                <a:latin typeface="Outfit"/>
                <a:ea typeface="Outfit"/>
              </a:rPr>
              <a:t>Compiler</a:t>
            </a:r>
            <a:endParaRPr b="0" sz="4800" lang="fr-FR" strike="noStrike" u="none">
              <a:solidFill>
                <a:schemeClr val="dk1"/>
              </a:solidFill>
              <a:effectLst/>
              <a:latin typeface="Arial"/>
            </a:endParaRPr>
          </a:p>
          <a:p>
            <a:pPr algn="ctr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sz="4800" lang="en-US" strike="noStrike" u="none">
                <a:solidFill>
                  <a:schemeClr val="dk1"/>
                </a:solidFill>
                <a:effectLst/>
                <a:latin typeface="Outfit"/>
                <a:ea typeface="Outfit"/>
              </a:rPr>
              <a:t> Design</a:t>
            </a:r>
            <a:endParaRPr b="0" sz="4800" lang="fr-FR" strike="noStrike" u="none">
              <a:solidFill>
                <a:schemeClr val="dk1"/>
              </a:solidFill>
              <a:effectLst/>
              <a:latin typeface="Arial"/>
            </a:endParaRPr>
          </a:p>
        </p:txBody>
      </p:sp>
      <p:sp>
        <p:nvSpPr>
          <p:cNvPr id="1048675" name="PlaceHolder 2"/>
          <p:cNvSpPr>
            <a:spLocks noGrp="1"/>
          </p:cNvSpPr>
          <p:nvPr>
            <p:ph type="subTitle"/>
          </p:nvPr>
        </p:nvSpPr>
        <p:spPr>
          <a:xfrm>
            <a:off x="1288080" y="2110507"/>
            <a:ext cx="6520589" cy="3098140"/>
          </a:xfrm>
          <a:prstGeom prst="rect"/>
          <a:noFill/>
          <a:ln w="12700">
            <a:noFill/>
            <a:prstDash val="solid"/>
            <a:round/>
          </a:ln>
        </p:spPr>
        <p:txBody>
          <a:bodyPr anchor="t" bIns="91440" lIns="91440" rIns="91440" tIns="91440">
            <a:normAutofit fontScale="58333" lnSpcReduction="20000"/>
          </a:bodyPr>
          <a:p>
            <a:pPr algn="ctr" indent="0">
              <a:lnSpc>
                <a:spcPct val="100000"/>
              </a:lnSpc>
              <a:buNone/>
              <a:tabLst>
                <a:tab algn="l" pos="0"/>
              </a:tabLst>
            </a:pPr>
            <a:endParaRPr b="0" sz="2592" lang="en-US" strike="noStrike" u="none">
              <a:solidFill>
                <a:srgbClr val="FFFFFF"/>
              </a:solidFill>
              <a:effectLst/>
              <a:latin typeface="OpenSymbol"/>
            </a:endParaRPr>
          </a:p>
          <a:p>
            <a:pPr algn="ctr" indent="0">
              <a:lnSpc>
                <a:spcPct val="100000"/>
              </a:lnSpc>
              <a:buNone/>
              <a:tabLst>
                <a:tab algn="l" pos="0"/>
              </a:tabLst>
            </a:pPr>
            <a:endParaRPr b="0" sz="2592" lang="en-US" strike="noStrike" u="none">
              <a:solidFill>
                <a:srgbClr val="FFFFFF"/>
              </a:solidFill>
              <a:effectLst/>
              <a:latin typeface="OpenSymbol"/>
            </a:endParaRPr>
          </a:p>
          <a:p>
            <a:pPr algn="ctr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sz="2592" lang="en-US" strike="noStrike" u="none">
                <a:solidFill>
                  <a:schemeClr val="dk1"/>
                </a:solidFill>
                <a:effectLst/>
                <a:latin typeface="Lato"/>
                <a:ea typeface="Lato"/>
              </a:rPr>
              <a:t> </a:t>
            </a:r>
            <a:r>
              <a:rPr b="1" sz="4507" lang="en-US" strike="noStrike" u="none">
                <a:solidFill>
                  <a:schemeClr val="dk1"/>
                </a:solidFill>
                <a:effectLst/>
                <a:latin typeface="Lato"/>
                <a:ea typeface="Lato"/>
              </a:rPr>
              <a:t>Predictive </a:t>
            </a:r>
            <a:r>
              <a:rPr b="1" sz="4507" lang="en-US" strike="noStrike" u="none">
                <a:solidFill>
                  <a:schemeClr val="dk1"/>
                </a:solidFill>
                <a:effectLst/>
                <a:latin typeface="Lato"/>
                <a:ea typeface="Lato"/>
              </a:rPr>
              <a:t>Parsing</a:t>
            </a:r>
            <a:endParaRPr b="1" sz="4507" lang="en-US" strike="noStrike" u="none">
              <a:solidFill>
                <a:srgbClr val="FFFFFF"/>
              </a:solidFill>
              <a:effectLst/>
              <a:latin typeface="OpenSymbol"/>
            </a:endParaRPr>
          </a:p>
          <a:p>
            <a:pPr algn="ctr" indent="0">
              <a:lnSpc>
                <a:spcPct val="100000"/>
              </a:lnSpc>
              <a:buNone/>
              <a:tabLst>
                <a:tab algn="l" pos="0"/>
              </a:tabLst>
            </a:pPr>
            <a:endParaRPr b="0" sz="2592" lang="en-US" strike="noStrike" u="none">
              <a:solidFill>
                <a:srgbClr val="FFFFFF"/>
              </a:solidFill>
              <a:effectLst/>
              <a:latin typeface="OpenSymbol"/>
            </a:endParaRPr>
          </a:p>
          <a:p>
            <a:pPr algn="ctr" indent="0">
              <a:lnSpc>
                <a:spcPct val="100000"/>
              </a:lnSpc>
              <a:buNone/>
              <a:tabLst>
                <a:tab algn="l" pos="0"/>
              </a:tabLst>
            </a:pPr>
            <a:endParaRPr b="0" sz="2592" lang="en-US" strike="noStrike" u="none">
              <a:solidFill>
                <a:srgbClr val="FFFFFF"/>
              </a:solidFill>
              <a:effectLst/>
              <a:latin typeface="OpenSymbol"/>
            </a:endParaRPr>
          </a:p>
          <a:p>
            <a:pPr algn="ctr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sz="3380" lang="en-US" strike="noStrike" u="none">
                <a:solidFill>
                  <a:srgbClr val="FFFFFF"/>
                </a:solidFill>
                <a:effectLst/>
                <a:latin typeface="OpenSymbol"/>
              </a:rPr>
              <a:t>assignment</a:t>
            </a:r>
            <a:r>
              <a:rPr b="0" sz="3380" lang="en-US" strike="noStrike" u="none">
                <a:solidFill>
                  <a:srgbClr val="FFFFFF"/>
                </a:solidFill>
                <a:effectLst/>
                <a:latin typeface="OpenSymbol"/>
              </a:rPr>
              <a:t> </a:t>
            </a:r>
            <a:r>
              <a:rPr b="0" sz="3380" lang="en-US" strike="noStrike" u="none">
                <a:solidFill>
                  <a:srgbClr val="FFFFFF"/>
                </a:solidFill>
                <a:effectLst/>
                <a:latin typeface="OpenSymbol"/>
              </a:rPr>
              <a:t>0</a:t>
            </a:r>
            <a:r>
              <a:rPr b="0" sz="3380" lang="en-US" strike="noStrike" u="none">
                <a:solidFill>
                  <a:srgbClr val="FFFFFF"/>
                </a:solidFill>
                <a:effectLst/>
                <a:latin typeface="OpenSymbol"/>
              </a:rPr>
              <a:t>1</a:t>
            </a:r>
            <a:endParaRPr b="0" sz="3380" lang="en-US" strike="noStrike" u="none">
              <a:solidFill>
                <a:srgbClr val="FFFFFF"/>
              </a:solidFill>
              <a:effectLst/>
              <a:latin typeface="OpenSymbol"/>
            </a:endParaRPr>
          </a:p>
          <a:p>
            <a:pPr algn="ctr" indent="0">
              <a:lnSpc>
                <a:spcPct val="100000"/>
              </a:lnSpc>
              <a:buNone/>
              <a:tabLst>
                <a:tab algn="l" pos="0"/>
              </a:tabLst>
            </a:pPr>
            <a:endParaRPr b="0" sz="2592" lang="en-US" strike="noStrike" u="none">
              <a:solidFill>
                <a:srgbClr val="FFFFFF"/>
              </a:solidFill>
              <a:effectLst/>
              <a:latin typeface="OpenSymbol"/>
            </a:endParaRPr>
          </a:p>
          <a:p>
            <a:pPr algn="l" indent="0">
              <a:lnSpc>
                <a:spcPct val="100000"/>
              </a:lnSpc>
              <a:buNone/>
              <a:tabLst>
                <a:tab algn="l" pos="0"/>
              </a:tabLst>
            </a:pPr>
            <a:endParaRPr b="0" sz="2400" lang="en-US" strike="noStrike" u="none">
              <a:solidFill>
                <a:srgbClr val="FFFFFF"/>
              </a:solidFill>
              <a:effectLst/>
              <a:latin typeface="OpenSymbol"/>
            </a:endParaRPr>
          </a:p>
          <a:p>
            <a:pPr algn="l" indent="0">
              <a:lnSpc>
                <a:spcPct val="100000"/>
              </a:lnSpc>
              <a:buNone/>
              <a:tabLst>
                <a:tab algn="l" pos="0"/>
              </a:tabLst>
            </a:pPr>
            <a:endParaRPr b="0" sz="2400" lang="en-US" strike="noStrike" u="none">
              <a:solidFill>
                <a:srgbClr val="FFFFFF"/>
              </a:solidFill>
              <a:effectLst/>
              <a:latin typeface="OpenSymbol"/>
            </a:endParaRPr>
          </a:p>
          <a:p>
            <a:pPr algn="l" indent="0">
              <a:lnSpc>
                <a:spcPct val="100000"/>
              </a:lnSpc>
              <a:buNone/>
              <a:tabLst>
                <a:tab algn="l" pos="0"/>
              </a:tabLst>
            </a:pPr>
            <a:endParaRPr b="0" sz="2400" lang="en-US" strike="noStrike" u="none">
              <a:solidFill>
                <a:srgbClr val="FFFFFF"/>
              </a:solidFill>
              <a:effectLst/>
              <a:latin typeface="OpenSymbol"/>
            </a:endParaRPr>
          </a:p>
          <a:p>
            <a:pPr algn="l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sz="2400" lang="en-US" strike="noStrike" u="none">
                <a:solidFill>
                  <a:schemeClr val="dk1"/>
                </a:solidFill>
                <a:effectLst/>
                <a:latin typeface="Lato"/>
                <a:ea typeface="Lato"/>
              </a:rPr>
              <a:t>prepared</a:t>
            </a:r>
            <a:r>
              <a:rPr b="0" sz="2400" lang="en-US" strike="noStrike" u="none">
                <a:solidFill>
                  <a:schemeClr val="dk1"/>
                </a:solidFill>
                <a:effectLst/>
                <a:latin typeface="Lato"/>
                <a:ea typeface="Lato"/>
              </a:rPr>
              <a:t> </a:t>
            </a:r>
            <a:r>
              <a:rPr b="0" sz="2400" lang="en-US" strike="noStrike" u="none">
                <a:solidFill>
                  <a:schemeClr val="dk1"/>
                </a:solidFill>
                <a:effectLst/>
                <a:latin typeface="Lato"/>
                <a:ea typeface="Lato"/>
              </a:rPr>
              <a:t>by</a:t>
            </a:r>
            <a:r>
              <a:rPr b="0" sz="2400" lang="en-US" strike="noStrike" u="none">
                <a:solidFill>
                  <a:schemeClr val="dk1"/>
                </a:solidFill>
                <a:effectLst/>
                <a:latin typeface="Lato"/>
                <a:ea typeface="Lato"/>
              </a:rPr>
              <a:t> </a:t>
            </a:r>
            <a:r>
              <a:rPr b="0" sz="2400" lang="en-US" strike="noStrike" u="none">
                <a:solidFill>
                  <a:schemeClr val="dk1"/>
                </a:solidFill>
                <a:effectLst/>
                <a:latin typeface="Lato"/>
                <a:ea typeface="Lato"/>
              </a:rPr>
              <a:t>firehiwot</a:t>
            </a:r>
            <a:r>
              <a:rPr b="0" sz="2400" lang="en-US" strike="noStrike" u="none">
                <a:solidFill>
                  <a:schemeClr val="dk1"/>
                </a:solidFill>
                <a:effectLst/>
                <a:latin typeface="Lato"/>
                <a:ea typeface="Lato"/>
              </a:rPr>
              <a:t> </a:t>
            </a:r>
            <a:r>
              <a:rPr b="0" sz="2400" lang="en-US" strike="noStrike" u="none">
                <a:solidFill>
                  <a:schemeClr val="dk1"/>
                </a:solidFill>
                <a:effectLst/>
                <a:latin typeface="Lato"/>
                <a:ea typeface="Lato"/>
              </a:rPr>
              <a:t>yibeltal</a:t>
            </a:r>
            <a:endParaRPr b="0" sz="2400" lang="en-US" strike="noStrike" u="none">
              <a:solidFill>
                <a:srgbClr val="FFFFFF"/>
              </a:solidFill>
              <a:effectLst/>
              <a:latin typeface="OpenSymbol"/>
            </a:endParaRPr>
          </a:p>
          <a:p>
            <a:pPr algn="l" indent="0">
              <a:lnSpc>
                <a:spcPct val="100000"/>
              </a:lnSpc>
              <a:buNone/>
              <a:tabLst>
                <a:tab algn="l" pos="0"/>
              </a:tabLst>
            </a:pPr>
            <a:endParaRPr b="0" sz="2400" lang="en-US" strike="noStrike" u="none">
              <a:solidFill>
                <a:srgbClr val="FFFFFF"/>
              </a:solidFill>
              <a:effectLst/>
              <a:latin typeface="OpenSymbol"/>
            </a:endParaRPr>
          </a:p>
          <a:p>
            <a:pPr algn="l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sz="2400" lang="en-US" strike="noStrike" u="none">
                <a:solidFill>
                  <a:schemeClr val="dk1"/>
                </a:solidFill>
                <a:effectLst/>
                <a:latin typeface="Lato"/>
                <a:ea typeface="Lato"/>
              </a:rPr>
              <a:t> </a:t>
            </a:r>
            <a:r>
              <a:rPr b="0" sz="2400" lang="en-US" strike="noStrike" u="none">
                <a:solidFill>
                  <a:schemeClr val="dk1"/>
                </a:solidFill>
                <a:effectLst/>
                <a:latin typeface="Lato"/>
                <a:ea typeface="Lato"/>
              </a:rPr>
              <a:t>Bdu</a:t>
            </a:r>
            <a:r>
              <a:rPr b="0" sz="2400" lang="en-US" strike="noStrike" u="none">
                <a:solidFill>
                  <a:schemeClr val="dk1"/>
                </a:solidFill>
                <a:effectLst/>
                <a:latin typeface="Lato"/>
                <a:ea typeface="Lato"/>
              </a:rPr>
              <a:t>1</a:t>
            </a:r>
            <a:r>
              <a:rPr b="0" sz="2400" lang="en-US" strike="noStrike" u="none">
                <a:solidFill>
                  <a:schemeClr val="dk1"/>
                </a:solidFill>
                <a:effectLst/>
                <a:latin typeface="Lato"/>
                <a:ea typeface="Lato"/>
              </a:rPr>
              <a:t>4</a:t>
            </a:r>
            <a:r>
              <a:rPr b="0" sz="2400" lang="en-US" strike="noStrike" u="none">
                <a:solidFill>
                  <a:schemeClr val="dk1"/>
                </a:solidFill>
                <a:effectLst/>
                <a:latin typeface="Lato"/>
                <a:ea typeface="Lato"/>
              </a:rPr>
              <a:t>1</a:t>
            </a:r>
            <a:r>
              <a:rPr b="0" sz="2400" lang="en-US" strike="noStrike" u="none">
                <a:solidFill>
                  <a:schemeClr val="dk1"/>
                </a:solidFill>
                <a:effectLst/>
                <a:latin typeface="Lato"/>
                <a:ea typeface="Lato"/>
              </a:rPr>
              <a:t>1</a:t>
            </a:r>
            <a:r>
              <a:rPr b="0" sz="2400" lang="en-US" strike="noStrike" u="none">
                <a:solidFill>
                  <a:schemeClr val="dk1"/>
                </a:solidFill>
                <a:effectLst/>
                <a:latin typeface="Lato"/>
                <a:ea typeface="Lato"/>
              </a:rPr>
              <a:t>2</a:t>
            </a:r>
            <a:r>
              <a:rPr b="0" sz="2400" lang="en-US" strike="noStrike" u="none">
                <a:solidFill>
                  <a:schemeClr val="dk1"/>
                </a:solidFill>
                <a:effectLst/>
                <a:latin typeface="Lato"/>
                <a:ea typeface="Lato"/>
              </a:rPr>
              <a:t>8</a:t>
            </a:r>
            <a:r>
              <a:rPr b="0" sz="2400" lang="en-US" strike="noStrike" u="none">
                <a:solidFill>
                  <a:schemeClr val="dk1"/>
                </a:solidFill>
                <a:effectLst/>
                <a:latin typeface="Lato"/>
                <a:ea typeface="Lato"/>
              </a:rPr>
              <a:t>9</a:t>
            </a:r>
            <a:endParaRPr b="0" sz="2400" lang="en-US" strike="noStrike" u="none">
              <a:solidFill>
                <a:srgbClr val="FFFFFF"/>
              </a:solidFill>
              <a:effectLst/>
              <a:latin typeface="OpenSymbol"/>
            </a:endParaRPr>
          </a:p>
          <a:p>
            <a:pPr algn="l" indent="0">
              <a:lnSpc>
                <a:spcPct val="100000"/>
              </a:lnSpc>
              <a:buNone/>
              <a:tabLst>
                <a:tab algn="l" pos="0"/>
              </a:tabLst>
            </a:pPr>
            <a:endParaRPr b="0" sz="2400" lang="en-US" strike="noStrike" u="none">
              <a:solidFill>
                <a:srgbClr val="FFFFFF"/>
              </a:solidFill>
              <a:effectLst/>
              <a:latin typeface="OpenSymbol"/>
            </a:endParaRPr>
          </a:p>
          <a:p>
            <a:pPr algn="ctr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sz="2400" lang="en-US" strike="noStrike" u="none">
                <a:solidFill>
                  <a:schemeClr val="dk1"/>
                </a:solidFill>
                <a:effectLst/>
                <a:latin typeface="Lato"/>
                <a:ea typeface="Lato"/>
              </a:rPr>
              <a:t> </a:t>
            </a:r>
            <a:endParaRPr b="0" sz="2400" lang="en-US" strike="noStrike" u="none">
              <a:solidFill>
                <a:srgbClr val="FFFFFF"/>
              </a:solidFill>
              <a:effectLst/>
              <a:latin typeface="OpenSymbol"/>
            </a:endParaRPr>
          </a:p>
        </p:txBody>
      </p:sp>
      <p:grpSp>
        <p:nvGrpSpPr>
          <p:cNvPr id="56" name="Google Shape;3214;p34"/>
          <p:cNvGrpSpPr/>
          <p:nvPr/>
        </p:nvGrpSpPr>
        <p:grpSpPr>
          <a:xfrm>
            <a:off x="1157760" y="-126720"/>
            <a:ext cx="142920" cy="2454120"/>
            <a:chOff x="1157760" y="-126720"/>
            <a:chExt cx="142920" cy="2454120"/>
          </a:xfrm>
        </p:grpSpPr>
        <p:grpSp>
          <p:nvGrpSpPr>
            <p:cNvPr id="57" name="Google Shape;3215;p34"/>
            <p:cNvGrpSpPr/>
            <p:nvPr/>
          </p:nvGrpSpPr>
          <p:grpSpPr>
            <a:xfrm>
              <a:off x="1157760" y="-126720"/>
              <a:ext cx="142920" cy="2454120"/>
              <a:chOff x="1157760" y="-126720"/>
              <a:chExt cx="142920" cy="2454120"/>
            </a:xfrm>
          </p:grpSpPr>
          <p:sp>
            <p:nvSpPr>
              <p:cNvPr id="1048676" name="Google Shape;3216;p34"/>
              <p:cNvSpPr/>
              <p:nvPr/>
            </p:nvSpPr>
            <p:spPr>
              <a:xfrm>
                <a:off x="1157760" y="2184480"/>
                <a:ext cx="142920" cy="142920"/>
              </a:xfrm>
              <a:prstGeom prst="rect"/>
              <a:gradFill rotWithShape="0">
                <a:gsLst>
                  <a:gs pos="0">
                    <a:srgbClr val="B6F8F0"/>
                  </a:gs>
                  <a:gs pos="100000">
                    <a:srgbClr val="7DF3E5"/>
                  </a:gs>
                </a:gsLst>
                <a:lin ang="2700000"/>
              </a:gradFill>
              <a:ln w="0">
                <a:noFill/>
              </a:ln>
              <a:effectLst>
                <a:outerShdw algn="bl" blurRad="185760" rotWithShape="0">
                  <a:schemeClr val="dk1">
                    <a:alpha val="31000"/>
                  </a:schemeClr>
                </a:outerShdw>
              </a:effectLst>
            </p:spPr>
            <p:style>
              <a:lnRef idx="0">
                <a:srgbClr val="000000"/>
              </a:lnRef>
              <a:fillRef idx="0">
                <a:srgbClr val="000000"/>
              </a:fillRef>
              <a:effectRef idx="0">
                <a:srgbClr val="000000"/>
              </a:effectRef>
              <a:fontRef idx="minor">
                <a:srgbClr val="000000"/>
              </a:fontRef>
            </p:style>
            <p:txBody>
              <a:bodyPr anchor="ctr" bIns="71640" tIns="71640">
                <a:noAutofit/>
              </a:bodyPr>
              <a:p>
                <a:pPr algn="ctr"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sz="1800" lang="en-US" strike="noStrike" u="none">
                  <a:solidFill>
                    <a:srgbClr val="000000"/>
                  </a:solidFill>
                  <a:effectLst/>
                  <a:latin typeface="OpenSymbol"/>
                </a:endParaRPr>
              </a:p>
            </p:txBody>
          </p:sp>
          <p:sp>
            <p:nvSpPr>
              <p:cNvPr id="1048677" name="Google Shape;3217;p34"/>
              <p:cNvSpPr/>
              <p:nvPr/>
            </p:nvSpPr>
            <p:spPr>
              <a:xfrm>
                <a:off x="1166400" y="1973520"/>
                <a:ext cx="126000" cy="126360"/>
              </a:xfrm>
              <a:prstGeom prst="rect"/>
              <a:gradFill rotWithShape="0">
                <a:gsLst>
                  <a:gs pos="0">
                    <a:srgbClr val="B6F8F0"/>
                  </a:gs>
                  <a:gs pos="100000">
                    <a:srgbClr val="7DF3E5"/>
                  </a:gs>
                </a:gsLst>
                <a:lin ang="2700000"/>
              </a:gradFill>
              <a:ln w="0">
                <a:noFill/>
              </a:ln>
              <a:effectLst>
                <a:outerShdw algn="bl" blurRad="185760" rotWithShape="0">
                  <a:schemeClr val="dk1">
                    <a:alpha val="31000"/>
                  </a:schemeClr>
                </a:outerShdw>
              </a:effectLst>
            </p:spPr>
            <p:style>
              <a:lnRef idx="0">
                <a:srgbClr val="000000"/>
              </a:lnRef>
              <a:fillRef idx="0">
                <a:srgbClr val="000000"/>
              </a:fillRef>
              <a:effectRef idx="0">
                <a:srgbClr val="000000"/>
              </a:effectRef>
              <a:fontRef idx="minor">
                <a:srgbClr val="000000"/>
              </a:fontRef>
            </p:style>
            <p:txBody>
              <a:bodyPr anchor="ctr" bIns="63360" tIns="63360">
                <a:noAutofit/>
              </a:bodyPr>
              <a:p>
                <a:pPr algn="ctr"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sz="1800" lang="en-US" strike="noStrike" u="none">
                  <a:solidFill>
                    <a:srgbClr val="000000"/>
                  </a:solidFill>
                  <a:effectLst/>
                  <a:latin typeface="OpenSymbol"/>
                </a:endParaRPr>
              </a:p>
            </p:txBody>
          </p:sp>
          <p:sp>
            <p:nvSpPr>
              <p:cNvPr id="1048678" name="Google Shape;3218;p34"/>
              <p:cNvSpPr/>
              <p:nvPr/>
            </p:nvSpPr>
            <p:spPr>
              <a:xfrm>
                <a:off x="1166400" y="1762920"/>
                <a:ext cx="126000" cy="126360"/>
              </a:xfrm>
              <a:prstGeom prst="rect"/>
              <a:gradFill rotWithShape="0">
                <a:gsLst>
                  <a:gs pos="0">
                    <a:srgbClr val="B6F8F0"/>
                  </a:gs>
                  <a:gs pos="100000">
                    <a:srgbClr val="7DF3E5"/>
                  </a:gs>
                </a:gsLst>
                <a:lin ang="2700000"/>
              </a:gradFill>
              <a:ln w="0">
                <a:noFill/>
              </a:ln>
              <a:effectLst>
                <a:outerShdw algn="bl" blurRad="185760" rotWithShape="0">
                  <a:schemeClr val="dk1">
                    <a:alpha val="31000"/>
                  </a:schemeClr>
                </a:outerShdw>
              </a:effectLst>
            </p:spPr>
            <p:style>
              <a:lnRef idx="0">
                <a:srgbClr val="000000"/>
              </a:lnRef>
              <a:fillRef idx="0">
                <a:srgbClr val="000000"/>
              </a:fillRef>
              <a:effectRef idx="0">
                <a:srgbClr val="000000"/>
              </a:effectRef>
              <a:fontRef idx="minor">
                <a:srgbClr val="000000"/>
              </a:fontRef>
            </p:style>
            <p:txBody>
              <a:bodyPr anchor="ctr" bIns="63360" tIns="63360">
                <a:noAutofit/>
              </a:bodyPr>
              <a:p>
                <a:pPr algn="ctr"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sz="1800" lang="en-US" strike="noStrike" u="none">
                  <a:solidFill>
                    <a:srgbClr val="000000"/>
                  </a:solidFill>
                  <a:effectLst/>
                  <a:latin typeface="OpenSymbol"/>
                </a:endParaRPr>
              </a:p>
            </p:txBody>
          </p:sp>
          <p:sp>
            <p:nvSpPr>
              <p:cNvPr id="1048679" name="Google Shape;3219;p34"/>
              <p:cNvSpPr/>
              <p:nvPr/>
            </p:nvSpPr>
            <p:spPr>
              <a:xfrm>
                <a:off x="1166400" y="1552320"/>
                <a:ext cx="126000" cy="126360"/>
              </a:xfrm>
              <a:prstGeom prst="rect"/>
              <a:gradFill rotWithShape="0">
                <a:gsLst>
                  <a:gs pos="0">
                    <a:srgbClr val="B6F8F0"/>
                  </a:gs>
                  <a:gs pos="100000">
                    <a:srgbClr val="7DF3E5"/>
                  </a:gs>
                </a:gsLst>
                <a:lin ang="2700000"/>
              </a:gradFill>
              <a:ln w="0">
                <a:noFill/>
              </a:ln>
              <a:effectLst>
                <a:outerShdw algn="bl" blurRad="185760" rotWithShape="0">
                  <a:schemeClr val="dk1">
                    <a:alpha val="31000"/>
                  </a:schemeClr>
                </a:outerShdw>
              </a:effectLst>
            </p:spPr>
            <p:style>
              <a:lnRef idx="0">
                <a:srgbClr val="000000"/>
              </a:lnRef>
              <a:fillRef idx="0">
                <a:srgbClr val="000000"/>
              </a:fillRef>
              <a:effectRef idx="0">
                <a:srgbClr val="000000"/>
              </a:effectRef>
              <a:fontRef idx="minor">
                <a:srgbClr val="000000"/>
              </a:fontRef>
            </p:style>
            <p:txBody>
              <a:bodyPr anchor="ctr" bIns="63360" tIns="63360">
                <a:noAutofit/>
              </a:bodyPr>
              <a:p>
                <a:pPr algn="ctr"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sz="1800" lang="en-US" strike="noStrike" u="none">
                  <a:solidFill>
                    <a:srgbClr val="000000"/>
                  </a:solidFill>
                  <a:effectLst/>
                  <a:latin typeface="OpenSymbol"/>
                </a:endParaRPr>
              </a:p>
            </p:txBody>
          </p:sp>
          <p:sp>
            <p:nvSpPr>
              <p:cNvPr id="1048680" name="Google Shape;3220;p34"/>
              <p:cNvSpPr/>
              <p:nvPr/>
            </p:nvSpPr>
            <p:spPr>
              <a:xfrm>
                <a:off x="1170720" y="1341360"/>
                <a:ext cx="117360" cy="117720"/>
              </a:xfrm>
              <a:prstGeom prst="rect"/>
              <a:gradFill rotWithShape="0">
                <a:gsLst>
                  <a:gs pos="0">
                    <a:srgbClr val="B6F8F0"/>
                  </a:gs>
                  <a:gs pos="100000">
                    <a:srgbClr val="7DF3E5"/>
                  </a:gs>
                </a:gsLst>
                <a:lin ang="2700000"/>
              </a:gradFill>
              <a:ln w="0">
                <a:noFill/>
              </a:ln>
              <a:effectLst>
                <a:outerShdw algn="bl" blurRad="185760" rotWithShape="0">
                  <a:schemeClr val="dk1">
                    <a:alpha val="31000"/>
                  </a:schemeClr>
                </a:outerShdw>
              </a:effectLst>
            </p:spPr>
            <p:style>
              <a:lnRef idx="0">
                <a:srgbClr val="000000"/>
              </a:lnRef>
              <a:fillRef idx="0">
                <a:srgbClr val="000000"/>
              </a:fillRef>
              <a:effectRef idx="0">
                <a:srgbClr val="000000"/>
              </a:effectRef>
              <a:fontRef idx="minor">
                <a:srgbClr val="000000"/>
              </a:fontRef>
            </p:style>
            <p:txBody>
              <a:bodyPr anchor="ctr" bIns="59040" tIns="59040">
                <a:noAutofit/>
              </a:bodyPr>
              <a:p>
                <a:pPr algn="ctr"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sz="1800" lang="en-US" strike="noStrike" u="none">
                  <a:solidFill>
                    <a:srgbClr val="000000"/>
                  </a:solidFill>
                  <a:effectLst/>
                  <a:latin typeface="OpenSymbol"/>
                </a:endParaRPr>
              </a:p>
            </p:txBody>
          </p:sp>
          <p:sp>
            <p:nvSpPr>
              <p:cNvPr id="1048681" name="Google Shape;3221;p34"/>
              <p:cNvSpPr/>
              <p:nvPr/>
            </p:nvSpPr>
            <p:spPr>
              <a:xfrm>
                <a:off x="1170720" y="1130760"/>
                <a:ext cx="117360" cy="117720"/>
              </a:xfrm>
              <a:prstGeom prst="rect"/>
              <a:gradFill rotWithShape="0">
                <a:gsLst>
                  <a:gs pos="0">
                    <a:srgbClr val="B6F8F0"/>
                  </a:gs>
                  <a:gs pos="100000">
                    <a:srgbClr val="7DF3E5"/>
                  </a:gs>
                </a:gsLst>
                <a:lin ang="2700000"/>
              </a:gradFill>
              <a:ln w="0">
                <a:noFill/>
              </a:ln>
              <a:effectLst>
                <a:outerShdw algn="bl" blurRad="185760" rotWithShape="0">
                  <a:schemeClr val="dk1">
                    <a:alpha val="31000"/>
                  </a:schemeClr>
                </a:outerShdw>
              </a:effectLst>
            </p:spPr>
            <p:style>
              <a:lnRef idx="0">
                <a:srgbClr val="000000"/>
              </a:lnRef>
              <a:fillRef idx="0">
                <a:srgbClr val="000000"/>
              </a:fillRef>
              <a:effectRef idx="0">
                <a:srgbClr val="000000"/>
              </a:effectRef>
              <a:fontRef idx="minor">
                <a:srgbClr val="000000"/>
              </a:fontRef>
            </p:style>
            <p:txBody>
              <a:bodyPr anchor="ctr" bIns="59040" tIns="59040">
                <a:noAutofit/>
              </a:bodyPr>
              <a:p>
                <a:pPr algn="ctr"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sz="1800" lang="en-US" strike="noStrike" u="none">
                  <a:solidFill>
                    <a:srgbClr val="000000"/>
                  </a:solidFill>
                  <a:effectLst/>
                  <a:latin typeface="OpenSymbol"/>
                </a:endParaRPr>
              </a:p>
            </p:txBody>
          </p:sp>
          <p:sp>
            <p:nvSpPr>
              <p:cNvPr id="1048682" name="Google Shape;3222;p34"/>
              <p:cNvSpPr/>
              <p:nvPr/>
            </p:nvSpPr>
            <p:spPr>
              <a:xfrm>
                <a:off x="1172880" y="919800"/>
                <a:ext cx="113040" cy="113040"/>
              </a:xfrm>
              <a:prstGeom prst="rect"/>
              <a:gradFill rotWithShape="0">
                <a:gsLst>
                  <a:gs pos="0">
                    <a:srgbClr val="B6F8F0"/>
                  </a:gs>
                  <a:gs pos="100000">
                    <a:srgbClr val="7DF3E5"/>
                  </a:gs>
                </a:gsLst>
                <a:lin ang="2700000"/>
              </a:gradFill>
              <a:ln w="0">
                <a:noFill/>
              </a:ln>
              <a:effectLst>
                <a:outerShdw algn="bl" blurRad="185760" rotWithShape="0">
                  <a:schemeClr val="dk1">
                    <a:alpha val="31000"/>
                  </a:schemeClr>
                </a:outerShdw>
              </a:effectLst>
            </p:spPr>
            <p:style>
              <a:lnRef idx="0">
                <a:srgbClr val="000000"/>
              </a:lnRef>
              <a:fillRef idx="0">
                <a:srgbClr val="000000"/>
              </a:fillRef>
              <a:effectRef idx="0">
                <a:srgbClr val="000000"/>
              </a:effectRef>
              <a:fontRef idx="minor">
                <a:srgbClr val="000000"/>
              </a:fontRef>
            </p:style>
            <p:txBody>
              <a:bodyPr anchor="ctr" bIns="56520" tIns="56520">
                <a:noAutofit/>
              </a:bodyPr>
              <a:p>
                <a:pPr algn="ctr"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sz="1800" lang="en-US" strike="noStrike" u="none">
                  <a:solidFill>
                    <a:srgbClr val="000000"/>
                  </a:solidFill>
                  <a:effectLst/>
                  <a:latin typeface="OpenSymbol"/>
                </a:endParaRPr>
              </a:p>
            </p:txBody>
          </p:sp>
          <p:sp>
            <p:nvSpPr>
              <p:cNvPr id="1048683" name="Google Shape;3223;p34"/>
              <p:cNvSpPr/>
              <p:nvPr/>
            </p:nvSpPr>
            <p:spPr>
              <a:xfrm>
                <a:off x="1175040" y="709200"/>
                <a:ext cx="108720" cy="108720"/>
              </a:xfrm>
              <a:prstGeom prst="rect"/>
              <a:gradFill rotWithShape="0">
                <a:gsLst>
                  <a:gs pos="0">
                    <a:srgbClr val="B6F8F0"/>
                  </a:gs>
                  <a:gs pos="100000">
                    <a:srgbClr val="7DF3E5"/>
                  </a:gs>
                </a:gsLst>
                <a:lin ang="2700000"/>
              </a:gradFill>
              <a:ln w="0">
                <a:noFill/>
              </a:ln>
              <a:effectLst>
                <a:outerShdw algn="bl" blurRad="185760" rotWithShape="0">
                  <a:schemeClr val="dk1">
                    <a:alpha val="31000"/>
                  </a:schemeClr>
                </a:outerShdw>
              </a:effectLst>
            </p:spPr>
            <p:style>
              <a:lnRef idx="0">
                <a:srgbClr val="000000"/>
              </a:lnRef>
              <a:fillRef idx="0">
                <a:srgbClr val="000000"/>
              </a:fillRef>
              <a:effectRef idx="0">
                <a:srgbClr val="000000"/>
              </a:effectRef>
              <a:fontRef idx="minor">
                <a:srgbClr val="000000"/>
              </a:fontRef>
            </p:style>
            <p:txBody>
              <a:bodyPr anchor="ctr" bIns="54360" tIns="54360">
                <a:noAutofit/>
              </a:bodyPr>
              <a:p>
                <a:pPr algn="ctr"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sz="1800" lang="en-US" strike="noStrike" u="none">
                  <a:solidFill>
                    <a:srgbClr val="000000"/>
                  </a:solidFill>
                  <a:effectLst/>
                  <a:latin typeface="OpenSymbol"/>
                </a:endParaRPr>
              </a:p>
            </p:txBody>
          </p:sp>
          <p:sp>
            <p:nvSpPr>
              <p:cNvPr id="1048684" name="Google Shape;3224;p34"/>
              <p:cNvSpPr/>
              <p:nvPr/>
            </p:nvSpPr>
            <p:spPr>
              <a:xfrm>
                <a:off x="1180080" y="502920"/>
                <a:ext cx="98640" cy="98640"/>
              </a:xfrm>
              <a:prstGeom prst="rect"/>
              <a:gradFill rotWithShape="0">
                <a:gsLst>
                  <a:gs pos="0">
                    <a:srgbClr val="B6F8F0"/>
                  </a:gs>
                  <a:gs pos="100000">
                    <a:srgbClr val="7DF3E5"/>
                  </a:gs>
                </a:gsLst>
                <a:lin ang="2700000"/>
              </a:gradFill>
              <a:ln w="0">
                <a:noFill/>
              </a:ln>
              <a:effectLst>
                <a:outerShdw algn="bl" blurRad="185760" rotWithShape="0">
                  <a:schemeClr val="dk1">
                    <a:alpha val="31000"/>
                  </a:schemeClr>
                </a:outerShdw>
              </a:effectLst>
            </p:spPr>
            <p:style>
              <a:lnRef idx="0">
                <a:srgbClr val="000000"/>
              </a:lnRef>
              <a:fillRef idx="0">
                <a:srgbClr val="000000"/>
              </a:fillRef>
              <a:effectRef idx="0">
                <a:srgbClr val="000000"/>
              </a:effectRef>
              <a:fontRef idx="minor">
                <a:srgbClr val="000000"/>
              </a:fontRef>
            </p:style>
            <p:txBody>
              <a:bodyPr anchor="ctr" bIns="49320" tIns="49320">
                <a:noAutofit/>
              </a:bodyPr>
              <a:p>
                <a:pPr algn="ctr"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sz="1800" lang="en-US" strike="noStrike" u="none">
                  <a:solidFill>
                    <a:srgbClr val="000000"/>
                  </a:solidFill>
                  <a:effectLst/>
                  <a:latin typeface="OpenSymbol"/>
                </a:endParaRPr>
              </a:p>
            </p:txBody>
          </p:sp>
          <p:sp>
            <p:nvSpPr>
              <p:cNvPr id="1048685" name="Google Shape;3225;p34"/>
              <p:cNvSpPr/>
              <p:nvPr/>
            </p:nvSpPr>
            <p:spPr>
              <a:xfrm>
                <a:off x="1184760" y="296640"/>
                <a:ext cx="88920" cy="88920"/>
              </a:xfrm>
              <a:prstGeom prst="rect"/>
              <a:gradFill rotWithShape="0">
                <a:gsLst>
                  <a:gs pos="0">
                    <a:srgbClr val="B6F8F0"/>
                  </a:gs>
                  <a:gs pos="100000">
                    <a:srgbClr val="7DF3E5"/>
                  </a:gs>
                </a:gsLst>
                <a:lin ang="2700000"/>
              </a:gradFill>
              <a:ln w="0">
                <a:noFill/>
              </a:ln>
              <a:effectLst>
                <a:outerShdw algn="bl" blurRad="185760" rotWithShape="0">
                  <a:schemeClr val="dk1">
                    <a:alpha val="31000"/>
                  </a:schemeClr>
                </a:outerShdw>
              </a:effectLst>
            </p:spPr>
            <p:style>
              <a:lnRef idx="0">
                <a:srgbClr val="000000"/>
              </a:lnRef>
              <a:fillRef idx="0">
                <a:srgbClr val="000000"/>
              </a:fillRef>
              <a:effectRef idx="0">
                <a:srgbClr val="000000"/>
              </a:effectRef>
              <a:fontRef idx="minor">
                <a:srgbClr val="000000"/>
              </a:fontRef>
            </p:style>
            <p:txBody>
              <a:bodyPr anchor="ctr" bIns="44640" tIns="44640">
                <a:noAutofit/>
              </a:bodyPr>
              <a:p>
                <a:pPr algn="ctr"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sz="1800" lang="en-US" strike="noStrike" u="none">
                  <a:solidFill>
                    <a:srgbClr val="000000"/>
                  </a:solidFill>
                  <a:effectLst/>
                  <a:latin typeface="OpenSymbol"/>
                </a:endParaRPr>
              </a:p>
            </p:txBody>
          </p:sp>
          <p:sp>
            <p:nvSpPr>
              <p:cNvPr id="1048686" name="Google Shape;3226;p34"/>
              <p:cNvSpPr/>
              <p:nvPr/>
            </p:nvSpPr>
            <p:spPr>
              <a:xfrm>
                <a:off x="1184760" y="90720"/>
                <a:ext cx="88920" cy="88920"/>
              </a:xfrm>
              <a:prstGeom prst="rect"/>
              <a:gradFill rotWithShape="0">
                <a:gsLst>
                  <a:gs pos="0">
                    <a:srgbClr val="B6F8F0"/>
                  </a:gs>
                  <a:gs pos="100000">
                    <a:srgbClr val="7DF3E5"/>
                  </a:gs>
                </a:gsLst>
                <a:lin ang="2700000"/>
              </a:gradFill>
              <a:ln w="0">
                <a:noFill/>
              </a:ln>
              <a:effectLst>
                <a:outerShdw algn="bl" blurRad="185760" rotWithShape="0">
                  <a:schemeClr val="dk1">
                    <a:alpha val="31000"/>
                  </a:schemeClr>
                </a:outerShdw>
              </a:effectLst>
            </p:spPr>
            <p:style>
              <a:lnRef idx="0">
                <a:srgbClr val="000000"/>
              </a:lnRef>
              <a:fillRef idx="0">
                <a:srgbClr val="000000"/>
              </a:fillRef>
              <a:effectRef idx="0">
                <a:srgbClr val="000000"/>
              </a:effectRef>
              <a:fontRef idx="minor">
                <a:srgbClr val="000000"/>
              </a:fontRef>
            </p:style>
            <p:txBody>
              <a:bodyPr anchor="ctr" bIns="44640" tIns="44640">
                <a:noAutofit/>
              </a:bodyPr>
              <a:p>
                <a:pPr algn="ctr"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sz="1800" lang="en-US" strike="noStrike" u="none">
                  <a:solidFill>
                    <a:srgbClr val="000000"/>
                  </a:solidFill>
                  <a:effectLst/>
                  <a:latin typeface="OpenSymbol"/>
                </a:endParaRPr>
              </a:p>
            </p:txBody>
          </p:sp>
          <p:sp>
            <p:nvSpPr>
              <p:cNvPr id="1048687" name="Google Shape;3227;p34"/>
              <p:cNvSpPr/>
              <p:nvPr/>
            </p:nvSpPr>
            <p:spPr>
              <a:xfrm>
                <a:off x="1189800" y="-126720"/>
                <a:ext cx="79200" cy="79200"/>
              </a:xfrm>
              <a:prstGeom prst="rect"/>
              <a:gradFill rotWithShape="0">
                <a:gsLst>
                  <a:gs pos="0">
                    <a:srgbClr val="B6F8F0"/>
                  </a:gs>
                  <a:gs pos="100000">
                    <a:srgbClr val="7DF3E5"/>
                  </a:gs>
                </a:gsLst>
                <a:lin ang="2700000"/>
              </a:gradFill>
              <a:ln w="0">
                <a:noFill/>
              </a:ln>
              <a:effectLst>
                <a:outerShdw algn="bl" blurRad="185760" rotWithShape="0">
                  <a:schemeClr val="dk1">
                    <a:alpha val="31000"/>
                  </a:schemeClr>
                </a:outerShdw>
              </a:effectLst>
            </p:spPr>
            <p:style>
              <a:lnRef idx="0">
                <a:srgbClr val="000000"/>
              </a:lnRef>
              <a:fillRef idx="0">
                <a:srgbClr val="000000"/>
              </a:fillRef>
              <a:effectRef idx="0">
                <a:srgbClr val="000000"/>
              </a:effectRef>
              <a:fontRef idx="minor">
                <a:srgbClr val="000000"/>
              </a:fontRef>
            </p:style>
            <p:txBody>
              <a:bodyPr anchor="ctr" bIns="39600" tIns="39600">
                <a:noAutofit/>
              </a:bodyPr>
              <a:p>
                <a:pPr algn="ctr"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sz="1800" lang="en-US" strike="noStrike" u="none">
                  <a:solidFill>
                    <a:srgbClr val="000000"/>
                  </a:solidFill>
                  <a:effectLst/>
                  <a:latin typeface="OpenSymbol"/>
                </a:endParaRPr>
              </a:p>
            </p:txBody>
          </p:sp>
        </p:grpSp>
        <p:grpSp>
          <p:nvGrpSpPr>
            <p:cNvPr id="58" name="Google Shape;3228;p34"/>
            <p:cNvGrpSpPr/>
            <p:nvPr/>
          </p:nvGrpSpPr>
          <p:grpSpPr>
            <a:xfrm>
              <a:off x="1157760" y="-126720"/>
              <a:ext cx="142920" cy="2454120"/>
              <a:chOff x="1157760" y="-126720"/>
              <a:chExt cx="142920" cy="2454120"/>
            </a:xfrm>
          </p:grpSpPr>
          <p:sp>
            <p:nvSpPr>
              <p:cNvPr id="1048688" name="Google Shape;3229;p34"/>
              <p:cNvSpPr/>
              <p:nvPr/>
            </p:nvSpPr>
            <p:spPr>
              <a:xfrm>
                <a:off x="1157760" y="2184480"/>
                <a:ext cx="142920" cy="142920"/>
              </a:xfrm>
              <a:prstGeom prst="rect"/>
              <a:noFill/>
              <a:ln w="0">
                <a:noFill/>
              </a:ln>
            </p:spPr>
            <p:style>
              <a:lnRef idx="0">
                <a:srgbClr val="000000"/>
              </a:lnRef>
              <a:fillRef idx="0">
                <a:srgbClr val="000000"/>
              </a:fillRef>
              <a:effectRef idx="0">
                <a:srgbClr val="000000"/>
              </a:effectRef>
              <a:fontRef idx="minor">
                <a:srgbClr val="000000"/>
              </a:fontRef>
            </p:style>
            <p:txBody>
              <a:bodyPr anchor="ctr" bIns="71640" tIns="71640">
                <a:noAutofit/>
              </a:bodyPr>
              <a:p>
                <a:pPr algn="ctr"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sz="1800" lang="en-US" strike="noStrike" u="none">
                  <a:solidFill>
                    <a:srgbClr val="FFFFFF"/>
                  </a:solidFill>
                  <a:effectLst/>
                  <a:latin typeface="OpenSymbol"/>
                </a:endParaRPr>
              </a:p>
            </p:txBody>
          </p:sp>
          <p:sp>
            <p:nvSpPr>
              <p:cNvPr id="1048689" name="Google Shape;3230;p34"/>
              <p:cNvSpPr/>
              <p:nvPr/>
            </p:nvSpPr>
            <p:spPr>
              <a:xfrm>
                <a:off x="1166400" y="1973520"/>
                <a:ext cx="126000" cy="126360"/>
              </a:xfrm>
              <a:prstGeom prst="rect"/>
              <a:solidFill>
                <a:srgbClr val="009F8C">
                  <a:alpha val="5000"/>
                </a:srgbClr>
              </a:solidFill>
              <a:ln w="0">
                <a:noFill/>
              </a:ln>
            </p:spPr>
            <p:style>
              <a:lnRef idx="0">
                <a:srgbClr val="000000"/>
              </a:lnRef>
              <a:fillRef idx="0">
                <a:srgbClr val="000000"/>
              </a:fillRef>
              <a:effectRef idx="0">
                <a:srgbClr val="000000"/>
              </a:effectRef>
              <a:fontRef idx="minor">
                <a:srgbClr val="000000"/>
              </a:fontRef>
            </p:style>
            <p:txBody>
              <a:bodyPr anchor="ctr" bIns="63360" tIns="63360">
                <a:noAutofit/>
              </a:bodyPr>
              <a:p>
                <a:pPr algn="ctr"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sz="1800" lang="en-US" strike="noStrike" u="none">
                  <a:solidFill>
                    <a:srgbClr val="FFFFFF"/>
                  </a:solidFill>
                  <a:effectLst/>
                  <a:latin typeface="OpenSymbol"/>
                </a:endParaRPr>
              </a:p>
            </p:txBody>
          </p:sp>
          <p:sp>
            <p:nvSpPr>
              <p:cNvPr id="1048690" name="Google Shape;3231;p34"/>
              <p:cNvSpPr/>
              <p:nvPr/>
            </p:nvSpPr>
            <p:spPr>
              <a:xfrm>
                <a:off x="1166400" y="1762920"/>
                <a:ext cx="126000" cy="126360"/>
              </a:xfrm>
              <a:prstGeom prst="rect"/>
              <a:solidFill>
                <a:srgbClr val="009F8C">
                  <a:alpha val="10000"/>
                </a:srgbClr>
              </a:solidFill>
              <a:ln w="0">
                <a:noFill/>
              </a:ln>
            </p:spPr>
            <p:style>
              <a:lnRef idx="0">
                <a:srgbClr val="000000"/>
              </a:lnRef>
              <a:fillRef idx="0">
                <a:srgbClr val="000000"/>
              </a:fillRef>
              <a:effectRef idx="0">
                <a:srgbClr val="000000"/>
              </a:effectRef>
              <a:fontRef idx="minor">
                <a:srgbClr val="000000"/>
              </a:fontRef>
            </p:style>
            <p:txBody>
              <a:bodyPr anchor="ctr" bIns="63360" tIns="63360">
                <a:noAutofit/>
              </a:bodyPr>
              <a:p>
                <a:pPr algn="ctr"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sz="1800" lang="en-US" strike="noStrike" u="none">
                  <a:solidFill>
                    <a:srgbClr val="FFFFFF"/>
                  </a:solidFill>
                  <a:effectLst/>
                  <a:latin typeface="OpenSymbol"/>
                </a:endParaRPr>
              </a:p>
            </p:txBody>
          </p:sp>
          <p:sp>
            <p:nvSpPr>
              <p:cNvPr id="1048691" name="Google Shape;3232;p34"/>
              <p:cNvSpPr/>
              <p:nvPr/>
            </p:nvSpPr>
            <p:spPr>
              <a:xfrm>
                <a:off x="1166400" y="1552320"/>
                <a:ext cx="126000" cy="126360"/>
              </a:xfrm>
              <a:prstGeom prst="rect"/>
              <a:solidFill>
                <a:srgbClr val="009F8C">
                  <a:alpha val="20000"/>
                </a:srgbClr>
              </a:solidFill>
              <a:ln w="0">
                <a:noFill/>
              </a:ln>
            </p:spPr>
            <p:style>
              <a:lnRef idx="0">
                <a:srgbClr val="000000"/>
              </a:lnRef>
              <a:fillRef idx="0">
                <a:srgbClr val="000000"/>
              </a:fillRef>
              <a:effectRef idx="0">
                <a:srgbClr val="000000"/>
              </a:effectRef>
              <a:fontRef idx="minor">
                <a:srgbClr val="000000"/>
              </a:fontRef>
            </p:style>
            <p:txBody>
              <a:bodyPr anchor="ctr" bIns="63360" tIns="63360">
                <a:noAutofit/>
              </a:bodyPr>
              <a:p>
                <a:pPr algn="ctr"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sz="1800" lang="en-US" strike="noStrike" u="none">
                  <a:solidFill>
                    <a:srgbClr val="FFFFFF"/>
                  </a:solidFill>
                  <a:effectLst/>
                  <a:latin typeface="OpenSymbol"/>
                </a:endParaRPr>
              </a:p>
            </p:txBody>
          </p:sp>
          <p:sp>
            <p:nvSpPr>
              <p:cNvPr id="1048692" name="Google Shape;3233;p34"/>
              <p:cNvSpPr/>
              <p:nvPr/>
            </p:nvSpPr>
            <p:spPr>
              <a:xfrm>
                <a:off x="1170720" y="1341360"/>
                <a:ext cx="117360" cy="117720"/>
              </a:xfrm>
              <a:prstGeom prst="rect"/>
              <a:solidFill>
                <a:srgbClr val="009F8C">
                  <a:alpha val="30000"/>
                </a:srgbClr>
              </a:solidFill>
              <a:ln w="0">
                <a:noFill/>
              </a:ln>
            </p:spPr>
            <p:style>
              <a:lnRef idx="0">
                <a:srgbClr val="000000"/>
              </a:lnRef>
              <a:fillRef idx="0">
                <a:srgbClr val="000000"/>
              </a:fillRef>
              <a:effectRef idx="0">
                <a:srgbClr val="000000"/>
              </a:effectRef>
              <a:fontRef idx="minor">
                <a:srgbClr val="000000"/>
              </a:fontRef>
            </p:style>
            <p:txBody>
              <a:bodyPr anchor="ctr" bIns="59040" tIns="59040">
                <a:noAutofit/>
              </a:bodyPr>
              <a:p>
                <a:pPr algn="ctr"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sz="1800" lang="en-US" strike="noStrike" u="none">
                  <a:solidFill>
                    <a:srgbClr val="FFFFFF"/>
                  </a:solidFill>
                  <a:effectLst/>
                  <a:latin typeface="OpenSymbol"/>
                </a:endParaRPr>
              </a:p>
            </p:txBody>
          </p:sp>
          <p:sp>
            <p:nvSpPr>
              <p:cNvPr id="1048693" name="Google Shape;3234;p34"/>
              <p:cNvSpPr/>
              <p:nvPr/>
            </p:nvSpPr>
            <p:spPr>
              <a:xfrm>
                <a:off x="1170720" y="1130760"/>
                <a:ext cx="117360" cy="117720"/>
              </a:xfrm>
              <a:prstGeom prst="rect"/>
              <a:solidFill>
                <a:srgbClr val="009F8C">
                  <a:alpha val="40000"/>
                </a:srgbClr>
              </a:solidFill>
              <a:ln w="0">
                <a:noFill/>
              </a:ln>
            </p:spPr>
            <p:style>
              <a:lnRef idx="0">
                <a:srgbClr val="000000"/>
              </a:lnRef>
              <a:fillRef idx="0">
                <a:srgbClr val="000000"/>
              </a:fillRef>
              <a:effectRef idx="0">
                <a:srgbClr val="000000"/>
              </a:effectRef>
              <a:fontRef idx="minor">
                <a:srgbClr val="000000"/>
              </a:fontRef>
            </p:style>
            <p:txBody>
              <a:bodyPr anchor="ctr" bIns="59040" tIns="59040">
                <a:noAutofit/>
              </a:bodyPr>
              <a:p>
                <a:pPr algn="ctr"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sz="1800" lang="en-US" strike="noStrike" u="none">
                  <a:solidFill>
                    <a:srgbClr val="FFFFFF"/>
                  </a:solidFill>
                  <a:effectLst/>
                  <a:latin typeface="OpenSymbol"/>
                </a:endParaRPr>
              </a:p>
            </p:txBody>
          </p:sp>
          <p:sp>
            <p:nvSpPr>
              <p:cNvPr id="1048694" name="Google Shape;3235;p34"/>
              <p:cNvSpPr/>
              <p:nvPr/>
            </p:nvSpPr>
            <p:spPr>
              <a:xfrm>
                <a:off x="1172880" y="919800"/>
                <a:ext cx="113040" cy="113040"/>
              </a:xfrm>
              <a:prstGeom prst="rect"/>
              <a:solidFill>
                <a:srgbClr val="009F8C">
                  <a:alpha val="50000"/>
                </a:srgbClr>
              </a:solidFill>
              <a:ln w="0">
                <a:noFill/>
              </a:ln>
            </p:spPr>
            <p:style>
              <a:lnRef idx="0">
                <a:srgbClr val="000000"/>
              </a:lnRef>
              <a:fillRef idx="0">
                <a:srgbClr val="000000"/>
              </a:fillRef>
              <a:effectRef idx="0">
                <a:srgbClr val="000000"/>
              </a:effectRef>
              <a:fontRef idx="minor">
                <a:srgbClr val="000000"/>
              </a:fontRef>
            </p:style>
            <p:txBody>
              <a:bodyPr anchor="ctr" bIns="56520" tIns="56520">
                <a:noAutofit/>
              </a:bodyPr>
              <a:p>
                <a:pPr algn="ctr"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sz="1800" lang="en-US" strike="noStrike" u="none">
                  <a:solidFill>
                    <a:srgbClr val="FFFFFF"/>
                  </a:solidFill>
                  <a:effectLst/>
                  <a:latin typeface="OpenSymbol"/>
                </a:endParaRPr>
              </a:p>
            </p:txBody>
          </p:sp>
          <p:sp>
            <p:nvSpPr>
              <p:cNvPr id="1048695" name="Google Shape;3236;p34"/>
              <p:cNvSpPr/>
              <p:nvPr/>
            </p:nvSpPr>
            <p:spPr>
              <a:xfrm>
                <a:off x="1175040" y="709200"/>
                <a:ext cx="108720" cy="108720"/>
              </a:xfrm>
              <a:prstGeom prst="rect"/>
              <a:solidFill>
                <a:srgbClr val="009F8C">
                  <a:alpha val="55000"/>
                </a:srgbClr>
              </a:solidFill>
              <a:ln w="0">
                <a:noFill/>
              </a:ln>
            </p:spPr>
            <p:style>
              <a:lnRef idx="0">
                <a:srgbClr val="000000"/>
              </a:lnRef>
              <a:fillRef idx="0">
                <a:srgbClr val="000000"/>
              </a:fillRef>
              <a:effectRef idx="0">
                <a:srgbClr val="000000"/>
              </a:effectRef>
              <a:fontRef idx="minor">
                <a:srgbClr val="000000"/>
              </a:fontRef>
            </p:style>
            <p:txBody>
              <a:bodyPr anchor="ctr" bIns="54360" tIns="54360">
                <a:noAutofit/>
              </a:bodyPr>
              <a:p>
                <a:pPr algn="ctr"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sz="1800" lang="en-US" strike="noStrike" u="none">
                  <a:solidFill>
                    <a:srgbClr val="FFFFFF"/>
                  </a:solidFill>
                  <a:effectLst/>
                  <a:latin typeface="OpenSymbol"/>
                </a:endParaRPr>
              </a:p>
            </p:txBody>
          </p:sp>
          <p:sp>
            <p:nvSpPr>
              <p:cNvPr id="1048696" name="Google Shape;3237;p34"/>
              <p:cNvSpPr/>
              <p:nvPr/>
            </p:nvSpPr>
            <p:spPr>
              <a:xfrm>
                <a:off x="1180080" y="502920"/>
                <a:ext cx="98640" cy="98640"/>
              </a:xfrm>
              <a:prstGeom prst="rect"/>
              <a:solidFill>
                <a:srgbClr val="009F8C">
                  <a:alpha val="60000"/>
                </a:srgbClr>
              </a:solidFill>
              <a:ln w="0">
                <a:noFill/>
              </a:ln>
            </p:spPr>
            <p:style>
              <a:lnRef idx="0">
                <a:srgbClr val="000000"/>
              </a:lnRef>
              <a:fillRef idx="0">
                <a:srgbClr val="000000"/>
              </a:fillRef>
              <a:effectRef idx="0">
                <a:srgbClr val="000000"/>
              </a:effectRef>
              <a:fontRef idx="minor">
                <a:srgbClr val="000000"/>
              </a:fontRef>
            </p:style>
            <p:txBody>
              <a:bodyPr anchor="ctr" bIns="49320" tIns="49320">
                <a:noAutofit/>
              </a:bodyPr>
              <a:p>
                <a:pPr algn="ctr"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sz="1800" lang="en-US" strike="noStrike" u="none">
                  <a:solidFill>
                    <a:srgbClr val="FFFFFF"/>
                  </a:solidFill>
                  <a:effectLst/>
                  <a:latin typeface="OpenSymbol"/>
                </a:endParaRPr>
              </a:p>
            </p:txBody>
          </p:sp>
          <p:sp>
            <p:nvSpPr>
              <p:cNvPr id="1048697" name="Google Shape;3238;p34"/>
              <p:cNvSpPr/>
              <p:nvPr/>
            </p:nvSpPr>
            <p:spPr>
              <a:xfrm>
                <a:off x="1184760" y="296640"/>
                <a:ext cx="88920" cy="88920"/>
              </a:xfrm>
              <a:prstGeom prst="rect"/>
              <a:solidFill>
                <a:srgbClr val="009F8C">
                  <a:alpha val="65000"/>
                </a:srgbClr>
              </a:solidFill>
              <a:ln w="0">
                <a:noFill/>
              </a:ln>
            </p:spPr>
            <p:style>
              <a:lnRef idx="0">
                <a:srgbClr val="000000"/>
              </a:lnRef>
              <a:fillRef idx="0">
                <a:srgbClr val="000000"/>
              </a:fillRef>
              <a:effectRef idx="0">
                <a:srgbClr val="000000"/>
              </a:effectRef>
              <a:fontRef idx="minor">
                <a:srgbClr val="000000"/>
              </a:fontRef>
            </p:style>
            <p:txBody>
              <a:bodyPr anchor="ctr" bIns="44640" tIns="44640">
                <a:noAutofit/>
              </a:bodyPr>
              <a:p>
                <a:pPr algn="ctr"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sz="1800" lang="en-US" strike="noStrike" u="none">
                  <a:solidFill>
                    <a:srgbClr val="FFFFFF"/>
                  </a:solidFill>
                  <a:effectLst/>
                  <a:latin typeface="OpenSymbol"/>
                </a:endParaRPr>
              </a:p>
            </p:txBody>
          </p:sp>
          <p:sp>
            <p:nvSpPr>
              <p:cNvPr id="1048698" name="Google Shape;3239;p34"/>
              <p:cNvSpPr/>
              <p:nvPr/>
            </p:nvSpPr>
            <p:spPr>
              <a:xfrm>
                <a:off x="1184760" y="90720"/>
                <a:ext cx="88920" cy="88920"/>
              </a:xfrm>
              <a:prstGeom prst="rect"/>
              <a:solidFill>
                <a:srgbClr val="009F8C">
                  <a:alpha val="70000"/>
                </a:srgbClr>
              </a:solidFill>
              <a:ln w="0">
                <a:noFill/>
              </a:ln>
            </p:spPr>
            <p:style>
              <a:lnRef idx="0">
                <a:srgbClr val="000000"/>
              </a:lnRef>
              <a:fillRef idx="0">
                <a:srgbClr val="000000"/>
              </a:fillRef>
              <a:effectRef idx="0">
                <a:srgbClr val="000000"/>
              </a:effectRef>
              <a:fontRef idx="minor">
                <a:srgbClr val="000000"/>
              </a:fontRef>
            </p:style>
            <p:txBody>
              <a:bodyPr anchor="ctr" bIns="44640" tIns="44640">
                <a:noAutofit/>
              </a:bodyPr>
              <a:p>
                <a:pPr algn="ctr"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sz="1800" lang="en-US" strike="noStrike" u="none">
                  <a:solidFill>
                    <a:srgbClr val="FFFFFF"/>
                  </a:solidFill>
                  <a:effectLst/>
                  <a:latin typeface="OpenSymbol"/>
                </a:endParaRPr>
              </a:p>
            </p:txBody>
          </p:sp>
          <p:sp>
            <p:nvSpPr>
              <p:cNvPr id="1048699" name="Google Shape;3240;p34"/>
              <p:cNvSpPr/>
              <p:nvPr/>
            </p:nvSpPr>
            <p:spPr>
              <a:xfrm>
                <a:off x="1189800" y="-126720"/>
                <a:ext cx="79200" cy="79200"/>
              </a:xfrm>
              <a:prstGeom prst="rect"/>
              <a:solidFill>
                <a:srgbClr val="009F8C">
                  <a:alpha val="80000"/>
                </a:srgbClr>
              </a:solidFill>
              <a:ln w="0">
                <a:noFill/>
              </a:ln>
            </p:spPr>
            <p:style>
              <a:lnRef idx="0">
                <a:srgbClr val="000000"/>
              </a:lnRef>
              <a:fillRef idx="0">
                <a:srgbClr val="000000"/>
              </a:fillRef>
              <a:effectRef idx="0">
                <a:srgbClr val="000000"/>
              </a:effectRef>
              <a:fontRef idx="minor">
                <a:srgbClr val="000000"/>
              </a:fontRef>
            </p:style>
            <p:txBody>
              <a:bodyPr anchor="ctr" bIns="39600" tIns="39600">
                <a:noAutofit/>
              </a:bodyPr>
              <a:p>
                <a:pPr algn="ctr"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sz="1800" lang="en-US" strike="noStrike" u="none">
                  <a:solidFill>
                    <a:srgbClr val="FFFFFF"/>
                  </a:solidFill>
                  <a:effectLst/>
                  <a:latin typeface="OpenSymbol"/>
                </a:endParaRPr>
              </a:p>
            </p:txBody>
          </p:sp>
        </p:grpSp>
      </p:grpSp>
      <p:grpSp>
        <p:nvGrpSpPr>
          <p:cNvPr id="59" name="Google Shape;3241;p34"/>
          <p:cNvGrpSpPr/>
          <p:nvPr/>
        </p:nvGrpSpPr>
        <p:grpSpPr>
          <a:xfrm>
            <a:off x="7684200" y="-1211040"/>
            <a:ext cx="142920" cy="2453760"/>
            <a:chOff x="7684200" y="-1211040"/>
            <a:chExt cx="142920" cy="2453760"/>
          </a:xfrm>
        </p:grpSpPr>
        <p:grpSp>
          <p:nvGrpSpPr>
            <p:cNvPr id="60" name="Google Shape;3242;p34"/>
            <p:cNvGrpSpPr/>
            <p:nvPr/>
          </p:nvGrpSpPr>
          <p:grpSpPr>
            <a:xfrm>
              <a:off x="7684200" y="-1211040"/>
              <a:ext cx="142920" cy="2453760"/>
              <a:chOff x="7684200" y="-1211040"/>
              <a:chExt cx="142920" cy="2453760"/>
            </a:xfrm>
          </p:grpSpPr>
          <p:sp>
            <p:nvSpPr>
              <p:cNvPr id="1048700" name="Google Shape;3243;p34"/>
              <p:cNvSpPr/>
              <p:nvPr/>
            </p:nvSpPr>
            <p:spPr>
              <a:xfrm>
                <a:off x="7684200" y="1099800"/>
                <a:ext cx="142920" cy="142920"/>
              </a:xfrm>
              <a:prstGeom prst="rect"/>
              <a:gradFill rotWithShape="0">
                <a:gsLst>
                  <a:gs pos="0">
                    <a:srgbClr val="B6F8F0"/>
                  </a:gs>
                  <a:gs pos="100000">
                    <a:srgbClr val="7DF3E5"/>
                  </a:gs>
                </a:gsLst>
                <a:lin ang="2700000"/>
              </a:gradFill>
              <a:ln w="0">
                <a:noFill/>
              </a:ln>
              <a:effectLst>
                <a:outerShdw algn="bl" blurRad="185760" rotWithShape="0">
                  <a:schemeClr val="dk1">
                    <a:alpha val="31000"/>
                  </a:schemeClr>
                </a:outerShdw>
              </a:effectLst>
            </p:spPr>
            <p:style>
              <a:lnRef idx="0">
                <a:srgbClr val="000000"/>
              </a:lnRef>
              <a:fillRef idx="0">
                <a:srgbClr val="000000"/>
              </a:fillRef>
              <a:effectRef idx="0">
                <a:srgbClr val="000000"/>
              </a:effectRef>
              <a:fontRef idx="minor">
                <a:srgbClr val="000000"/>
              </a:fontRef>
            </p:style>
            <p:txBody>
              <a:bodyPr anchor="ctr" bIns="71640" tIns="71640">
                <a:noAutofit/>
              </a:bodyPr>
              <a:p>
                <a:pPr algn="ctr"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sz="1800" lang="en-US" strike="noStrike" u="none">
                  <a:solidFill>
                    <a:srgbClr val="000000"/>
                  </a:solidFill>
                  <a:effectLst/>
                  <a:latin typeface="OpenSymbol"/>
                </a:endParaRPr>
              </a:p>
            </p:txBody>
          </p:sp>
          <p:sp>
            <p:nvSpPr>
              <p:cNvPr id="1048701" name="Google Shape;3244;p34"/>
              <p:cNvSpPr/>
              <p:nvPr/>
            </p:nvSpPr>
            <p:spPr>
              <a:xfrm>
                <a:off x="7692840" y="889200"/>
                <a:ext cx="126000" cy="126360"/>
              </a:xfrm>
              <a:prstGeom prst="rect"/>
              <a:gradFill rotWithShape="0">
                <a:gsLst>
                  <a:gs pos="0">
                    <a:srgbClr val="B6F8F0"/>
                  </a:gs>
                  <a:gs pos="100000">
                    <a:srgbClr val="7DF3E5"/>
                  </a:gs>
                </a:gsLst>
                <a:lin ang="2700000"/>
              </a:gradFill>
              <a:ln w="0">
                <a:noFill/>
              </a:ln>
              <a:effectLst>
                <a:outerShdw algn="bl" blurRad="185760" rotWithShape="0">
                  <a:schemeClr val="dk1">
                    <a:alpha val="31000"/>
                  </a:schemeClr>
                </a:outerShdw>
              </a:effectLst>
            </p:spPr>
            <p:style>
              <a:lnRef idx="0">
                <a:srgbClr val="000000"/>
              </a:lnRef>
              <a:fillRef idx="0">
                <a:srgbClr val="000000"/>
              </a:fillRef>
              <a:effectRef idx="0">
                <a:srgbClr val="000000"/>
              </a:effectRef>
              <a:fontRef idx="minor">
                <a:srgbClr val="000000"/>
              </a:fontRef>
            </p:style>
            <p:txBody>
              <a:bodyPr anchor="ctr" bIns="63360" tIns="63360">
                <a:noAutofit/>
              </a:bodyPr>
              <a:p>
                <a:pPr algn="ctr"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sz="1800" lang="en-US" strike="noStrike" u="none">
                  <a:solidFill>
                    <a:srgbClr val="000000"/>
                  </a:solidFill>
                  <a:effectLst/>
                  <a:latin typeface="OpenSymbol"/>
                </a:endParaRPr>
              </a:p>
            </p:txBody>
          </p:sp>
          <p:sp>
            <p:nvSpPr>
              <p:cNvPr id="1048702" name="Google Shape;3245;p34"/>
              <p:cNvSpPr/>
              <p:nvPr/>
            </p:nvSpPr>
            <p:spPr>
              <a:xfrm>
                <a:off x="7692840" y="678600"/>
                <a:ext cx="126000" cy="126360"/>
              </a:xfrm>
              <a:prstGeom prst="rect"/>
              <a:gradFill rotWithShape="0">
                <a:gsLst>
                  <a:gs pos="0">
                    <a:srgbClr val="B6F8F0"/>
                  </a:gs>
                  <a:gs pos="100000">
                    <a:srgbClr val="7DF3E5"/>
                  </a:gs>
                </a:gsLst>
                <a:lin ang="2700000"/>
              </a:gradFill>
              <a:ln w="0">
                <a:noFill/>
              </a:ln>
              <a:effectLst>
                <a:outerShdw algn="bl" blurRad="185760" rotWithShape="0">
                  <a:schemeClr val="dk1">
                    <a:alpha val="31000"/>
                  </a:schemeClr>
                </a:outerShdw>
              </a:effectLst>
            </p:spPr>
            <p:style>
              <a:lnRef idx="0">
                <a:srgbClr val="000000"/>
              </a:lnRef>
              <a:fillRef idx="0">
                <a:srgbClr val="000000"/>
              </a:fillRef>
              <a:effectRef idx="0">
                <a:srgbClr val="000000"/>
              </a:effectRef>
              <a:fontRef idx="minor">
                <a:srgbClr val="000000"/>
              </a:fontRef>
            </p:style>
            <p:txBody>
              <a:bodyPr anchor="ctr" bIns="63360" tIns="63360">
                <a:noAutofit/>
              </a:bodyPr>
              <a:p>
                <a:pPr algn="ctr"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sz="1800" lang="en-US" strike="noStrike" u="none">
                  <a:solidFill>
                    <a:srgbClr val="000000"/>
                  </a:solidFill>
                  <a:effectLst/>
                  <a:latin typeface="OpenSymbol"/>
                </a:endParaRPr>
              </a:p>
            </p:txBody>
          </p:sp>
          <p:sp>
            <p:nvSpPr>
              <p:cNvPr id="1048703" name="Google Shape;3246;p34"/>
              <p:cNvSpPr/>
              <p:nvPr/>
            </p:nvSpPr>
            <p:spPr>
              <a:xfrm>
                <a:off x="7692840" y="467640"/>
                <a:ext cx="126000" cy="126360"/>
              </a:xfrm>
              <a:prstGeom prst="rect"/>
              <a:gradFill rotWithShape="0">
                <a:gsLst>
                  <a:gs pos="0">
                    <a:srgbClr val="B6F8F0"/>
                  </a:gs>
                  <a:gs pos="100000">
                    <a:srgbClr val="7DF3E5"/>
                  </a:gs>
                </a:gsLst>
                <a:lin ang="2700000"/>
              </a:gradFill>
              <a:ln w="0">
                <a:noFill/>
              </a:ln>
              <a:effectLst>
                <a:outerShdw algn="bl" blurRad="185760" rotWithShape="0">
                  <a:schemeClr val="dk1">
                    <a:alpha val="31000"/>
                  </a:schemeClr>
                </a:outerShdw>
              </a:effectLst>
            </p:spPr>
            <p:style>
              <a:lnRef idx="0">
                <a:srgbClr val="000000"/>
              </a:lnRef>
              <a:fillRef idx="0">
                <a:srgbClr val="000000"/>
              </a:fillRef>
              <a:effectRef idx="0">
                <a:srgbClr val="000000"/>
              </a:effectRef>
              <a:fontRef idx="minor">
                <a:srgbClr val="000000"/>
              </a:fontRef>
            </p:style>
            <p:txBody>
              <a:bodyPr anchor="ctr" bIns="63360" tIns="63360">
                <a:noAutofit/>
              </a:bodyPr>
              <a:p>
                <a:pPr algn="ctr"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sz="1800" lang="en-US" strike="noStrike" u="none">
                  <a:solidFill>
                    <a:srgbClr val="000000"/>
                  </a:solidFill>
                  <a:effectLst/>
                  <a:latin typeface="OpenSymbol"/>
                </a:endParaRPr>
              </a:p>
            </p:txBody>
          </p:sp>
          <p:sp>
            <p:nvSpPr>
              <p:cNvPr id="1048704" name="Google Shape;3247;p34"/>
              <p:cNvSpPr/>
              <p:nvPr/>
            </p:nvSpPr>
            <p:spPr>
              <a:xfrm>
                <a:off x="7697160" y="257040"/>
                <a:ext cx="117360" cy="117720"/>
              </a:xfrm>
              <a:prstGeom prst="rect"/>
              <a:gradFill rotWithShape="0">
                <a:gsLst>
                  <a:gs pos="0">
                    <a:srgbClr val="B6F8F0"/>
                  </a:gs>
                  <a:gs pos="100000">
                    <a:srgbClr val="7DF3E5"/>
                  </a:gs>
                </a:gsLst>
                <a:lin ang="2700000"/>
              </a:gradFill>
              <a:ln w="0">
                <a:noFill/>
              </a:ln>
              <a:effectLst>
                <a:outerShdw algn="bl" blurRad="185760" rotWithShape="0">
                  <a:schemeClr val="dk1">
                    <a:alpha val="31000"/>
                  </a:schemeClr>
                </a:outerShdw>
              </a:effectLst>
            </p:spPr>
            <p:style>
              <a:lnRef idx="0">
                <a:srgbClr val="000000"/>
              </a:lnRef>
              <a:fillRef idx="0">
                <a:srgbClr val="000000"/>
              </a:fillRef>
              <a:effectRef idx="0">
                <a:srgbClr val="000000"/>
              </a:effectRef>
              <a:fontRef idx="minor">
                <a:srgbClr val="000000"/>
              </a:fontRef>
            </p:style>
            <p:txBody>
              <a:bodyPr anchor="ctr" bIns="59040" tIns="59040">
                <a:noAutofit/>
              </a:bodyPr>
              <a:p>
                <a:pPr algn="ctr"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sz="1800" lang="en-US" strike="noStrike" u="none">
                  <a:solidFill>
                    <a:srgbClr val="000000"/>
                  </a:solidFill>
                  <a:effectLst/>
                  <a:latin typeface="OpenSymbol"/>
                </a:endParaRPr>
              </a:p>
            </p:txBody>
          </p:sp>
          <p:sp>
            <p:nvSpPr>
              <p:cNvPr id="1048705" name="Google Shape;3248;p34"/>
              <p:cNvSpPr/>
              <p:nvPr/>
            </p:nvSpPr>
            <p:spPr>
              <a:xfrm>
                <a:off x="7697160" y="46440"/>
                <a:ext cx="117360" cy="117720"/>
              </a:xfrm>
              <a:prstGeom prst="rect"/>
              <a:gradFill rotWithShape="0">
                <a:gsLst>
                  <a:gs pos="0">
                    <a:srgbClr val="B6F8F0"/>
                  </a:gs>
                  <a:gs pos="100000">
                    <a:srgbClr val="7DF3E5"/>
                  </a:gs>
                </a:gsLst>
                <a:lin ang="2700000"/>
              </a:gradFill>
              <a:ln w="0">
                <a:noFill/>
              </a:ln>
              <a:effectLst>
                <a:outerShdw algn="bl" blurRad="185760" rotWithShape="0">
                  <a:schemeClr val="dk1">
                    <a:alpha val="31000"/>
                  </a:schemeClr>
                </a:outerShdw>
              </a:effectLst>
            </p:spPr>
            <p:style>
              <a:lnRef idx="0">
                <a:srgbClr val="000000"/>
              </a:lnRef>
              <a:fillRef idx="0">
                <a:srgbClr val="000000"/>
              </a:fillRef>
              <a:effectRef idx="0">
                <a:srgbClr val="000000"/>
              </a:effectRef>
              <a:fontRef idx="minor">
                <a:srgbClr val="000000"/>
              </a:fontRef>
            </p:style>
            <p:txBody>
              <a:bodyPr anchor="ctr" bIns="59040" tIns="59040">
                <a:noAutofit/>
              </a:bodyPr>
              <a:p>
                <a:pPr algn="ctr"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sz="1800" lang="en-US" strike="noStrike" u="none">
                  <a:solidFill>
                    <a:srgbClr val="000000"/>
                  </a:solidFill>
                  <a:effectLst/>
                  <a:latin typeface="OpenSymbol"/>
                </a:endParaRPr>
              </a:p>
            </p:txBody>
          </p:sp>
          <p:sp>
            <p:nvSpPr>
              <p:cNvPr id="1048706" name="Google Shape;3249;p34"/>
              <p:cNvSpPr/>
              <p:nvPr/>
            </p:nvSpPr>
            <p:spPr>
              <a:xfrm>
                <a:off x="7699320" y="-164520"/>
                <a:ext cx="113040" cy="113040"/>
              </a:xfrm>
              <a:prstGeom prst="rect"/>
              <a:gradFill rotWithShape="0">
                <a:gsLst>
                  <a:gs pos="0">
                    <a:srgbClr val="B6F8F0"/>
                  </a:gs>
                  <a:gs pos="100000">
                    <a:srgbClr val="7DF3E5"/>
                  </a:gs>
                </a:gsLst>
                <a:lin ang="2700000"/>
              </a:gradFill>
              <a:ln w="0">
                <a:noFill/>
              </a:ln>
              <a:effectLst>
                <a:outerShdw algn="bl" blurRad="185760" rotWithShape="0">
                  <a:schemeClr val="dk1">
                    <a:alpha val="31000"/>
                  </a:schemeClr>
                </a:outerShdw>
              </a:effectLst>
            </p:spPr>
            <p:style>
              <a:lnRef idx="0">
                <a:srgbClr val="000000"/>
              </a:lnRef>
              <a:fillRef idx="0">
                <a:srgbClr val="000000"/>
              </a:fillRef>
              <a:effectRef idx="0">
                <a:srgbClr val="000000"/>
              </a:effectRef>
              <a:fontRef idx="minor">
                <a:srgbClr val="000000"/>
              </a:fontRef>
            </p:style>
            <p:txBody>
              <a:bodyPr anchor="ctr" bIns="56520" tIns="56520">
                <a:noAutofit/>
              </a:bodyPr>
              <a:p>
                <a:pPr algn="ctr"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sz="1800" lang="en-US" strike="noStrike" u="none">
                  <a:solidFill>
                    <a:srgbClr val="000000"/>
                  </a:solidFill>
                  <a:effectLst/>
                  <a:latin typeface="OpenSymbol"/>
                </a:endParaRPr>
              </a:p>
            </p:txBody>
          </p:sp>
          <p:sp>
            <p:nvSpPr>
              <p:cNvPr id="1048707" name="Google Shape;3250;p34"/>
              <p:cNvSpPr/>
              <p:nvPr/>
            </p:nvSpPr>
            <p:spPr>
              <a:xfrm>
                <a:off x="7701480" y="-375120"/>
                <a:ext cx="108720" cy="108720"/>
              </a:xfrm>
              <a:prstGeom prst="rect"/>
              <a:gradFill rotWithShape="0">
                <a:gsLst>
                  <a:gs pos="0">
                    <a:srgbClr val="B6F8F0"/>
                  </a:gs>
                  <a:gs pos="100000">
                    <a:srgbClr val="7DF3E5"/>
                  </a:gs>
                </a:gsLst>
                <a:lin ang="2700000"/>
              </a:gradFill>
              <a:ln w="0">
                <a:noFill/>
              </a:ln>
              <a:effectLst>
                <a:outerShdw algn="bl" blurRad="185760" rotWithShape="0">
                  <a:schemeClr val="dk1">
                    <a:alpha val="31000"/>
                  </a:schemeClr>
                </a:outerShdw>
              </a:effectLst>
            </p:spPr>
            <p:style>
              <a:lnRef idx="0">
                <a:srgbClr val="000000"/>
              </a:lnRef>
              <a:fillRef idx="0">
                <a:srgbClr val="000000"/>
              </a:fillRef>
              <a:effectRef idx="0">
                <a:srgbClr val="000000"/>
              </a:effectRef>
              <a:fontRef idx="minor">
                <a:srgbClr val="000000"/>
              </a:fontRef>
            </p:style>
            <p:txBody>
              <a:bodyPr anchor="ctr" bIns="54360" tIns="54360">
                <a:noAutofit/>
              </a:bodyPr>
              <a:p>
                <a:pPr algn="ctr"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sz="1800" lang="en-US" strike="noStrike" u="none">
                  <a:solidFill>
                    <a:srgbClr val="000000"/>
                  </a:solidFill>
                  <a:effectLst/>
                  <a:latin typeface="OpenSymbol"/>
                </a:endParaRPr>
              </a:p>
            </p:txBody>
          </p:sp>
          <p:sp>
            <p:nvSpPr>
              <p:cNvPr id="1048708" name="Google Shape;3251;p34"/>
              <p:cNvSpPr/>
              <p:nvPr/>
            </p:nvSpPr>
            <p:spPr>
              <a:xfrm>
                <a:off x="7706520" y="-581400"/>
                <a:ext cx="98640" cy="98640"/>
              </a:xfrm>
              <a:prstGeom prst="rect"/>
              <a:gradFill rotWithShape="0">
                <a:gsLst>
                  <a:gs pos="0">
                    <a:srgbClr val="B6F8F0"/>
                  </a:gs>
                  <a:gs pos="100000">
                    <a:srgbClr val="7DF3E5"/>
                  </a:gs>
                </a:gsLst>
                <a:lin ang="2700000"/>
              </a:gradFill>
              <a:ln w="0">
                <a:noFill/>
              </a:ln>
              <a:effectLst>
                <a:outerShdw algn="bl" blurRad="185760" rotWithShape="0">
                  <a:schemeClr val="dk1">
                    <a:alpha val="31000"/>
                  </a:schemeClr>
                </a:outerShdw>
              </a:effectLst>
            </p:spPr>
            <p:style>
              <a:lnRef idx="0">
                <a:srgbClr val="000000"/>
              </a:lnRef>
              <a:fillRef idx="0">
                <a:srgbClr val="000000"/>
              </a:fillRef>
              <a:effectRef idx="0">
                <a:srgbClr val="000000"/>
              </a:effectRef>
              <a:fontRef idx="minor">
                <a:srgbClr val="000000"/>
              </a:fontRef>
            </p:style>
            <p:txBody>
              <a:bodyPr anchor="ctr" bIns="49320" tIns="49320">
                <a:noAutofit/>
              </a:bodyPr>
              <a:p>
                <a:pPr algn="ctr"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sz="1800" lang="en-US" strike="noStrike" u="none">
                  <a:solidFill>
                    <a:srgbClr val="000000"/>
                  </a:solidFill>
                  <a:effectLst/>
                  <a:latin typeface="OpenSymbol"/>
                </a:endParaRPr>
              </a:p>
            </p:txBody>
          </p:sp>
          <p:sp>
            <p:nvSpPr>
              <p:cNvPr id="1048709" name="Google Shape;3252;p34"/>
              <p:cNvSpPr/>
              <p:nvPr/>
            </p:nvSpPr>
            <p:spPr>
              <a:xfrm>
                <a:off x="7711200" y="-787680"/>
                <a:ext cx="88920" cy="88920"/>
              </a:xfrm>
              <a:prstGeom prst="rect"/>
              <a:gradFill rotWithShape="0">
                <a:gsLst>
                  <a:gs pos="0">
                    <a:srgbClr val="B6F8F0"/>
                  </a:gs>
                  <a:gs pos="100000">
                    <a:srgbClr val="7DF3E5"/>
                  </a:gs>
                </a:gsLst>
                <a:lin ang="2700000"/>
              </a:gradFill>
              <a:ln w="0">
                <a:noFill/>
              </a:ln>
              <a:effectLst>
                <a:outerShdw algn="bl" blurRad="185760" rotWithShape="0">
                  <a:schemeClr val="dk1">
                    <a:alpha val="31000"/>
                  </a:schemeClr>
                </a:outerShdw>
              </a:effectLst>
            </p:spPr>
            <p:style>
              <a:lnRef idx="0">
                <a:srgbClr val="000000"/>
              </a:lnRef>
              <a:fillRef idx="0">
                <a:srgbClr val="000000"/>
              </a:fillRef>
              <a:effectRef idx="0">
                <a:srgbClr val="000000"/>
              </a:effectRef>
              <a:fontRef idx="minor">
                <a:srgbClr val="000000"/>
              </a:fontRef>
            </p:style>
            <p:txBody>
              <a:bodyPr anchor="ctr" bIns="44640" tIns="44640">
                <a:noAutofit/>
              </a:bodyPr>
              <a:p>
                <a:pPr algn="ctr"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sz="1800" lang="en-US" strike="noStrike" u="none">
                  <a:solidFill>
                    <a:srgbClr val="000000"/>
                  </a:solidFill>
                  <a:effectLst/>
                  <a:latin typeface="OpenSymbol"/>
                </a:endParaRPr>
              </a:p>
            </p:txBody>
          </p:sp>
          <p:sp>
            <p:nvSpPr>
              <p:cNvPr id="1048710" name="Google Shape;3253;p34"/>
              <p:cNvSpPr/>
              <p:nvPr/>
            </p:nvSpPr>
            <p:spPr>
              <a:xfrm>
                <a:off x="7711200" y="-993960"/>
                <a:ext cx="88920" cy="88920"/>
              </a:xfrm>
              <a:prstGeom prst="rect"/>
              <a:gradFill rotWithShape="0">
                <a:gsLst>
                  <a:gs pos="0">
                    <a:srgbClr val="B6F8F0"/>
                  </a:gs>
                  <a:gs pos="100000">
                    <a:srgbClr val="7DF3E5"/>
                  </a:gs>
                </a:gsLst>
                <a:lin ang="2700000"/>
              </a:gradFill>
              <a:ln w="0">
                <a:noFill/>
              </a:ln>
              <a:effectLst>
                <a:outerShdw algn="bl" blurRad="185760" rotWithShape="0">
                  <a:schemeClr val="dk1">
                    <a:alpha val="31000"/>
                  </a:schemeClr>
                </a:outerShdw>
              </a:effectLst>
            </p:spPr>
            <p:style>
              <a:lnRef idx="0">
                <a:srgbClr val="000000"/>
              </a:lnRef>
              <a:fillRef idx="0">
                <a:srgbClr val="000000"/>
              </a:fillRef>
              <a:effectRef idx="0">
                <a:srgbClr val="000000"/>
              </a:effectRef>
              <a:fontRef idx="minor">
                <a:srgbClr val="000000"/>
              </a:fontRef>
            </p:style>
            <p:txBody>
              <a:bodyPr anchor="ctr" bIns="44640" tIns="44640">
                <a:noAutofit/>
              </a:bodyPr>
              <a:p>
                <a:pPr algn="ctr"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sz="1800" lang="en-US" strike="noStrike" u="none">
                  <a:solidFill>
                    <a:srgbClr val="000000"/>
                  </a:solidFill>
                  <a:effectLst/>
                  <a:latin typeface="OpenSymbol"/>
                </a:endParaRPr>
              </a:p>
            </p:txBody>
          </p:sp>
          <p:sp>
            <p:nvSpPr>
              <p:cNvPr id="1048711" name="Google Shape;3254;p34"/>
              <p:cNvSpPr/>
              <p:nvPr/>
            </p:nvSpPr>
            <p:spPr>
              <a:xfrm>
                <a:off x="7716240" y="-1211040"/>
                <a:ext cx="79200" cy="79200"/>
              </a:xfrm>
              <a:prstGeom prst="rect"/>
              <a:gradFill rotWithShape="0">
                <a:gsLst>
                  <a:gs pos="0">
                    <a:srgbClr val="B6F8F0"/>
                  </a:gs>
                  <a:gs pos="100000">
                    <a:srgbClr val="7DF3E5"/>
                  </a:gs>
                </a:gsLst>
                <a:lin ang="2700000"/>
              </a:gradFill>
              <a:ln w="0">
                <a:noFill/>
              </a:ln>
              <a:effectLst>
                <a:outerShdw algn="bl" blurRad="185760" rotWithShape="0">
                  <a:schemeClr val="dk1">
                    <a:alpha val="31000"/>
                  </a:schemeClr>
                </a:outerShdw>
              </a:effectLst>
            </p:spPr>
            <p:style>
              <a:lnRef idx="0">
                <a:srgbClr val="000000"/>
              </a:lnRef>
              <a:fillRef idx="0">
                <a:srgbClr val="000000"/>
              </a:fillRef>
              <a:effectRef idx="0">
                <a:srgbClr val="000000"/>
              </a:effectRef>
              <a:fontRef idx="minor">
                <a:srgbClr val="000000"/>
              </a:fontRef>
            </p:style>
            <p:txBody>
              <a:bodyPr anchor="ctr" bIns="39600" tIns="39600">
                <a:noAutofit/>
              </a:bodyPr>
              <a:p>
                <a:pPr algn="ctr"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sz="1800" lang="en-US" strike="noStrike" u="none">
                  <a:solidFill>
                    <a:srgbClr val="000000"/>
                  </a:solidFill>
                  <a:effectLst/>
                  <a:latin typeface="OpenSymbol"/>
                </a:endParaRPr>
              </a:p>
            </p:txBody>
          </p:sp>
        </p:grpSp>
        <p:grpSp>
          <p:nvGrpSpPr>
            <p:cNvPr id="61" name="Google Shape;3255;p34"/>
            <p:cNvGrpSpPr/>
            <p:nvPr/>
          </p:nvGrpSpPr>
          <p:grpSpPr>
            <a:xfrm>
              <a:off x="7684200" y="-1211040"/>
              <a:ext cx="142920" cy="2453760"/>
              <a:chOff x="7684200" y="-1211040"/>
              <a:chExt cx="142920" cy="2453760"/>
            </a:xfrm>
          </p:grpSpPr>
          <p:sp>
            <p:nvSpPr>
              <p:cNvPr id="1048712" name="Google Shape;3256;p34"/>
              <p:cNvSpPr/>
              <p:nvPr/>
            </p:nvSpPr>
            <p:spPr>
              <a:xfrm>
                <a:off x="7684200" y="1099800"/>
                <a:ext cx="142920" cy="142920"/>
              </a:xfrm>
              <a:prstGeom prst="rect"/>
              <a:noFill/>
              <a:ln w="0">
                <a:noFill/>
              </a:ln>
            </p:spPr>
            <p:style>
              <a:lnRef idx="0">
                <a:srgbClr val="000000"/>
              </a:lnRef>
              <a:fillRef idx="0">
                <a:srgbClr val="000000"/>
              </a:fillRef>
              <a:effectRef idx="0">
                <a:srgbClr val="000000"/>
              </a:effectRef>
              <a:fontRef idx="minor">
                <a:srgbClr val="000000"/>
              </a:fontRef>
            </p:style>
            <p:txBody>
              <a:bodyPr anchor="ctr" bIns="71640" tIns="71640">
                <a:noAutofit/>
              </a:bodyPr>
              <a:p>
                <a:pPr algn="ctr"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sz="1800" lang="en-US" strike="noStrike" u="none">
                  <a:solidFill>
                    <a:srgbClr val="FFFFFF"/>
                  </a:solidFill>
                  <a:effectLst/>
                  <a:latin typeface="OpenSymbol"/>
                </a:endParaRPr>
              </a:p>
            </p:txBody>
          </p:sp>
          <p:sp>
            <p:nvSpPr>
              <p:cNvPr id="1048713" name="Google Shape;3257;p34"/>
              <p:cNvSpPr/>
              <p:nvPr/>
            </p:nvSpPr>
            <p:spPr>
              <a:xfrm>
                <a:off x="7692840" y="889200"/>
                <a:ext cx="126000" cy="126360"/>
              </a:xfrm>
              <a:prstGeom prst="rect"/>
              <a:solidFill>
                <a:srgbClr val="009F8C">
                  <a:alpha val="5000"/>
                </a:srgbClr>
              </a:solidFill>
              <a:ln w="0">
                <a:noFill/>
              </a:ln>
            </p:spPr>
            <p:style>
              <a:lnRef idx="0">
                <a:srgbClr val="000000"/>
              </a:lnRef>
              <a:fillRef idx="0">
                <a:srgbClr val="000000"/>
              </a:fillRef>
              <a:effectRef idx="0">
                <a:srgbClr val="000000"/>
              </a:effectRef>
              <a:fontRef idx="minor">
                <a:srgbClr val="000000"/>
              </a:fontRef>
            </p:style>
            <p:txBody>
              <a:bodyPr anchor="ctr" bIns="63360" tIns="63360">
                <a:noAutofit/>
              </a:bodyPr>
              <a:p>
                <a:pPr algn="ctr"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sz="1800" lang="en-US" strike="noStrike" u="none">
                  <a:solidFill>
                    <a:srgbClr val="FFFFFF"/>
                  </a:solidFill>
                  <a:effectLst/>
                  <a:latin typeface="OpenSymbol"/>
                </a:endParaRPr>
              </a:p>
            </p:txBody>
          </p:sp>
          <p:sp>
            <p:nvSpPr>
              <p:cNvPr id="1048714" name="Google Shape;3258;p34"/>
              <p:cNvSpPr/>
              <p:nvPr/>
            </p:nvSpPr>
            <p:spPr>
              <a:xfrm>
                <a:off x="7692840" y="678600"/>
                <a:ext cx="126000" cy="126360"/>
              </a:xfrm>
              <a:prstGeom prst="rect"/>
              <a:solidFill>
                <a:srgbClr val="009F8C">
                  <a:alpha val="10000"/>
                </a:srgbClr>
              </a:solidFill>
              <a:ln w="0">
                <a:noFill/>
              </a:ln>
            </p:spPr>
            <p:style>
              <a:lnRef idx="0">
                <a:srgbClr val="000000"/>
              </a:lnRef>
              <a:fillRef idx="0">
                <a:srgbClr val="000000"/>
              </a:fillRef>
              <a:effectRef idx="0">
                <a:srgbClr val="000000"/>
              </a:effectRef>
              <a:fontRef idx="minor">
                <a:srgbClr val="000000"/>
              </a:fontRef>
            </p:style>
            <p:txBody>
              <a:bodyPr anchor="ctr" bIns="63360" tIns="63360">
                <a:noAutofit/>
              </a:bodyPr>
              <a:p>
                <a:pPr algn="ctr"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sz="1800" lang="en-US" strike="noStrike" u="none">
                  <a:solidFill>
                    <a:srgbClr val="FFFFFF"/>
                  </a:solidFill>
                  <a:effectLst/>
                  <a:latin typeface="OpenSymbol"/>
                </a:endParaRPr>
              </a:p>
            </p:txBody>
          </p:sp>
          <p:sp>
            <p:nvSpPr>
              <p:cNvPr id="1048715" name="Google Shape;3259;p34"/>
              <p:cNvSpPr/>
              <p:nvPr/>
            </p:nvSpPr>
            <p:spPr>
              <a:xfrm>
                <a:off x="7692840" y="467640"/>
                <a:ext cx="126000" cy="126360"/>
              </a:xfrm>
              <a:prstGeom prst="rect"/>
              <a:solidFill>
                <a:srgbClr val="009F8C">
                  <a:alpha val="20000"/>
                </a:srgbClr>
              </a:solidFill>
              <a:ln w="0">
                <a:noFill/>
              </a:ln>
            </p:spPr>
            <p:style>
              <a:lnRef idx="0">
                <a:srgbClr val="000000"/>
              </a:lnRef>
              <a:fillRef idx="0">
                <a:srgbClr val="000000"/>
              </a:fillRef>
              <a:effectRef idx="0">
                <a:srgbClr val="000000"/>
              </a:effectRef>
              <a:fontRef idx="minor">
                <a:srgbClr val="000000"/>
              </a:fontRef>
            </p:style>
            <p:txBody>
              <a:bodyPr anchor="ctr" bIns="63360" tIns="63360">
                <a:noAutofit/>
              </a:bodyPr>
              <a:p>
                <a:pPr algn="ctr"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sz="1800" lang="en-US" strike="noStrike" u="none">
                  <a:solidFill>
                    <a:srgbClr val="FFFFFF"/>
                  </a:solidFill>
                  <a:effectLst/>
                  <a:latin typeface="OpenSymbol"/>
                </a:endParaRPr>
              </a:p>
            </p:txBody>
          </p:sp>
          <p:sp>
            <p:nvSpPr>
              <p:cNvPr id="1048716" name="Google Shape;3260;p34"/>
              <p:cNvSpPr/>
              <p:nvPr/>
            </p:nvSpPr>
            <p:spPr>
              <a:xfrm>
                <a:off x="7697160" y="257040"/>
                <a:ext cx="117360" cy="117720"/>
              </a:xfrm>
              <a:prstGeom prst="rect"/>
              <a:solidFill>
                <a:srgbClr val="009F8C">
                  <a:alpha val="30000"/>
                </a:srgbClr>
              </a:solidFill>
              <a:ln w="0">
                <a:noFill/>
              </a:ln>
            </p:spPr>
            <p:style>
              <a:lnRef idx="0">
                <a:srgbClr val="000000"/>
              </a:lnRef>
              <a:fillRef idx="0">
                <a:srgbClr val="000000"/>
              </a:fillRef>
              <a:effectRef idx="0">
                <a:srgbClr val="000000"/>
              </a:effectRef>
              <a:fontRef idx="minor">
                <a:srgbClr val="000000"/>
              </a:fontRef>
            </p:style>
            <p:txBody>
              <a:bodyPr anchor="ctr" bIns="59040" tIns="59040">
                <a:noAutofit/>
              </a:bodyPr>
              <a:p>
                <a:pPr algn="ctr"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sz="1800" lang="en-US" strike="noStrike" u="none">
                  <a:solidFill>
                    <a:srgbClr val="FFFFFF"/>
                  </a:solidFill>
                  <a:effectLst/>
                  <a:latin typeface="OpenSymbol"/>
                </a:endParaRPr>
              </a:p>
            </p:txBody>
          </p:sp>
          <p:sp>
            <p:nvSpPr>
              <p:cNvPr id="1048717" name="Google Shape;3261;p34"/>
              <p:cNvSpPr/>
              <p:nvPr/>
            </p:nvSpPr>
            <p:spPr>
              <a:xfrm>
                <a:off x="7697160" y="46440"/>
                <a:ext cx="117360" cy="117720"/>
              </a:xfrm>
              <a:prstGeom prst="rect"/>
              <a:solidFill>
                <a:srgbClr val="009F8C">
                  <a:alpha val="40000"/>
                </a:srgbClr>
              </a:solidFill>
              <a:ln w="0">
                <a:noFill/>
              </a:ln>
            </p:spPr>
            <p:style>
              <a:lnRef idx="0">
                <a:srgbClr val="000000"/>
              </a:lnRef>
              <a:fillRef idx="0">
                <a:srgbClr val="000000"/>
              </a:fillRef>
              <a:effectRef idx="0">
                <a:srgbClr val="000000"/>
              </a:effectRef>
              <a:fontRef idx="minor">
                <a:srgbClr val="000000"/>
              </a:fontRef>
            </p:style>
            <p:txBody>
              <a:bodyPr anchor="ctr" bIns="59040" tIns="59040">
                <a:noAutofit/>
              </a:bodyPr>
              <a:p>
                <a:pPr algn="ctr"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sz="1800" lang="en-US" strike="noStrike" u="none">
                  <a:solidFill>
                    <a:srgbClr val="FFFFFF"/>
                  </a:solidFill>
                  <a:effectLst/>
                  <a:latin typeface="OpenSymbol"/>
                </a:endParaRPr>
              </a:p>
            </p:txBody>
          </p:sp>
          <p:sp>
            <p:nvSpPr>
              <p:cNvPr id="1048718" name="Google Shape;3262;p34"/>
              <p:cNvSpPr/>
              <p:nvPr/>
            </p:nvSpPr>
            <p:spPr>
              <a:xfrm>
                <a:off x="7699320" y="-164520"/>
                <a:ext cx="113040" cy="113040"/>
              </a:xfrm>
              <a:prstGeom prst="rect"/>
              <a:solidFill>
                <a:srgbClr val="009F8C">
                  <a:alpha val="50000"/>
                </a:srgbClr>
              </a:solidFill>
              <a:ln w="0">
                <a:noFill/>
              </a:ln>
            </p:spPr>
            <p:style>
              <a:lnRef idx="0">
                <a:srgbClr val="000000"/>
              </a:lnRef>
              <a:fillRef idx="0">
                <a:srgbClr val="000000"/>
              </a:fillRef>
              <a:effectRef idx="0">
                <a:srgbClr val="000000"/>
              </a:effectRef>
              <a:fontRef idx="minor">
                <a:srgbClr val="000000"/>
              </a:fontRef>
            </p:style>
            <p:txBody>
              <a:bodyPr anchor="ctr" bIns="56520" tIns="56520">
                <a:noAutofit/>
              </a:bodyPr>
              <a:p>
                <a:pPr algn="ctr"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sz="1800" lang="en-US" strike="noStrike" u="none">
                  <a:solidFill>
                    <a:srgbClr val="FFFFFF"/>
                  </a:solidFill>
                  <a:effectLst/>
                  <a:latin typeface="OpenSymbol"/>
                </a:endParaRPr>
              </a:p>
            </p:txBody>
          </p:sp>
          <p:sp>
            <p:nvSpPr>
              <p:cNvPr id="1048719" name="Google Shape;3263;p34"/>
              <p:cNvSpPr/>
              <p:nvPr/>
            </p:nvSpPr>
            <p:spPr>
              <a:xfrm>
                <a:off x="7701480" y="-375120"/>
                <a:ext cx="108720" cy="108720"/>
              </a:xfrm>
              <a:prstGeom prst="rect"/>
              <a:solidFill>
                <a:srgbClr val="009F8C">
                  <a:alpha val="55000"/>
                </a:srgbClr>
              </a:solidFill>
              <a:ln w="0">
                <a:noFill/>
              </a:ln>
            </p:spPr>
            <p:style>
              <a:lnRef idx="0">
                <a:srgbClr val="000000"/>
              </a:lnRef>
              <a:fillRef idx="0">
                <a:srgbClr val="000000"/>
              </a:fillRef>
              <a:effectRef idx="0">
                <a:srgbClr val="000000"/>
              </a:effectRef>
              <a:fontRef idx="minor">
                <a:srgbClr val="000000"/>
              </a:fontRef>
            </p:style>
            <p:txBody>
              <a:bodyPr anchor="ctr" bIns="54360" tIns="54360">
                <a:noAutofit/>
              </a:bodyPr>
              <a:p>
                <a:pPr algn="ctr"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sz="1800" lang="en-US" strike="noStrike" u="none">
                  <a:solidFill>
                    <a:srgbClr val="FFFFFF"/>
                  </a:solidFill>
                  <a:effectLst/>
                  <a:latin typeface="OpenSymbol"/>
                </a:endParaRPr>
              </a:p>
            </p:txBody>
          </p:sp>
          <p:sp>
            <p:nvSpPr>
              <p:cNvPr id="1048720" name="Google Shape;3264;p34"/>
              <p:cNvSpPr/>
              <p:nvPr/>
            </p:nvSpPr>
            <p:spPr>
              <a:xfrm>
                <a:off x="7706520" y="-581400"/>
                <a:ext cx="98640" cy="98640"/>
              </a:xfrm>
              <a:prstGeom prst="rect"/>
              <a:solidFill>
                <a:srgbClr val="009F8C">
                  <a:alpha val="60000"/>
                </a:srgbClr>
              </a:solidFill>
              <a:ln w="0">
                <a:noFill/>
              </a:ln>
            </p:spPr>
            <p:style>
              <a:lnRef idx="0">
                <a:srgbClr val="000000"/>
              </a:lnRef>
              <a:fillRef idx="0">
                <a:srgbClr val="000000"/>
              </a:fillRef>
              <a:effectRef idx="0">
                <a:srgbClr val="000000"/>
              </a:effectRef>
              <a:fontRef idx="minor">
                <a:srgbClr val="000000"/>
              </a:fontRef>
            </p:style>
            <p:txBody>
              <a:bodyPr anchor="ctr" bIns="49320" tIns="49320">
                <a:noAutofit/>
              </a:bodyPr>
              <a:p>
                <a:pPr algn="ctr"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sz="1800" lang="en-US" strike="noStrike" u="none">
                  <a:solidFill>
                    <a:srgbClr val="FFFFFF"/>
                  </a:solidFill>
                  <a:effectLst/>
                  <a:latin typeface="OpenSymbol"/>
                </a:endParaRPr>
              </a:p>
            </p:txBody>
          </p:sp>
          <p:sp>
            <p:nvSpPr>
              <p:cNvPr id="1048721" name="Google Shape;3265;p34"/>
              <p:cNvSpPr/>
              <p:nvPr/>
            </p:nvSpPr>
            <p:spPr>
              <a:xfrm>
                <a:off x="7711200" y="-787680"/>
                <a:ext cx="88920" cy="88920"/>
              </a:xfrm>
              <a:prstGeom prst="rect"/>
              <a:solidFill>
                <a:srgbClr val="009F8C">
                  <a:alpha val="65000"/>
                </a:srgbClr>
              </a:solidFill>
              <a:ln w="0">
                <a:noFill/>
              </a:ln>
            </p:spPr>
            <p:style>
              <a:lnRef idx="0">
                <a:srgbClr val="000000"/>
              </a:lnRef>
              <a:fillRef idx="0">
                <a:srgbClr val="000000"/>
              </a:fillRef>
              <a:effectRef idx="0">
                <a:srgbClr val="000000"/>
              </a:effectRef>
              <a:fontRef idx="minor">
                <a:srgbClr val="000000"/>
              </a:fontRef>
            </p:style>
            <p:txBody>
              <a:bodyPr anchor="ctr" bIns="44640" tIns="44640">
                <a:noAutofit/>
              </a:bodyPr>
              <a:p>
                <a:pPr algn="ctr"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sz="1800" lang="en-US" strike="noStrike" u="none">
                  <a:solidFill>
                    <a:srgbClr val="FFFFFF"/>
                  </a:solidFill>
                  <a:effectLst/>
                  <a:latin typeface="OpenSymbol"/>
                </a:endParaRPr>
              </a:p>
            </p:txBody>
          </p:sp>
          <p:sp>
            <p:nvSpPr>
              <p:cNvPr id="1048722" name="Google Shape;3266;p34"/>
              <p:cNvSpPr/>
              <p:nvPr/>
            </p:nvSpPr>
            <p:spPr>
              <a:xfrm>
                <a:off x="7711200" y="-993960"/>
                <a:ext cx="88920" cy="88920"/>
              </a:xfrm>
              <a:prstGeom prst="rect"/>
              <a:solidFill>
                <a:srgbClr val="009F8C">
                  <a:alpha val="70000"/>
                </a:srgbClr>
              </a:solidFill>
              <a:ln w="0">
                <a:noFill/>
              </a:ln>
            </p:spPr>
            <p:style>
              <a:lnRef idx="0">
                <a:srgbClr val="000000"/>
              </a:lnRef>
              <a:fillRef idx="0">
                <a:srgbClr val="000000"/>
              </a:fillRef>
              <a:effectRef idx="0">
                <a:srgbClr val="000000"/>
              </a:effectRef>
              <a:fontRef idx="minor">
                <a:srgbClr val="000000"/>
              </a:fontRef>
            </p:style>
            <p:txBody>
              <a:bodyPr anchor="ctr" bIns="44640" tIns="44640">
                <a:noAutofit/>
              </a:bodyPr>
              <a:p>
                <a:pPr algn="ctr"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sz="1800" lang="en-US" strike="noStrike" u="none">
                  <a:solidFill>
                    <a:srgbClr val="FFFFFF"/>
                  </a:solidFill>
                  <a:effectLst/>
                  <a:latin typeface="OpenSymbol"/>
                </a:endParaRPr>
              </a:p>
            </p:txBody>
          </p:sp>
          <p:sp>
            <p:nvSpPr>
              <p:cNvPr id="1048723" name="Google Shape;3267;p34"/>
              <p:cNvSpPr/>
              <p:nvPr/>
            </p:nvSpPr>
            <p:spPr>
              <a:xfrm>
                <a:off x="7716240" y="-1211040"/>
                <a:ext cx="79200" cy="79200"/>
              </a:xfrm>
              <a:prstGeom prst="rect"/>
              <a:solidFill>
                <a:srgbClr val="009F8C">
                  <a:alpha val="80000"/>
                </a:srgbClr>
              </a:solidFill>
              <a:ln w="0">
                <a:noFill/>
              </a:ln>
            </p:spPr>
            <p:style>
              <a:lnRef idx="0">
                <a:srgbClr val="000000"/>
              </a:lnRef>
              <a:fillRef idx="0">
                <a:srgbClr val="000000"/>
              </a:fillRef>
              <a:effectRef idx="0">
                <a:srgbClr val="000000"/>
              </a:effectRef>
              <a:fontRef idx="minor">
                <a:srgbClr val="000000"/>
              </a:fontRef>
            </p:style>
            <p:txBody>
              <a:bodyPr anchor="ctr" bIns="39600" tIns="39600">
                <a:noAutofit/>
              </a:bodyPr>
              <a:p>
                <a:pPr algn="ctr"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sz="1800" lang="en-US" strike="noStrike" u="none">
                  <a:solidFill>
                    <a:srgbClr val="FFFFFF"/>
                  </a:solidFill>
                  <a:effectLst/>
                  <a:latin typeface="OpenSymbol"/>
                </a:endParaRPr>
              </a:p>
            </p:txBody>
          </p:sp>
        </p:grpSp>
      </p:grpSp>
      <p:grpSp>
        <p:nvGrpSpPr>
          <p:cNvPr id="62" name="Google Shape;3268;p34"/>
          <p:cNvGrpSpPr/>
          <p:nvPr/>
        </p:nvGrpSpPr>
        <p:grpSpPr>
          <a:xfrm>
            <a:off x="8151120" y="1406520"/>
            <a:ext cx="142920" cy="2453760"/>
            <a:chOff x="8151120" y="1406520"/>
            <a:chExt cx="142920" cy="2453760"/>
          </a:xfrm>
        </p:grpSpPr>
        <p:grpSp>
          <p:nvGrpSpPr>
            <p:cNvPr id="63" name="Google Shape;3269;p34"/>
            <p:cNvGrpSpPr/>
            <p:nvPr/>
          </p:nvGrpSpPr>
          <p:grpSpPr>
            <a:xfrm>
              <a:off x="8151120" y="1406520"/>
              <a:ext cx="142920" cy="2453760"/>
              <a:chOff x="8151120" y="1406520"/>
              <a:chExt cx="142920" cy="2453760"/>
            </a:xfrm>
          </p:grpSpPr>
          <p:sp>
            <p:nvSpPr>
              <p:cNvPr id="1048724" name="Google Shape;3270;p34"/>
              <p:cNvSpPr/>
              <p:nvPr/>
            </p:nvSpPr>
            <p:spPr>
              <a:xfrm>
                <a:off x="8151120" y="3717360"/>
                <a:ext cx="142920" cy="142920"/>
              </a:xfrm>
              <a:prstGeom prst="rect"/>
              <a:gradFill rotWithShape="0">
                <a:gsLst>
                  <a:gs pos="0">
                    <a:srgbClr val="7DF3E5"/>
                  </a:gs>
                  <a:gs pos="100000">
                    <a:srgbClr val="02C5AE"/>
                  </a:gs>
                </a:gsLst>
                <a:lin ang="2700000"/>
              </a:gradFill>
              <a:ln w="0">
                <a:noFill/>
              </a:ln>
              <a:effectLst>
                <a:outerShdw algn="bl" blurRad="185760" rotWithShape="0">
                  <a:schemeClr val="dk1">
                    <a:alpha val="31000"/>
                  </a:schemeClr>
                </a:outerShdw>
              </a:effectLst>
            </p:spPr>
            <p:style>
              <a:lnRef idx="0">
                <a:srgbClr val="000000"/>
              </a:lnRef>
              <a:fillRef idx="0">
                <a:srgbClr val="000000"/>
              </a:fillRef>
              <a:effectRef idx="0">
                <a:srgbClr val="000000"/>
              </a:effectRef>
              <a:fontRef idx="minor">
                <a:srgbClr val="000000"/>
              </a:fontRef>
            </p:style>
            <p:txBody>
              <a:bodyPr anchor="ctr" bIns="71640" tIns="71640">
                <a:noAutofit/>
              </a:bodyPr>
              <a:p>
                <a:pPr algn="ctr"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sz="1800" lang="en-US" strike="noStrike" u="none">
                  <a:solidFill>
                    <a:srgbClr val="000000"/>
                  </a:solidFill>
                  <a:effectLst/>
                  <a:latin typeface="OpenSymbol"/>
                </a:endParaRPr>
              </a:p>
            </p:txBody>
          </p:sp>
          <p:sp>
            <p:nvSpPr>
              <p:cNvPr id="1048725" name="Google Shape;3271;p34"/>
              <p:cNvSpPr/>
              <p:nvPr/>
            </p:nvSpPr>
            <p:spPr>
              <a:xfrm>
                <a:off x="8159760" y="3506760"/>
                <a:ext cx="126000" cy="126360"/>
              </a:xfrm>
              <a:prstGeom prst="rect"/>
              <a:gradFill rotWithShape="0">
                <a:gsLst>
                  <a:gs pos="0">
                    <a:srgbClr val="7DF3E5"/>
                  </a:gs>
                  <a:gs pos="100000">
                    <a:srgbClr val="02C5AE"/>
                  </a:gs>
                </a:gsLst>
                <a:lin ang="2700000"/>
              </a:gradFill>
              <a:ln w="0">
                <a:noFill/>
              </a:ln>
              <a:effectLst>
                <a:outerShdw algn="bl" blurRad="185760" rotWithShape="0">
                  <a:schemeClr val="dk1">
                    <a:alpha val="31000"/>
                  </a:schemeClr>
                </a:outerShdw>
              </a:effectLst>
            </p:spPr>
            <p:style>
              <a:lnRef idx="0">
                <a:srgbClr val="000000"/>
              </a:lnRef>
              <a:fillRef idx="0">
                <a:srgbClr val="000000"/>
              </a:fillRef>
              <a:effectRef idx="0">
                <a:srgbClr val="000000"/>
              </a:effectRef>
              <a:fontRef idx="minor">
                <a:srgbClr val="000000"/>
              </a:fontRef>
            </p:style>
            <p:txBody>
              <a:bodyPr anchor="ctr" bIns="63360" tIns="63360">
                <a:noAutofit/>
              </a:bodyPr>
              <a:p>
                <a:pPr algn="ctr"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sz="1800" lang="en-US" strike="noStrike" u="none">
                  <a:solidFill>
                    <a:srgbClr val="000000"/>
                  </a:solidFill>
                  <a:effectLst/>
                  <a:latin typeface="OpenSymbol"/>
                </a:endParaRPr>
              </a:p>
            </p:txBody>
          </p:sp>
          <p:sp>
            <p:nvSpPr>
              <p:cNvPr id="1048726" name="Google Shape;3272;p34"/>
              <p:cNvSpPr/>
              <p:nvPr/>
            </p:nvSpPr>
            <p:spPr>
              <a:xfrm>
                <a:off x="8159760" y="3295800"/>
                <a:ext cx="126000" cy="126360"/>
              </a:xfrm>
              <a:prstGeom prst="rect"/>
              <a:gradFill rotWithShape="0">
                <a:gsLst>
                  <a:gs pos="0">
                    <a:srgbClr val="7DF3E5"/>
                  </a:gs>
                  <a:gs pos="100000">
                    <a:srgbClr val="02C5AE"/>
                  </a:gs>
                </a:gsLst>
                <a:lin ang="2700000"/>
              </a:gradFill>
              <a:ln w="0">
                <a:noFill/>
              </a:ln>
              <a:effectLst>
                <a:outerShdw algn="bl" blurRad="185760" rotWithShape="0">
                  <a:schemeClr val="dk1">
                    <a:alpha val="31000"/>
                  </a:schemeClr>
                </a:outerShdw>
              </a:effectLst>
            </p:spPr>
            <p:style>
              <a:lnRef idx="0">
                <a:srgbClr val="000000"/>
              </a:lnRef>
              <a:fillRef idx="0">
                <a:srgbClr val="000000"/>
              </a:fillRef>
              <a:effectRef idx="0">
                <a:srgbClr val="000000"/>
              </a:effectRef>
              <a:fontRef idx="minor">
                <a:srgbClr val="000000"/>
              </a:fontRef>
            </p:style>
            <p:txBody>
              <a:bodyPr anchor="ctr" bIns="63360" tIns="63360">
                <a:noAutofit/>
              </a:bodyPr>
              <a:p>
                <a:pPr algn="ctr"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sz="1800" lang="en-US" strike="noStrike" u="none">
                  <a:solidFill>
                    <a:srgbClr val="000000"/>
                  </a:solidFill>
                  <a:effectLst/>
                  <a:latin typeface="OpenSymbol"/>
                </a:endParaRPr>
              </a:p>
            </p:txBody>
          </p:sp>
          <p:sp>
            <p:nvSpPr>
              <p:cNvPr id="1048727" name="Google Shape;3273;p34"/>
              <p:cNvSpPr/>
              <p:nvPr/>
            </p:nvSpPr>
            <p:spPr>
              <a:xfrm>
                <a:off x="8159760" y="3085200"/>
                <a:ext cx="126000" cy="126360"/>
              </a:xfrm>
              <a:prstGeom prst="rect"/>
              <a:gradFill rotWithShape="0">
                <a:gsLst>
                  <a:gs pos="0">
                    <a:srgbClr val="7DF3E5"/>
                  </a:gs>
                  <a:gs pos="100000">
                    <a:srgbClr val="02C5AE"/>
                  </a:gs>
                </a:gsLst>
                <a:lin ang="2700000"/>
              </a:gradFill>
              <a:ln w="0">
                <a:noFill/>
              </a:ln>
              <a:effectLst>
                <a:outerShdw algn="bl" blurRad="185760" rotWithShape="0">
                  <a:schemeClr val="dk1">
                    <a:alpha val="31000"/>
                  </a:schemeClr>
                </a:outerShdw>
              </a:effectLst>
            </p:spPr>
            <p:style>
              <a:lnRef idx="0">
                <a:srgbClr val="000000"/>
              </a:lnRef>
              <a:fillRef idx="0">
                <a:srgbClr val="000000"/>
              </a:fillRef>
              <a:effectRef idx="0">
                <a:srgbClr val="000000"/>
              </a:effectRef>
              <a:fontRef idx="minor">
                <a:srgbClr val="000000"/>
              </a:fontRef>
            </p:style>
            <p:txBody>
              <a:bodyPr anchor="ctr" bIns="63360" tIns="63360">
                <a:noAutofit/>
              </a:bodyPr>
              <a:p>
                <a:pPr algn="ctr"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sz="1800" lang="en-US" strike="noStrike" u="none">
                  <a:solidFill>
                    <a:srgbClr val="000000"/>
                  </a:solidFill>
                  <a:effectLst/>
                  <a:latin typeface="OpenSymbol"/>
                </a:endParaRPr>
              </a:p>
            </p:txBody>
          </p:sp>
          <p:sp>
            <p:nvSpPr>
              <p:cNvPr id="1048728" name="Google Shape;3274;p34"/>
              <p:cNvSpPr/>
              <p:nvPr/>
            </p:nvSpPr>
            <p:spPr>
              <a:xfrm>
                <a:off x="8164080" y="2874600"/>
                <a:ext cx="117360" cy="117720"/>
              </a:xfrm>
              <a:prstGeom prst="rect"/>
              <a:gradFill rotWithShape="0">
                <a:gsLst>
                  <a:gs pos="0">
                    <a:srgbClr val="7DF3E5"/>
                  </a:gs>
                  <a:gs pos="100000">
                    <a:srgbClr val="02C5AE"/>
                  </a:gs>
                </a:gsLst>
                <a:lin ang="2700000"/>
              </a:gradFill>
              <a:ln w="0">
                <a:noFill/>
              </a:ln>
              <a:effectLst>
                <a:outerShdw algn="bl" blurRad="185760" rotWithShape="0">
                  <a:schemeClr val="dk1">
                    <a:alpha val="31000"/>
                  </a:schemeClr>
                </a:outerShdw>
              </a:effectLst>
            </p:spPr>
            <p:style>
              <a:lnRef idx="0">
                <a:srgbClr val="000000"/>
              </a:lnRef>
              <a:fillRef idx="0">
                <a:srgbClr val="000000"/>
              </a:fillRef>
              <a:effectRef idx="0">
                <a:srgbClr val="000000"/>
              </a:effectRef>
              <a:fontRef idx="minor">
                <a:srgbClr val="000000"/>
              </a:fontRef>
            </p:style>
            <p:txBody>
              <a:bodyPr anchor="ctr" bIns="59040" tIns="59040">
                <a:noAutofit/>
              </a:bodyPr>
              <a:p>
                <a:pPr algn="ctr"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sz="1800" lang="en-US" strike="noStrike" u="none">
                  <a:solidFill>
                    <a:srgbClr val="000000"/>
                  </a:solidFill>
                  <a:effectLst/>
                  <a:latin typeface="OpenSymbol"/>
                </a:endParaRPr>
              </a:p>
            </p:txBody>
          </p:sp>
          <p:sp>
            <p:nvSpPr>
              <p:cNvPr id="1048729" name="Google Shape;3275;p34"/>
              <p:cNvSpPr/>
              <p:nvPr/>
            </p:nvSpPr>
            <p:spPr>
              <a:xfrm>
                <a:off x="8164080" y="2663640"/>
                <a:ext cx="117360" cy="117720"/>
              </a:xfrm>
              <a:prstGeom prst="rect"/>
              <a:gradFill rotWithShape="0">
                <a:gsLst>
                  <a:gs pos="0">
                    <a:srgbClr val="7DF3E5"/>
                  </a:gs>
                  <a:gs pos="100000">
                    <a:srgbClr val="02C5AE"/>
                  </a:gs>
                </a:gsLst>
                <a:lin ang="2700000"/>
              </a:gradFill>
              <a:ln w="0">
                <a:noFill/>
              </a:ln>
              <a:effectLst>
                <a:outerShdw algn="bl" blurRad="185760" rotWithShape="0">
                  <a:schemeClr val="dk1">
                    <a:alpha val="31000"/>
                  </a:schemeClr>
                </a:outerShdw>
              </a:effectLst>
            </p:spPr>
            <p:style>
              <a:lnRef idx="0">
                <a:srgbClr val="000000"/>
              </a:lnRef>
              <a:fillRef idx="0">
                <a:srgbClr val="000000"/>
              </a:fillRef>
              <a:effectRef idx="0">
                <a:srgbClr val="000000"/>
              </a:effectRef>
              <a:fontRef idx="minor">
                <a:srgbClr val="000000"/>
              </a:fontRef>
            </p:style>
            <p:txBody>
              <a:bodyPr anchor="ctr" bIns="59040" tIns="59040">
                <a:noAutofit/>
              </a:bodyPr>
              <a:p>
                <a:pPr algn="ctr"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sz="1800" lang="en-US" strike="noStrike" u="none">
                  <a:solidFill>
                    <a:srgbClr val="000000"/>
                  </a:solidFill>
                  <a:effectLst/>
                  <a:latin typeface="OpenSymbol"/>
                </a:endParaRPr>
              </a:p>
            </p:txBody>
          </p:sp>
          <p:sp>
            <p:nvSpPr>
              <p:cNvPr id="1048730" name="Google Shape;3276;p34"/>
              <p:cNvSpPr/>
              <p:nvPr/>
            </p:nvSpPr>
            <p:spPr>
              <a:xfrm>
                <a:off x="8166240" y="2453040"/>
                <a:ext cx="113040" cy="113040"/>
              </a:xfrm>
              <a:prstGeom prst="rect"/>
              <a:gradFill rotWithShape="0">
                <a:gsLst>
                  <a:gs pos="0">
                    <a:srgbClr val="7DF3E5"/>
                  </a:gs>
                  <a:gs pos="100000">
                    <a:srgbClr val="02C5AE"/>
                  </a:gs>
                </a:gsLst>
                <a:lin ang="2700000"/>
              </a:gradFill>
              <a:ln w="0">
                <a:noFill/>
              </a:ln>
              <a:effectLst>
                <a:outerShdw algn="bl" blurRad="185760" rotWithShape="0">
                  <a:schemeClr val="dk1">
                    <a:alpha val="31000"/>
                  </a:schemeClr>
                </a:outerShdw>
              </a:effectLst>
            </p:spPr>
            <p:style>
              <a:lnRef idx="0">
                <a:srgbClr val="000000"/>
              </a:lnRef>
              <a:fillRef idx="0">
                <a:srgbClr val="000000"/>
              </a:fillRef>
              <a:effectRef idx="0">
                <a:srgbClr val="000000"/>
              </a:effectRef>
              <a:fontRef idx="minor">
                <a:srgbClr val="000000"/>
              </a:fontRef>
            </p:style>
            <p:txBody>
              <a:bodyPr anchor="ctr" bIns="56520" tIns="56520">
                <a:noAutofit/>
              </a:bodyPr>
              <a:p>
                <a:pPr algn="ctr"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sz="1800" lang="en-US" strike="noStrike" u="none">
                  <a:solidFill>
                    <a:srgbClr val="000000"/>
                  </a:solidFill>
                  <a:effectLst/>
                  <a:latin typeface="OpenSymbol"/>
                </a:endParaRPr>
              </a:p>
            </p:txBody>
          </p:sp>
          <p:sp>
            <p:nvSpPr>
              <p:cNvPr id="1048731" name="Google Shape;3277;p34"/>
              <p:cNvSpPr/>
              <p:nvPr/>
            </p:nvSpPr>
            <p:spPr>
              <a:xfrm>
                <a:off x="8168400" y="2242440"/>
                <a:ext cx="108720" cy="108720"/>
              </a:xfrm>
              <a:prstGeom prst="rect"/>
              <a:gradFill rotWithShape="0">
                <a:gsLst>
                  <a:gs pos="0">
                    <a:srgbClr val="7DF3E5"/>
                  </a:gs>
                  <a:gs pos="100000">
                    <a:srgbClr val="02C5AE"/>
                  </a:gs>
                </a:gsLst>
                <a:lin ang="2700000"/>
              </a:gradFill>
              <a:ln w="0">
                <a:noFill/>
              </a:ln>
              <a:effectLst>
                <a:outerShdw algn="bl" blurRad="185760" rotWithShape="0">
                  <a:schemeClr val="dk1">
                    <a:alpha val="31000"/>
                  </a:schemeClr>
                </a:outerShdw>
              </a:effectLst>
            </p:spPr>
            <p:style>
              <a:lnRef idx="0">
                <a:srgbClr val="000000"/>
              </a:lnRef>
              <a:fillRef idx="0">
                <a:srgbClr val="000000"/>
              </a:fillRef>
              <a:effectRef idx="0">
                <a:srgbClr val="000000"/>
              </a:effectRef>
              <a:fontRef idx="minor">
                <a:srgbClr val="000000"/>
              </a:fontRef>
            </p:style>
            <p:txBody>
              <a:bodyPr anchor="ctr" bIns="54360" tIns="54360">
                <a:noAutofit/>
              </a:bodyPr>
              <a:p>
                <a:pPr algn="ctr"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sz="1800" lang="en-US" strike="noStrike" u="none">
                  <a:solidFill>
                    <a:srgbClr val="000000"/>
                  </a:solidFill>
                  <a:effectLst/>
                  <a:latin typeface="OpenSymbol"/>
                </a:endParaRPr>
              </a:p>
            </p:txBody>
          </p:sp>
          <p:sp>
            <p:nvSpPr>
              <p:cNvPr id="1048732" name="Google Shape;3278;p34"/>
              <p:cNvSpPr/>
              <p:nvPr/>
            </p:nvSpPr>
            <p:spPr>
              <a:xfrm>
                <a:off x="8173440" y="2036160"/>
                <a:ext cx="98640" cy="98640"/>
              </a:xfrm>
              <a:prstGeom prst="rect"/>
              <a:gradFill rotWithShape="0">
                <a:gsLst>
                  <a:gs pos="0">
                    <a:srgbClr val="7DF3E5"/>
                  </a:gs>
                  <a:gs pos="100000">
                    <a:srgbClr val="02C5AE"/>
                  </a:gs>
                </a:gsLst>
                <a:lin ang="2700000"/>
              </a:gradFill>
              <a:ln w="0">
                <a:noFill/>
              </a:ln>
              <a:effectLst>
                <a:outerShdw algn="bl" blurRad="185760" rotWithShape="0">
                  <a:schemeClr val="dk1">
                    <a:alpha val="31000"/>
                  </a:schemeClr>
                </a:outerShdw>
              </a:effectLst>
            </p:spPr>
            <p:style>
              <a:lnRef idx="0">
                <a:srgbClr val="000000"/>
              </a:lnRef>
              <a:fillRef idx="0">
                <a:srgbClr val="000000"/>
              </a:fillRef>
              <a:effectRef idx="0">
                <a:srgbClr val="000000"/>
              </a:effectRef>
              <a:fontRef idx="minor">
                <a:srgbClr val="000000"/>
              </a:fontRef>
            </p:style>
            <p:txBody>
              <a:bodyPr anchor="ctr" bIns="49320" tIns="49320">
                <a:noAutofit/>
              </a:bodyPr>
              <a:p>
                <a:pPr algn="ctr"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sz="1800" lang="en-US" strike="noStrike" u="none">
                  <a:solidFill>
                    <a:srgbClr val="000000"/>
                  </a:solidFill>
                  <a:effectLst/>
                  <a:latin typeface="OpenSymbol"/>
                </a:endParaRPr>
              </a:p>
            </p:txBody>
          </p:sp>
          <p:sp>
            <p:nvSpPr>
              <p:cNvPr id="1048733" name="Google Shape;3279;p34"/>
              <p:cNvSpPr/>
              <p:nvPr/>
            </p:nvSpPr>
            <p:spPr>
              <a:xfrm>
                <a:off x="8178120" y="1829880"/>
                <a:ext cx="88920" cy="88920"/>
              </a:xfrm>
              <a:prstGeom prst="rect"/>
              <a:gradFill rotWithShape="0">
                <a:gsLst>
                  <a:gs pos="0">
                    <a:srgbClr val="7DF3E5"/>
                  </a:gs>
                  <a:gs pos="100000">
                    <a:srgbClr val="02C5AE"/>
                  </a:gs>
                </a:gsLst>
                <a:lin ang="2700000"/>
              </a:gradFill>
              <a:ln w="0">
                <a:noFill/>
              </a:ln>
              <a:effectLst>
                <a:outerShdw algn="bl" blurRad="185760" rotWithShape="0">
                  <a:schemeClr val="dk1">
                    <a:alpha val="31000"/>
                  </a:schemeClr>
                </a:outerShdw>
              </a:effectLst>
            </p:spPr>
            <p:style>
              <a:lnRef idx="0">
                <a:srgbClr val="000000"/>
              </a:lnRef>
              <a:fillRef idx="0">
                <a:srgbClr val="000000"/>
              </a:fillRef>
              <a:effectRef idx="0">
                <a:srgbClr val="000000"/>
              </a:effectRef>
              <a:fontRef idx="minor">
                <a:srgbClr val="000000"/>
              </a:fontRef>
            </p:style>
            <p:txBody>
              <a:bodyPr anchor="ctr" bIns="44640" tIns="44640">
                <a:noAutofit/>
              </a:bodyPr>
              <a:p>
                <a:pPr algn="ctr"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sz="1800" lang="en-US" strike="noStrike" u="none">
                  <a:solidFill>
                    <a:srgbClr val="000000"/>
                  </a:solidFill>
                  <a:effectLst/>
                  <a:latin typeface="OpenSymbol"/>
                </a:endParaRPr>
              </a:p>
            </p:txBody>
          </p:sp>
          <p:sp>
            <p:nvSpPr>
              <p:cNvPr id="1048734" name="Google Shape;3280;p34"/>
              <p:cNvSpPr/>
              <p:nvPr/>
            </p:nvSpPr>
            <p:spPr>
              <a:xfrm>
                <a:off x="8178120" y="1623600"/>
                <a:ext cx="88920" cy="88920"/>
              </a:xfrm>
              <a:prstGeom prst="rect"/>
              <a:gradFill rotWithShape="0">
                <a:gsLst>
                  <a:gs pos="0">
                    <a:srgbClr val="7DF3E5"/>
                  </a:gs>
                  <a:gs pos="100000">
                    <a:srgbClr val="02C5AE"/>
                  </a:gs>
                </a:gsLst>
                <a:lin ang="2700000"/>
              </a:gradFill>
              <a:ln w="0">
                <a:noFill/>
              </a:ln>
              <a:effectLst>
                <a:outerShdw algn="bl" blurRad="185760" rotWithShape="0">
                  <a:schemeClr val="dk1">
                    <a:alpha val="31000"/>
                  </a:schemeClr>
                </a:outerShdw>
              </a:effectLst>
            </p:spPr>
            <p:style>
              <a:lnRef idx="0">
                <a:srgbClr val="000000"/>
              </a:lnRef>
              <a:fillRef idx="0">
                <a:srgbClr val="000000"/>
              </a:fillRef>
              <a:effectRef idx="0">
                <a:srgbClr val="000000"/>
              </a:effectRef>
              <a:fontRef idx="minor">
                <a:srgbClr val="000000"/>
              </a:fontRef>
            </p:style>
            <p:txBody>
              <a:bodyPr anchor="ctr" bIns="44640" tIns="44640">
                <a:noAutofit/>
              </a:bodyPr>
              <a:p>
                <a:pPr algn="ctr"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sz="1800" lang="en-US" strike="noStrike" u="none">
                  <a:solidFill>
                    <a:srgbClr val="000000"/>
                  </a:solidFill>
                  <a:effectLst/>
                  <a:latin typeface="OpenSymbol"/>
                </a:endParaRPr>
              </a:p>
            </p:txBody>
          </p:sp>
          <p:sp>
            <p:nvSpPr>
              <p:cNvPr id="1048735" name="Google Shape;3281;p34"/>
              <p:cNvSpPr/>
              <p:nvPr/>
            </p:nvSpPr>
            <p:spPr>
              <a:xfrm>
                <a:off x="8183160" y="1406520"/>
                <a:ext cx="79200" cy="79200"/>
              </a:xfrm>
              <a:prstGeom prst="rect"/>
              <a:gradFill rotWithShape="0">
                <a:gsLst>
                  <a:gs pos="0">
                    <a:srgbClr val="7DF3E5"/>
                  </a:gs>
                  <a:gs pos="100000">
                    <a:srgbClr val="02C5AE"/>
                  </a:gs>
                </a:gsLst>
                <a:lin ang="2700000"/>
              </a:gradFill>
              <a:ln w="0">
                <a:noFill/>
              </a:ln>
              <a:effectLst>
                <a:outerShdw algn="bl" blurRad="185760" rotWithShape="0">
                  <a:schemeClr val="dk1">
                    <a:alpha val="31000"/>
                  </a:schemeClr>
                </a:outerShdw>
              </a:effectLst>
            </p:spPr>
            <p:style>
              <a:lnRef idx="0">
                <a:srgbClr val="000000"/>
              </a:lnRef>
              <a:fillRef idx="0">
                <a:srgbClr val="000000"/>
              </a:fillRef>
              <a:effectRef idx="0">
                <a:srgbClr val="000000"/>
              </a:effectRef>
              <a:fontRef idx="minor">
                <a:srgbClr val="000000"/>
              </a:fontRef>
            </p:style>
            <p:txBody>
              <a:bodyPr anchor="ctr" bIns="39600" tIns="39600">
                <a:noAutofit/>
              </a:bodyPr>
              <a:p>
                <a:pPr algn="ctr"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sz="1800" lang="en-US" strike="noStrike" u="none">
                  <a:solidFill>
                    <a:srgbClr val="000000"/>
                  </a:solidFill>
                  <a:effectLst/>
                  <a:latin typeface="OpenSymbol"/>
                </a:endParaRPr>
              </a:p>
            </p:txBody>
          </p:sp>
        </p:grpSp>
        <p:grpSp>
          <p:nvGrpSpPr>
            <p:cNvPr id="64" name="Google Shape;3282;p34"/>
            <p:cNvGrpSpPr/>
            <p:nvPr/>
          </p:nvGrpSpPr>
          <p:grpSpPr>
            <a:xfrm>
              <a:off x="8151120" y="1406520"/>
              <a:ext cx="142920" cy="2453760"/>
              <a:chOff x="8151120" y="1406520"/>
              <a:chExt cx="142920" cy="2453760"/>
            </a:xfrm>
          </p:grpSpPr>
          <p:sp>
            <p:nvSpPr>
              <p:cNvPr id="1048736" name="Google Shape;3283;p34"/>
              <p:cNvSpPr/>
              <p:nvPr/>
            </p:nvSpPr>
            <p:spPr>
              <a:xfrm>
                <a:off x="8151120" y="3717360"/>
                <a:ext cx="142920" cy="142920"/>
              </a:xfrm>
              <a:prstGeom prst="rect"/>
              <a:noFill/>
              <a:ln w="0">
                <a:noFill/>
              </a:ln>
            </p:spPr>
            <p:style>
              <a:lnRef idx="0">
                <a:srgbClr val="000000"/>
              </a:lnRef>
              <a:fillRef idx="0">
                <a:srgbClr val="000000"/>
              </a:fillRef>
              <a:effectRef idx="0">
                <a:srgbClr val="000000"/>
              </a:effectRef>
              <a:fontRef idx="minor">
                <a:srgbClr val="000000"/>
              </a:fontRef>
            </p:style>
            <p:txBody>
              <a:bodyPr anchor="ctr" bIns="71640" tIns="71640">
                <a:noAutofit/>
              </a:bodyPr>
              <a:p>
                <a:pPr algn="ctr"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sz="1800" lang="en-US" strike="noStrike" u="none">
                  <a:solidFill>
                    <a:srgbClr val="FFFFFF"/>
                  </a:solidFill>
                  <a:effectLst/>
                  <a:latin typeface="OpenSymbol"/>
                </a:endParaRPr>
              </a:p>
            </p:txBody>
          </p:sp>
          <p:sp>
            <p:nvSpPr>
              <p:cNvPr id="1048737" name="Google Shape;3284;p34"/>
              <p:cNvSpPr/>
              <p:nvPr/>
            </p:nvSpPr>
            <p:spPr>
              <a:xfrm>
                <a:off x="8159760" y="3506760"/>
                <a:ext cx="126000" cy="126360"/>
              </a:xfrm>
              <a:prstGeom prst="rect"/>
              <a:solidFill>
                <a:srgbClr val="009F8C">
                  <a:alpha val="5000"/>
                </a:srgbClr>
              </a:solidFill>
              <a:ln w="0">
                <a:noFill/>
              </a:ln>
            </p:spPr>
            <p:style>
              <a:lnRef idx="0">
                <a:srgbClr val="000000"/>
              </a:lnRef>
              <a:fillRef idx="0">
                <a:srgbClr val="000000"/>
              </a:fillRef>
              <a:effectRef idx="0">
                <a:srgbClr val="000000"/>
              </a:effectRef>
              <a:fontRef idx="minor">
                <a:srgbClr val="000000"/>
              </a:fontRef>
            </p:style>
            <p:txBody>
              <a:bodyPr anchor="ctr" bIns="63360" tIns="63360">
                <a:noAutofit/>
              </a:bodyPr>
              <a:p>
                <a:pPr algn="ctr"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sz="1800" lang="en-US" strike="noStrike" u="none">
                  <a:solidFill>
                    <a:srgbClr val="FFFFFF"/>
                  </a:solidFill>
                  <a:effectLst/>
                  <a:latin typeface="OpenSymbol"/>
                </a:endParaRPr>
              </a:p>
            </p:txBody>
          </p:sp>
          <p:sp>
            <p:nvSpPr>
              <p:cNvPr id="1048738" name="Google Shape;3285;p34"/>
              <p:cNvSpPr/>
              <p:nvPr/>
            </p:nvSpPr>
            <p:spPr>
              <a:xfrm>
                <a:off x="8159760" y="3295800"/>
                <a:ext cx="126000" cy="126360"/>
              </a:xfrm>
              <a:prstGeom prst="rect"/>
              <a:solidFill>
                <a:srgbClr val="009F8C">
                  <a:alpha val="10000"/>
                </a:srgbClr>
              </a:solidFill>
              <a:ln w="0">
                <a:noFill/>
              </a:ln>
            </p:spPr>
            <p:style>
              <a:lnRef idx="0">
                <a:srgbClr val="000000"/>
              </a:lnRef>
              <a:fillRef idx="0">
                <a:srgbClr val="000000"/>
              </a:fillRef>
              <a:effectRef idx="0">
                <a:srgbClr val="000000"/>
              </a:effectRef>
              <a:fontRef idx="minor">
                <a:srgbClr val="000000"/>
              </a:fontRef>
            </p:style>
            <p:txBody>
              <a:bodyPr anchor="ctr" bIns="63360" tIns="63360">
                <a:noAutofit/>
              </a:bodyPr>
              <a:p>
                <a:pPr algn="ctr"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sz="1800" lang="en-US" strike="noStrike" u="none">
                  <a:solidFill>
                    <a:srgbClr val="FFFFFF"/>
                  </a:solidFill>
                  <a:effectLst/>
                  <a:latin typeface="OpenSymbol"/>
                </a:endParaRPr>
              </a:p>
            </p:txBody>
          </p:sp>
          <p:sp>
            <p:nvSpPr>
              <p:cNvPr id="1048739" name="Google Shape;3286;p34"/>
              <p:cNvSpPr/>
              <p:nvPr/>
            </p:nvSpPr>
            <p:spPr>
              <a:xfrm>
                <a:off x="8159760" y="3085200"/>
                <a:ext cx="126000" cy="126360"/>
              </a:xfrm>
              <a:prstGeom prst="rect"/>
              <a:solidFill>
                <a:srgbClr val="009F8C">
                  <a:alpha val="20000"/>
                </a:srgbClr>
              </a:solidFill>
              <a:ln w="0">
                <a:noFill/>
              </a:ln>
            </p:spPr>
            <p:style>
              <a:lnRef idx="0">
                <a:srgbClr val="000000"/>
              </a:lnRef>
              <a:fillRef idx="0">
                <a:srgbClr val="000000"/>
              </a:fillRef>
              <a:effectRef idx="0">
                <a:srgbClr val="000000"/>
              </a:effectRef>
              <a:fontRef idx="minor">
                <a:srgbClr val="000000"/>
              </a:fontRef>
            </p:style>
            <p:txBody>
              <a:bodyPr anchor="ctr" bIns="63360" tIns="63360">
                <a:noAutofit/>
              </a:bodyPr>
              <a:p>
                <a:pPr algn="ctr"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sz="1800" lang="en-US" strike="noStrike" u="none">
                  <a:solidFill>
                    <a:srgbClr val="FFFFFF"/>
                  </a:solidFill>
                  <a:effectLst/>
                  <a:latin typeface="OpenSymbol"/>
                </a:endParaRPr>
              </a:p>
            </p:txBody>
          </p:sp>
          <p:sp>
            <p:nvSpPr>
              <p:cNvPr id="1048740" name="Google Shape;3287;p34"/>
              <p:cNvSpPr/>
              <p:nvPr/>
            </p:nvSpPr>
            <p:spPr>
              <a:xfrm>
                <a:off x="8164080" y="2874600"/>
                <a:ext cx="117360" cy="117720"/>
              </a:xfrm>
              <a:prstGeom prst="rect"/>
              <a:solidFill>
                <a:srgbClr val="009F8C">
                  <a:alpha val="30000"/>
                </a:srgbClr>
              </a:solidFill>
              <a:ln w="0">
                <a:noFill/>
              </a:ln>
            </p:spPr>
            <p:style>
              <a:lnRef idx="0">
                <a:srgbClr val="000000"/>
              </a:lnRef>
              <a:fillRef idx="0">
                <a:srgbClr val="000000"/>
              </a:fillRef>
              <a:effectRef idx="0">
                <a:srgbClr val="000000"/>
              </a:effectRef>
              <a:fontRef idx="minor">
                <a:srgbClr val="000000"/>
              </a:fontRef>
            </p:style>
            <p:txBody>
              <a:bodyPr anchor="ctr" bIns="59040" tIns="59040">
                <a:noAutofit/>
              </a:bodyPr>
              <a:p>
                <a:pPr algn="ctr"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sz="1800" lang="en-US" strike="noStrike" u="none">
                  <a:solidFill>
                    <a:srgbClr val="FFFFFF"/>
                  </a:solidFill>
                  <a:effectLst/>
                  <a:latin typeface="OpenSymbol"/>
                </a:endParaRPr>
              </a:p>
            </p:txBody>
          </p:sp>
          <p:sp>
            <p:nvSpPr>
              <p:cNvPr id="1048741" name="Google Shape;3288;p34"/>
              <p:cNvSpPr/>
              <p:nvPr/>
            </p:nvSpPr>
            <p:spPr>
              <a:xfrm>
                <a:off x="8164080" y="2663640"/>
                <a:ext cx="117360" cy="117720"/>
              </a:xfrm>
              <a:prstGeom prst="rect"/>
              <a:solidFill>
                <a:srgbClr val="009F8C">
                  <a:alpha val="40000"/>
                </a:srgbClr>
              </a:solidFill>
              <a:ln w="0">
                <a:noFill/>
              </a:ln>
            </p:spPr>
            <p:style>
              <a:lnRef idx="0">
                <a:srgbClr val="000000"/>
              </a:lnRef>
              <a:fillRef idx="0">
                <a:srgbClr val="000000"/>
              </a:fillRef>
              <a:effectRef idx="0">
                <a:srgbClr val="000000"/>
              </a:effectRef>
              <a:fontRef idx="minor">
                <a:srgbClr val="000000"/>
              </a:fontRef>
            </p:style>
            <p:txBody>
              <a:bodyPr anchor="ctr" bIns="59040" tIns="59040">
                <a:noAutofit/>
              </a:bodyPr>
              <a:p>
                <a:pPr algn="ctr"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sz="1800" lang="en-US" strike="noStrike" u="none">
                  <a:solidFill>
                    <a:srgbClr val="FFFFFF"/>
                  </a:solidFill>
                  <a:effectLst/>
                  <a:latin typeface="OpenSymbol"/>
                </a:endParaRPr>
              </a:p>
            </p:txBody>
          </p:sp>
          <p:sp>
            <p:nvSpPr>
              <p:cNvPr id="1048742" name="Google Shape;3289;p34"/>
              <p:cNvSpPr/>
              <p:nvPr/>
            </p:nvSpPr>
            <p:spPr>
              <a:xfrm>
                <a:off x="8166240" y="2453040"/>
                <a:ext cx="113040" cy="113040"/>
              </a:xfrm>
              <a:prstGeom prst="rect"/>
              <a:solidFill>
                <a:srgbClr val="009F8C">
                  <a:alpha val="50000"/>
                </a:srgbClr>
              </a:solidFill>
              <a:ln w="0">
                <a:noFill/>
              </a:ln>
            </p:spPr>
            <p:style>
              <a:lnRef idx="0">
                <a:srgbClr val="000000"/>
              </a:lnRef>
              <a:fillRef idx="0">
                <a:srgbClr val="000000"/>
              </a:fillRef>
              <a:effectRef idx="0">
                <a:srgbClr val="000000"/>
              </a:effectRef>
              <a:fontRef idx="minor">
                <a:srgbClr val="000000"/>
              </a:fontRef>
            </p:style>
            <p:txBody>
              <a:bodyPr anchor="ctr" bIns="56520" tIns="56520">
                <a:noAutofit/>
              </a:bodyPr>
              <a:p>
                <a:pPr algn="ctr"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sz="1800" lang="en-US" strike="noStrike" u="none">
                  <a:solidFill>
                    <a:srgbClr val="FFFFFF"/>
                  </a:solidFill>
                  <a:effectLst/>
                  <a:latin typeface="OpenSymbol"/>
                </a:endParaRPr>
              </a:p>
            </p:txBody>
          </p:sp>
          <p:sp>
            <p:nvSpPr>
              <p:cNvPr id="1048743" name="Google Shape;3290;p34"/>
              <p:cNvSpPr/>
              <p:nvPr/>
            </p:nvSpPr>
            <p:spPr>
              <a:xfrm>
                <a:off x="8168400" y="2242440"/>
                <a:ext cx="108720" cy="108720"/>
              </a:xfrm>
              <a:prstGeom prst="rect"/>
              <a:solidFill>
                <a:srgbClr val="009F8C">
                  <a:alpha val="55000"/>
                </a:srgbClr>
              </a:solidFill>
              <a:ln w="0">
                <a:noFill/>
              </a:ln>
            </p:spPr>
            <p:style>
              <a:lnRef idx="0">
                <a:srgbClr val="000000"/>
              </a:lnRef>
              <a:fillRef idx="0">
                <a:srgbClr val="000000"/>
              </a:fillRef>
              <a:effectRef idx="0">
                <a:srgbClr val="000000"/>
              </a:effectRef>
              <a:fontRef idx="minor">
                <a:srgbClr val="000000"/>
              </a:fontRef>
            </p:style>
            <p:txBody>
              <a:bodyPr anchor="ctr" bIns="54360" tIns="54360">
                <a:noAutofit/>
              </a:bodyPr>
              <a:p>
                <a:pPr algn="ctr"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sz="1800" lang="en-US" strike="noStrike" u="none">
                  <a:solidFill>
                    <a:srgbClr val="FFFFFF"/>
                  </a:solidFill>
                  <a:effectLst/>
                  <a:latin typeface="OpenSymbol"/>
                </a:endParaRPr>
              </a:p>
            </p:txBody>
          </p:sp>
          <p:sp>
            <p:nvSpPr>
              <p:cNvPr id="1048744" name="Google Shape;3291;p34"/>
              <p:cNvSpPr/>
              <p:nvPr/>
            </p:nvSpPr>
            <p:spPr>
              <a:xfrm>
                <a:off x="8173440" y="2036160"/>
                <a:ext cx="98640" cy="98640"/>
              </a:xfrm>
              <a:prstGeom prst="rect"/>
              <a:solidFill>
                <a:srgbClr val="009F8C">
                  <a:alpha val="60000"/>
                </a:srgbClr>
              </a:solidFill>
              <a:ln w="0">
                <a:noFill/>
              </a:ln>
            </p:spPr>
            <p:style>
              <a:lnRef idx="0">
                <a:srgbClr val="000000"/>
              </a:lnRef>
              <a:fillRef idx="0">
                <a:srgbClr val="000000"/>
              </a:fillRef>
              <a:effectRef idx="0">
                <a:srgbClr val="000000"/>
              </a:effectRef>
              <a:fontRef idx="minor">
                <a:srgbClr val="000000"/>
              </a:fontRef>
            </p:style>
            <p:txBody>
              <a:bodyPr anchor="ctr" bIns="49320" tIns="49320">
                <a:noAutofit/>
              </a:bodyPr>
              <a:p>
                <a:pPr algn="ctr"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sz="1800" lang="en-US" strike="noStrike" u="none">
                  <a:solidFill>
                    <a:srgbClr val="FFFFFF"/>
                  </a:solidFill>
                  <a:effectLst/>
                  <a:latin typeface="OpenSymbol"/>
                </a:endParaRPr>
              </a:p>
            </p:txBody>
          </p:sp>
          <p:sp>
            <p:nvSpPr>
              <p:cNvPr id="1048745" name="Google Shape;3292;p34"/>
              <p:cNvSpPr/>
              <p:nvPr/>
            </p:nvSpPr>
            <p:spPr>
              <a:xfrm>
                <a:off x="8178120" y="1829880"/>
                <a:ext cx="88920" cy="88920"/>
              </a:xfrm>
              <a:prstGeom prst="rect"/>
              <a:solidFill>
                <a:srgbClr val="009F8C">
                  <a:alpha val="65000"/>
                </a:srgbClr>
              </a:solidFill>
              <a:ln w="0">
                <a:noFill/>
              </a:ln>
            </p:spPr>
            <p:style>
              <a:lnRef idx="0">
                <a:srgbClr val="000000"/>
              </a:lnRef>
              <a:fillRef idx="0">
                <a:srgbClr val="000000"/>
              </a:fillRef>
              <a:effectRef idx="0">
                <a:srgbClr val="000000"/>
              </a:effectRef>
              <a:fontRef idx="minor">
                <a:srgbClr val="000000"/>
              </a:fontRef>
            </p:style>
            <p:txBody>
              <a:bodyPr anchor="ctr" bIns="44640" tIns="44640">
                <a:noAutofit/>
              </a:bodyPr>
              <a:p>
                <a:pPr algn="ctr"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sz="1800" lang="en-US" strike="noStrike" u="none">
                  <a:solidFill>
                    <a:srgbClr val="FFFFFF"/>
                  </a:solidFill>
                  <a:effectLst/>
                  <a:latin typeface="OpenSymbol"/>
                </a:endParaRPr>
              </a:p>
            </p:txBody>
          </p:sp>
          <p:sp>
            <p:nvSpPr>
              <p:cNvPr id="1048746" name="Google Shape;3293;p34"/>
              <p:cNvSpPr/>
              <p:nvPr/>
            </p:nvSpPr>
            <p:spPr>
              <a:xfrm>
                <a:off x="8178120" y="1623600"/>
                <a:ext cx="88920" cy="88920"/>
              </a:xfrm>
              <a:prstGeom prst="rect"/>
              <a:solidFill>
                <a:srgbClr val="009F8C">
                  <a:alpha val="70000"/>
                </a:srgbClr>
              </a:solidFill>
              <a:ln w="0">
                <a:noFill/>
              </a:ln>
            </p:spPr>
            <p:style>
              <a:lnRef idx="0">
                <a:srgbClr val="000000"/>
              </a:lnRef>
              <a:fillRef idx="0">
                <a:srgbClr val="000000"/>
              </a:fillRef>
              <a:effectRef idx="0">
                <a:srgbClr val="000000"/>
              </a:effectRef>
              <a:fontRef idx="minor">
                <a:srgbClr val="000000"/>
              </a:fontRef>
            </p:style>
            <p:txBody>
              <a:bodyPr anchor="ctr" bIns="44640" tIns="44640">
                <a:noAutofit/>
              </a:bodyPr>
              <a:p>
                <a:pPr algn="ctr"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sz="1800" lang="en-US" strike="noStrike" u="none">
                  <a:solidFill>
                    <a:srgbClr val="FFFFFF"/>
                  </a:solidFill>
                  <a:effectLst/>
                  <a:latin typeface="OpenSymbol"/>
                </a:endParaRPr>
              </a:p>
            </p:txBody>
          </p:sp>
          <p:sp>
            <p:nvSpPr>
              <p:cNvPr id="1048747" name="Google Shape;3294;p34"/>
              <p:cNvSpPr/>
              <p:nvPr/>
            </p:nvSpPr>
            <p:spPr>
              <a:xfrm>
                <a:off x="8183160" y="1406520"/>
                <a:ext cx="79200" cy="79200"/>
              </a:xfrm>
              <a:prstGeom prst="rect"/>
              <a:solidFill>
                <a:srgbClr val="009F8C">
                  <a:alpha val="80000"/>
                </a:srgbClr>
              </a:solidFill>
              <a:ln w="0">
                <a:noFill/>
              </a:ln>
            </p:spPr>
            <p:style>
              <a:lnRef idx="0">
                <a:srgbClr val="000000"/>
              </a:lnRef>
              <a:fillRef idx="0">
                <a:srgbClr val="000000"/>
              </a:fillRef>
              <a:effectRef idx="0">
                <a:srgbClr val="000000"/>
              </a:effectRef>
              <a:fontRef idx="minor">
                <a:srgbClr val="000000"/>
              </a:fontRef>
            </p:style>
            <p:txBody>
              <a:bodyPr anchor="ctr" bIns="39600" tIns="39600">
                <a:noAutofit/>
              </a:bodyPr>
              <a:p>
                <a:pPr algn="ctr"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sz="1800" lang="en-US" strike="noStrike" u="none">
                  <a:solidFill>
                    <a:srgbClr val="FFFFFF"/>
                  </a:solidFill>
                  <a:effectLst/>
                  <a:latin typeface="OpenSymbol"/>
                </a:endParaRPr>
              </a:p>
            </p:txBody>
          </p:sp>
        </p:grpSp>
      </p:grpSp>
    </p:spTree>
  </p:cSld>
  <p:clrMapOvr>
    <a:masterClrMapping/>
  </p:clrMapOvr>
  <p:transition spd="slow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8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69" name=""/>
          <p:cNvSpPr>
            <a:spLocks noGrp="1"/>
          </p:cNvSpPr>
          <p:nvPr>
            <p:ph type="title"/>
          </p:nvPr>
        </p:nvSpPr>
        <p:spPr>
          <a:xfrm rot="10800000" flipV="1">
            <a:off x="1161632" y="1369253"/>
            <a:ext cx="6827599" cy="3497772"/>
          </a:xfrm>
        </p:spPr>
        <p:txBody>
          <a:bodyPr/>
          <a:p>
            <a:pPr indent="0" marL="4763">
              <a:buNone/>
            </a:pPr>
            <a:r>
              <a:rPr altLang="en-IN" b="1" sz="1600" lang="en-US">
                <a:solidFill>
                  <a:srgbClr val="FFFFFF"/>
                </a:solidFill>
              </a:rPr>
              <a:t> </a:t>
            </a:r>
            <a:r>
              <a:rPr altLang="en-US" b="1" sz="1600" lang="en-IN">
                <a:solidFill>
                  <a:srgbClr val="FFFFFF"/>
                </a:solidFill>
              </a:rPr>
              <a:t>✔</a:t>
            </a:r>
            <a:r>
              <a:rPr altLang="en-IN" b="1" sz="1600" lang="en-US">
                <a:solidFill>
                  <a:srgbClr val="FFFFFF"/>
                </a:solidFill>
              </a:rPr>
              <a:t> </a:t>
            </a:r>
            <a:r>
              <a:rPr altLang="en-IN" b="1" sz="1600" lang="en-US">
                <a:solidFill>
                  <a:srgbClr val="FFFFFF"/>
                </a:solidFill>
              </a:rPr>
              <a:t> </a:t>
            </a:r>
            <a:r>
              <a:rPr altLang="en-IN" b="1" sz="1600" lang="en-US">
                <a:solidFill>
                  <a:srgbClr val="FFFFFF"/>
                </a:solidFill>
              </a:rPr>
              <a:t> </a:t>
            </a:r>
            <a:r>
              <a:rPr altLang="en-IN" b="1" sz="1600" lang="en-US">
                <a:solidFill>
                  <a:srgbClr val="FFFFFF"/>
                </a:solidFill>
              </a:rPr>
              <a:t> </a:t>
            </a:r>
            <a:r>
              <a:rPr altLang="en-IN" b="1" sz="1600" lang="en-US">
                <a:solidFill>
                  <a:srgbClr val="FFFFFF"/>
                </a:solidFill>
              </a:rPr>
              <a:t>predictive</a:t>
            </a:r>
            <a:r>
              <a:rPr altLang="en-IN" b="1" sz="1600" lang="en-US">
                <a:solidFill>
                  <a:srgbClr val="FFFFFF"/>
                </a:solidFill>
              </a:rPr>
              <a:t> </a:t>
            </a:r>
            <a:r>
              <a:rPr altLang="en-IN" b="1" sz="1600" lang="en-US">
                <a:solidFill>
                  <a:srgbClr val="FFFFFF"/>
                </a:solidFill>
              </a:rPr>
              <a:t>parsing</a:t>
            </a:r>
            <a:r>
              <a:rPr altLang="en-IN" b="1" sz="1600" lang="en-US">
                <a:solidFill>
                  <a:srgbClr val="FFFFFF"/>
                </a:solidFill>
              </a:rPr>
              <a:t> </a:t>
            </a:r>
            <a:r>
              <a:rPr altLang="en-IN" b="1" sz="1600" lang="en-US">
                <a:solidFill>
                  <a:srgbClr val="FFFFFF"/>
                </a:solidFill>
              </a:rPr>
              <a:t> </a:t>
            </a:r>
            <a:r>
              <a:rPr altLang="en-IN" b="1" sz="1600" lang="en-US">
                <a:solidFill>
                  <a:srgbClr val="FFFFFF"/>
                </a:solidFill>
              </a:rPr>
              <a:t> </a:t>
            </a:r>
            <a:r>
              <a:rPr altLang="en-IN" b="1" sz="1600" lang="en-US">
                <a:solidFill>
                  <a:srgbClr val="FFFFFF"/>
                </a:solidFill>
              </a:rPr>
              <a:t>theory</a:t>
            </a:r>
            <a:r>
              <a:rPr altLang="en-IN" b="1" sz="1600" lang="en-US">
                <a:solidFill>
                  <a:srgbClr val="FFFFFF"/>
                </a:solidFill>
              </a:rPr>
              <a:t> </a:t>
            </a:r>
            <a:r>
              <a:rPr altLang="en-IN" b="1" sz="1600" lang="en-US">
                <a:solidFill>
                  <a:srgbClr val="FFFFFF"/>
                </a:solidFill>
              </a:rPr>
              <a:t> </a:t>
            </a:r>
            <a:r>
              <a:rPr altLang="en-IN" b="1" sz="1600" lang="en-US">
                <a:solidFill>
                  <a:srgbClr val="FFFFFF"/>
                </a:solidFill>
              </a:rPr>
              <a:t> </a:t>
            </a:r>
            <a:r>
              <a:rPr altLang="en-IN" b="1" sz="1600" lang="en-US">
                <a:solidFill>
                  <a:srgbClr val="FFFFFF"/>
                </a:solidFill>
              </a:rPr>
              <a:t> </a:t>
            </a:r>
            <a:r>
              <a:rPr altLang="en-IN" b="1" sz="1600" lang="en-US">
                <a:solidFill>
                  <a:srgbClr val="FFFFFF"/>
                </a:solidFill>
              </a:rPr>
              <a:t> </a:t>
            </a:r>
            <a:r>
              <a:rPr altLang="en-IN" b="1" sz="1600" lang="en-US">
                <a:solidFill>
                  <a:srgbClr val="FFFFFF"/>
                </a:solidFill>
              </a:rPr>
              <a:t> </a:t>
            </a:r>
            <a:r>
              <a:rPr altLang="en-IN" b="1" sz="1600" lang="en-US">
                <a:solidFill>
                  <a:srgbClr val="FFFFFF"/>
                </a:solidFill>
              </a:rPr>
              <a:t> </a:t>
            </a:r>
            <a:r>
              <a:rPr altLang="en-IN" b="1" sz="1600" lang="en-US">
                <a:solidFill>
                  <a:srgbClr val="FFFFFF"/>
                </a:solidFill>
              </a:rPr>
              <a:t> </a:t>
            </a:r>
            <a:r>
              <a:rPr altLang="en-IN" b="1" sz="1600" lang="en-US">
                <a:solidFill>
                  <a:srgbClr val="FFFFFF"/>
                </a:solidFill>
              </a:rPr>
              <a:t> </a:t>
            </a:r>
            <a:r>
              <a:rPr altLang="en-IN" b="1" sz="1600" lang="en-US">
                <a:solidFill>
                  <a:srgbClr val="FFFFFF"/>
                </a:solidFill>
              </a:rPr>
              <a:t> </a:t>
            </a:r>
            <a:r>
              <a:rPr altLang="en-IN" b="1" sz="1600" lang="en-US">
                <a:solidFill>
                  <a:srgbClr val="FFFFFF"/>
                </a:solidFill>
              </a:rPr>
              <a:t> </a:t>
            </a:r>
            <a:r>
              <a:rPr altLang="en-IN" b="1" sz="1600" lang="en-US">
                <a:solidFill>
                  <a:srgbClr val="FFFFFF"/>
                </a:solidFill>
              </a:rPr>
              <a:t> </a:t>
            </a:r>
            <a:r>
              <a:rPr altLang="en-IN" b="1" sz="1600" lang="en-US">
                <a:solidFill>
                  <a:srgbClr val="FFFFFF"/>
                </a:solidFill>
              </a:rPr>
              <a:t> </a:t>
            </a:r>
            <a:r>
              <a:rPr altLang="en-IN" b="1" sz="1600" lang="en-US">
                <a:solidFill>
                  <a:srgbClr val="FFFFFF"/>
                </a:solidFill>
              </a:rPr>
              <a:t> </a:t>
            </a:r>
            <a:r>
              <a:rPr altLang="en-IN" b="1" sz="1600" lang="en-US">
                <a:solidFill>
                  <a:srgbClr val="FFFFFF"/>
                </a:solidFill>
              </a:rPr>
              <a:t> </a:t>
            </a:r>
            <a:r>
              <a:rPr altLang="en-IN" b="1" sz="1600" lang="en-US">
                <a:solidFill>
                  <a:srgbClr val="FFFFFF"/>
                </a:solidFill>
              </a:rPr>
              <a:t> </a:t>
            </a:r>
            <a:r>
              <a:rPr altLang="en-IN" b="1" sz="1600" lang="en-US">
                <a:solidFill>
                  <a:srgbClr val="FFFFFF"/>
                </a:solidFill>
              </a:rPr>
              <a:t> </a:t>
            </a:r>
            <a:r>
              <a:rPr altLang="en-IN" b="1" sz="1600" lang="en-US">
                <a:solidFill>
                  <a:srgbClr val="FFFFFF"/>
                </a:solidFill>
              </a:rPr>
              <a:t> </a:t>
            </a:r>
            <a:r>
              <a:rPr altLang="en-IN" b="1" sz="1600" lang="en-US">
                <a:solidFill>
                  <a:srgbClr val="FFFFFF"/>
                </a:solidFill>
              </a:rPr>
              <a:t> </a:t>
            </a:r>
            <a:r>
              <a:rPr altLang="en-IN" b="1" sz="1600" lang="en-US">
                <a:solidFill>
                  <a:srgbClr val="FFFFFF"/>
                </a:solidFill>
              </a:rPr>
              <a:t> </a:t>
            </a:r>
            <a:r>
              <a:rPr altLang="en-IN" b="1" sz="1600" lang="en-US">
                <a:solidFill>
                  <a:srgbClr val="FFFFFF"/>
                </a:solidFill>
              </a:rPr>
              <a:t> </a:t>
            </a:r>
            <a:r>
              <a:rPr altLang="en-IN" b="1" sz="1600" lang="en-US">
                <a:solidFill>
                  <a:srgbClr val="FFFFFF"/>
                </a:solidFill>
              </a:rPr>
              <a:t> </a:t>
            </a:r>
            <a:r>
              <a:rPr altLang="en-IN" b="1" sz="1600" lang="en-US">
                <a:solidFill>
                  <a:srgbClr val="FFFFFF"/>
                </a:solidFill>
              </a:rPr>
              <a:t> </a:t>
            </a:r>
            <a:r>
              <a:rPr altLang="en-IN" b="1" sz="1600" lang="en-US">
                <a:solidFill>
                  <a:srgbClr val="FFFFFF"/>
                </a:solidFill>
              </a:rPr>
              <a:t> </a:t>
            </a:r>
            <a:r>
              <a:rPr altLang="en-IN" b="1" sz="1600" lang="en-US">
                <a:solidFill>
                  <a:srgbClr val="FFFFFF"/>
                </a:solidFill>
              </a:rPr>
              <a:t> </a:t>
            </a:r>
            <a:r>
              <a:rPr altLang="en-US" b="1" sz="1600" lang="en-IN">
                <a:solidFill>
                  <a:srgbClr val="FFFFFF"/>
                </a:solidFill>
              </a:rPr>
              <a:t>✔</a:t>
            </a:r>
            <a:r>
              <a:rPr altLang="en-IN" b="1" sz="1600" lang="en-US">
                <a:solidFill>
                  <a:srgbClr val="FFFFFF"/>
                </a:solidFill>
              </a:rPr>
              <a:t> </a:t>
            </a:r>
            <a:r>
              <a:rPr altLang="en-IN" b="1" sz="1600" lang="en-US">
                <a:solidFill>
                  <a:srgbClr val="FFFFFF"/>
                </a:solidFill>
              </a:rPr>
              <a:t> </a:t>
            </a:r>
            <a:r>
              <a:rPr altLang="en-IN" b="1" sz="1600" lang="en-US">
                <a:solidFill>
                  <a:srgbClr val="FFFFFF"/>
                </a:solidFill>
              </a:rPr>
              <a:t> </a:t>
            </a:r>
            <a:r>
              <a:rPr altLang="en-IN" b="1" sz="1600" lang="en-US">
                <a:solidFill>
                  <a:srgbClr val="FFFFFF"/>
                </a:solidFill>
              </a:rPr>
              <a:t> </a:t>
            </a:r>
            <a:r>
              <a:rPr altLang="en-IN" b="1" sz="1600" lang="en-US">
                <a:solidFill>
                  <a:srgbClr val="FFFFFF"/>
                </a:solidFill>
              </a:rPr>
              <a:t> </a:t>
            </a:r>
            <a:r>
              <a:rPr altLang="en-IN" b="1" sz="1600" lang="en-US">
                <a:solidFill>
                  <a:srgbClr val="FFFFFF"/>
                </a:solidFill>
              </a:rPr>
              <a:t>explanation</a:t>
            </a:r>
            <a:r>
              <a:rPr altLang="en-IN" b="1" sz="1600" lang="en-US">
                <a:solidFill>
                  <a:srgbClr val="FFFFFF"/>
                </a:solidFill>
              </a:rPr>
              <a:t> </a:t>
            </a:r>
            <a:r>
              <a:rPr altLang="en-IN" b="1" sz="1600" lang="en-US">
                <a:solidFill>
                  <a:srgbClr val="FFFFFF"/>
                </a:solidFill>
              </a:rPr>
              <a:t>of</a:t>
            </a:r>
            <a:r>
              <a:rPr altLang="en-IN" b="1" sz="1600" lang="en-US">
                <a:solidFill>
                  <a:srgbClr val="FFFFFF"/>
                </a:solidFill>
              </a:rPr>
              <a:t> </a:t>
            </a:r>
            <a:r>
              <a:rPr altLang="en-IN" b="1" sz="1600" lang="en-US">
                <a:solidFill>
                  <a:srgbClr val="FFFFFF"/>
                </a:solidFill>
              </a:rPr>
              <a:t>program</a:t>
            </a:r>
            <a:r>
              <a:rPr altLang="en-IN" b="1" sz="1600" lang="en-US">
                <a:solidFill>
                  <a:srgbClr val="FFFFFF"/>
                </a:solidFill>
              </a:rPr>
              <a:t> </a:t>
            </a:r>
            <a:br>
              <a:rPr altLang="en-IN" b="1" sz="1600" lang="en-US">
                <a:solidFill>
                  <a:srgbClr val="FFFFFF"/>
                </a:solidFill>
              </a:rPr>
            </a:br>
            <a:br>
              <a:rPr altLang="en-IN" b="1" sz="1600" lang="en-US">
                <a:solidFill>
                  <a:srgbClr val="FFFFFF"/>
                </a:solidFill>
              </a:rPr>
            </a:br>
            <a:r>
              <a:rPr altLang="en-IN" b="1" sz="1600" lang="en-US">
                <a:solidFill>
                  <a:srgbClr val="FFFFFF"/>
                </a:solidFill>
              </a:rPr>
              <a:t> </a:t>
            </a:r>
            <a:r>
              <a:rPr altLang="en-IN" b="1" sz="1600" lang="en-US">
                <a:solidFill>
                  <a:srgbClr val="FFFFFF"/>
                </a:solidFill>
              </a:rPr>
              <a:t> </a:t>
            </a:r>
            <a:r>
              <a:rPr altLang="en-IN" b="1" sz="1600" lang="en-US">
                <a:solidFill>
                  <a:srgbClr val="FFFFFF"/>
                </a:solidFill>
              </a:rPr>
              <a:t> </a:t>
            </a:r>
            <a:r>
              <a:rPr altLang="en-IN" b="1" sz="1600" lang="en-US">
                <a:solidFill>
                  <a:srgbClr val="FFFFFF"/>
                </a:solidFill>
              </a:rPr>
              <a:t> </a:t>
            </a:r>
            <a:r>
              <a:rPr altLang="en-US" b="1" sz="1600" lang="en-IN">
                <a:solidFill>
                  <a:srgbClr val="FFFFFF"/>
                </a:solidFill>
              </a:rPr>
              <a:t>✔</a:t>
            </a:r>
            <a:r>
              <a:rPr altLang="en-IN" b="1" sz="1600" lang="en-US">
                <a:solidFill>
                  <a:srgbClr val="FFFFFF"/>
                </a:solidFill>
              </a:rPr>
              <a:t> </a:t>
            </a:r>
            <a:r>
              <a:rPr altLang="en-IN" b="1" sz="1600" lang="en-US">
                <a:solidFill>
                  <a:srgbClr val="FFFFFF"/>
                </a:solidFill>
              </a:rPr>
              <a:t> </a:t>
            </a:r>
            <a:r>
              <a:rPr altLang="en-IN" b="1" sz="1600" lang="en-US">
                <a:solidFill>
                  <a:srgbClr val="FFFFFF"/>
                </a:solidFill>
              </a:rPr>
              <a:t>predictive</a:t>
            </a:r>
            <a:r>
              <a:rPr altLang="en-IN" b="1" sz="1600" lang="en-US">
                <a:solidFill>
                  <a:srgbClr val="FFFFFF"/>
                </a:solidFill>
              </a:rPr>
              <a:t> </a:t>
            </a:r>
            <a:r>
              <a:rPr altLang="en-IN" b="1" sz="1600" lang="en-US">
                <a:solidFill>
                  <a:srgbClr val="FFFFFF"/>
                </a:solidFill>
              </a:rPr>
              <a:t>parsing</a:t>
            </a:r>
            <a:r>
              <a:rPr altLang="en-IN" b="1" sz="1600" lang="en-US">
                <a:solidFill>
                  <a:srgbClr val="FFFFFF"/>
                </a:solidFill>
              </a:rPr>
              <a:t> </a:t>
            </a:r>
            <a:r>
              <a:rPr altLang="en-IN" b="1" sz="1600" lang="en-US">
                <a:solidFill>
                  <a:srgbClr val="FFFFFF"/>
                </a:solidFill>
              </a:rPr>
              <a:t>used</a:t>
            </a:r>
            <a:r>
              <a:rPr altLang="en-IN" b="1" sz="1600" lang="en-US">
                <a:solidFill>
                  <a:srgbClr val="FFFFFF"/>
                </a:solidFill>
              </a:rPr>
              <a:t> </a:t>
            </a:r>
            <a:r>
              <a:rPr altLang="en-IN" b="1" sz="1600" lang="en-US">
                <a:solidFill>
                  <a:srgbClr val="FFFFFF"/>
                </a:solidFill>
              </a:rPr>
              <a:t> </a:t>
            </a:r>
            <a:r>
              <a:rPr altLang="en-IN" b="1" sz="1600" lang="en-US">
                <a:solidFill>
                  <a:srgbClr val="FFFFFF"/>
                </a:solidFill>
              </a:rPr>
              <a:t> </a:t>
            </a:r>
            <a:r>
              <a:rPr altLang="en-IN" b="1" sz="1600" lang="en-US">
                <a:solidFill>
                  <a:srgbClr val="FFFFFF"/>
                </a:solidFill>
              </a:rPr>
              <a:t> </a:t>
            </a:r>
            <a:r>
              <a:rPr altLang="en-IN" b="1" sz="1600" lang="en-US">
                <a:solidFill>
                  <a:srgbClr val="FFFFFF"/>
                </a:solidFill>
              </a:rPr>
              <a:t> </a:t>
            </a:r>
            <a:r>
              <a:rPr altLang="en-IN" b="1" sz="1600" lang="en-US">
                <a:solidFill>
                  <a:srgbClr val="FFFFFF"/>
                </a:solidFill>
              </a:rPr>
              <a:t> </a:t>
            </a:r>
            <a:r>
              <a:rPr altLang="en-IN" b="1" sz="1600" lang="en-US">
                <a:solidFill>
                  <a:srgbClr val="FFFFFF"/>
                </a:solidFill>
              </a:rPr>
              <a:t> </a:t>
            </a:r>
            <a:r>
              <a:rPr altLang="en-IN" b="1" sz="1600" lang="en-US">
                <a:solidFill>
                  <a:srgbClr val="FFFFFF"/>
                </a:solidFill>
              </a:rPr>
              <a:t> </a:t>
            </a:r>
            <a:r>
              <a:rPr altLang="en-IN" b="1" sz="1600" lang="en-US">
                <a:solidFill>
                  <a:srgbClr val="FFFFFF"/>
                </a:solidFill>
              </a:rPr>
              <a:t> </a:t>
            </a:r>
            <a:r>
              <a:rPr altLang="en-IN" b="1" sz="1600" lang="en-US">
                <a:solidFill>
                  <a:srgbClr val="FFFFFF"/>
                </a:solidFill>
              </a:rPr>
              <a:t> </a:t>
            </a:r>
            <a:r>
              <a:rPr altLang="en-IN" b="1" sz="1600" lang="en-US">
                <a:solidFill>
                  <a:srgbClr val="FFFFFF"/>
                </a:solidFill>
              </a:rPr>
              <a:t> </a:t>
            </a:r>
            <a:r>
              <a:rPr altLang="en-IN" b="1" sz="1600" lang="en-US">
                <a:solidFill>
                  <a:srgbClr val="FFFFFF"/>
                </a:solidFill>
              </a:rPr>
              <a:t> </a:t>
            </a:r>
            <a:r>
              <a:rPr altLang="en-IN" b="1" sz="1600" lang="en-US">
                <a:solidFill>
                  <a:srgbClr val="FFFFFF"/>
                </a:solidFill>
              </a:rPr>
              <a:t> </a:t>
            </a:r>
            <a:r>
              <a:rPr altLang="en-IN" b="1" sz="1600" lang="en-US">
                <a:solidFill>
                  <a:srgbClr val="FFFFFF"/>
                </a:solidFill>
              </a:rPr>
              <a:t> </a:t>
            </a:r>
            <a:r>
              <a:rPr altLang="en-IN" b="1" sz="1600" lang="en-US">
                <a:solidFill>
                  <a:srgbClr val="FFFFFF"/>
                </a:solidFill>
              </a:rPr>
              <a:t> </a:t>
            </a:r>
            <a:r>
              <a:rPr altLang="en-IN" b="1" sz="1600" lang="en-US">
                <a:solidFill>
                  <a:srgbClr val="FFFFFF"/>
                </a:solidFill>
              </a:rPr>
              <a:t> </a:t>
            </a:r>
            <a:r>
              <a:rPr altLang="en-IN" b="1" sz="1600" lang="en-US">
                <a:solidFill>
                  <a:srgbClr val="FFFFFF"/>
                </a:solidFill>
              </a:rPr>
              <a:t> </a:t>
            </a:r>
            <a:r>
              <a:rPr altLang="en-IN" b="1" sz="1600" lang="en-US">
                <a:solidFill>
                  <a:srgbClr val="FFFFFF"/>
                </a:solidFill>
              </a:rPr>
              <a:t> </a:t>
            </a:r>
            <a:r>
              <a:rPr altLang="en-IN" b="1" sz="1600" lang="en-US">
                <a:solidFill>
                  <a:srgbClr val="FFFFFF"/>
                </a:solidFill>
              </a:rPr>
              <a:t> </a:t>
            </a:r>
            <a:r>
              <a:rPr altLang="en-IN" b="1" sz="1600" lang="en-US">
                <a:solidFill>
                  <a:srgbClr val="FFFFFF"/>
                </a:solidFill>
              </a:rPr>
              <a:t> </a:t>
            </a:r>
            <a:r>
              <a:rPr altLang="en-IN" b="1" sz="1600" lang="en-US">
                <a:solidFill>
                  <a:srgbClr val="FFFFFF"/>
                </a:solidFill>
              </a:rPr>
              <a:t> </a:t>
            </a:r>
            <a:r>
              <a:rPr altLang="en-IN" b="1" sz="1600" lang="en-US">
                <a:solidFill>
                  <a:srgbClr val="FFFFFF"/>
                </a:solidFill>
              </a:rPr>
              <a:t> </a:t>
            </a:r>
            <a:r>
              <a:rPr altLang="en-IN" b="1" sz="1600" lang="en-US">
                <a:solidFill>
                  <a:srgbClr val="FFFFFF"/>
                </a:solidFill>
              </a:rPr>
              <a:t> </a:t>
            </a:r>
            <a:r>
              <a:rPr altLang="en-IN" b="1" sz="1600" lang="en-US">
                <a:solidFill>
                  <a:srgbClr val="FFFFFF"/>
                </a:solidFill>
              </a:rPr>
              <a:t> </a:t>
            </a:r>
            <a:r>
              <a:rPr altLang="en-IN" b="1" sz="1600" lang="en-US">
                <a:solidFill>
                  <a:srgbClr val="FFFFFF"/>
                </a:solidFill>
              </a:rPr>
              <a:t> </a:t>
            </a:r>
            <a:r>
              <a:rPr altLang="en-IN" b="1" sz="1600" lang="en-US">
                <a:solidFill>
                  <a:srgbClr val="FFFFFF"/>
                </a:solidFill>
              </a:rPr>
              <a:t> </a:t>
            </a:r>
            <a:r>
              <a:rPr altLang="en-IN" b="1" sz="1600" lang="en-US">
                <a:solidFill>
                  <a:srgbClr val="FFFFFF"/>
                </a:solidFill>
              </a:rPr>
              <a:t> </a:t>
            </a:r>
            <a:r>
              <a:rPr altLang="en-IN" b="1" sz="1600" lang="en-US">
                <a:solidFill>
                  <a:srgbClr val="FFFFFF"/>
                </a:solidFill>
              </a:rPr>
              <a:t> </a:t>
            </a:r>
            <a:r>
              <a:rPr altLang="en-IN" b="1" sz="1600" lang="en-US">
                <a:solidFill>
                  <a:srgbClr val="FFFFFF"/>
                </a:solidFill>
              </a:rPr>
              <a:t> </a:t>
            </a:r>
            <a:r>
              <a:rPr altLang="en-IN" b="1" sz="1600" lang="en-US">
                <a:solidFill>
                  <a:srgbClr val="FFFFFF"/>
                </a:solidFill>
              </a:rPr>
              <a:t> </a:t>
            </a:r>
            <a:r>
              <a:rPr altLang="en-US" b="1" sz="1600" lang="en-IN">
                <a:solidFill>
                  <a:srgbClr val="FFFFFF"/>
                </a:solidFill>
              </a:rPr>
              <a:t>✔</a:t>
            </a:r>
            <a:r>
              <a:rPr altLang="en-IN" b="1" sz="1600" lang="en-US">
                <a:solidFill>
                  <a:srgbClr val="FFFFFF"/>
                </a:solidFill>
              </a:rPr>
              <a:t> </a:t>
            </a:r>
            <a:r>
              <a:rPr altLang="en-IN" b="1" sz="1600" lang="en-US">
                <a:solidFill>
                  <a:srgbClr val="FFFFFF"/>
                </a:solidFill>
              </a:rPr>
              <a:t> </a:t>
            </a:r>
            <a:r>
              <a:rPr altLang="en-IN" b="1" sz="1600" lang="en-US">
                <a:solidFill>
                  <a:srgbClr val="FFFFFF"/>
                </a:solidFill>
              </a:rPr>
              <a:t> </a:t>
            </a:r>
            <a:r>
              <a:rPr altLang="en-IN" b="1" sz="1600" lang="en-US">
                <a:solidFill>
                  <a:srgbClr val="FFFFFF"/>
                </a:solidFill>
              </a:rPr>
              <a:t> </a:t>
            </a:r>
            <a:r>
              <a:rPr altLang="en-IN" b="1" sz="1600" lang="en-US">
                <a:solidFill>
                  <a:srgbClr val="FFFFFF"/>
                </a:solidFill>
              </a:rPr>
              <a:t> </a:t>
            </a:r>
            <a:r>
              <a:rPr altLang="en-IN" b="1" sz="1600" lang="en-US">
                <a:solidFill>
                  <a:srgbClr val="FFFFFF"/>
                </a:solidFill>
              </a:rPr>
              <a:t>grammar</a:t>
            </a:r>
            <a:r>
              <a:rPr altLang="en-IN" b="1" sz="1600" lang="en-US">
                <a:solidFill>
                  <a:srgbClr val="FFFFFF"/>
                </a:solidFill>
              </a:rPr>
              <a:t> </a:t>
            </a:r>
            <a:r>
              <a:rPr altLang="en-IN" b="1" sz="1600" lang="en-US">
                <a:solidFill>
                  <a:srgbClr val="FFFFFF"/>
                </a:solidFill>
              </a:rPr>
              <a:t> </a:t>
            </a:r>
            <a:r>
              <a:rPr altLang="en-IN" b="1" sz="1600" lang="en-US">
                <a:solidFill>
                  <a:srgbClr val="FFFFFF"/>
                </a:solidFill>
              </a:rPr>
              <a:t> </a:t>
            </a:r>
            <a:r>
              <a:rPr altLang="en-IN" b="1" sz="1600" lang="en-US">
                <a:solidFill>
                  <a:srgbClr val="FFFFFF"/>
                </a:solidFill>
              </a:rPr>
              <a:t> </a:t>
            </a:r>
            <a:r>
              <a:rPr altLang="en-IN" b="1" sz="1600" lang="en-US">
                <a:solidFill>
                  <a:srgbClr val="FFFFFF"/>
                </a:solidFill>
              </a:rPr>
              <a:t> </a:t>
            </a:r>
            <a:r>
              <a:rPr altLang="en-IN" b="1" sz="1600" lang="en-US">
                <a:solidFill>
                  <a:srgbClr val="FFFFFF"/>
                </a:solidFill>
              </a:rPr>
              <a:t> </a:t>
            </a:r>
            <a:r>
              <a:rPr altLang="en-IN" b="1" sz="1600" lang="en-US">
                <a:solidFill>
                  <a:srgbClr val="FFFFFF"/>
                </a:solidFill>
              </a:rPr>
              <a:t> </a:t>
            </a:r>
            <a:r>
              <a:rPr altLang="en-IN" b="1" sz="1600" lang="en-US">
                <a:solidFill>
                  <a:srgbClr val="FFFFFF"/>
                </a:solidFill>
              </a:rPr>
              <a:t> </a:t>
            </a:r>
            <a:r>
              <a:rPr altLang="en-IN" b="1" sz="1600" lang="en-US">
                <a:solidFill>
                  <a:srgbClr val="FFFFFF"/>
                </a:solidFill>
              </a:rPr>
              <a:t> </a:t>
            </a:r>
            <a:r>
              <a:rPr altLang="en-IN" b="1" sz="1600" lang="en-US">
                <a:solidFill>
                  <a:srgbClr val="FFFFFF"/>
                </a:solidFill>
              </a:rPr>
              <a:t> </a:t>
            </a:r>
            <a:r>
              <a:rPr altLang="en-IN" b="1" sz="1600" lang="en-US">
                <a:solidFill>
                  <a:srgbClr val="FFFFFF"/>
                </a:solidFill>
              </a:rPr>
              <a:t> </a:t>
            </a:r>
            <a:r>
              <a:rPr altLang="en-IN" b="1" sz="1600" lang="en-US">
                <a:solidFill>
                  <a:srgbClr val="FFFFFF"/>
                </a:solidFill>
              </a:rPr>
              <a:t> </a:t>
            </a:r>
            <a:r>
              <a:rPr altLang="en-IN" b="1" sz="1600" lang="en-US">
                <a:solidFill>
                  <a:srgbClr val="FFFFFF"/>
                </a:solidFill>
              </a:rPr>
              <a:t> </a:t>
            </a:r>
            <a:r>
              <a:rPr altLang="en-IN" b="1" sz="1600" lang="en-US">
                <a:solidFill>
                  <a:srgbClr val="FFFFFF"/>
                </a:solidFill>
              </a:rPr>
              <a:t> </a:t>
            </a:r>
            <a:r>
              <a:rPr altLang="en-IN" b="1" sz="1600" lang="en-US">
                <a:solidFill>
                  <a:srgbClr val="FFFFFF"/>
                </a:solidFill>
              </a:rPr>
              <a:t> </a:t>
            </a:r>
            <a:r>
              <a:rPr altLang="en-IN" b="1" sz="1600" lang="en-US">
                <a:solidFill>
                  <a:srgbClr val="FFFFFF"/>
                </a:solidFill>
              </a:rPr>
              <a:t> </a:t>
            </a:r>
            <a:r>
              <a:rPr altLang="en-IN" b="1" sz="1600" lang="en-US">
                <a:solidFill>
                  <a:srgbClr val="FFFFFF"/>
                </a:solidFill>
              </a:rPr>
              <a:t> </a:t>
            </a:r>
            <a:r>
              <a:rPr altLang="en-IN" b="1" sz="1600" lang="en-US">
                <a:solidFill>
                  <a:srgbClr val="FFFFFF"/>
                </a:solidFill>
              </a:rPr>
              <a:t> </a:t>
            </a:r>
            <a:r>
              <a:rPr altLang="en-IN" b="1" sz="1600" lang="en-US">
                <a:solidFill>
                  <a:srgbClr val="FFFFFF"/>
                </a:solidFill>
              </a:rPr>
              <a:t> </a:t>
            </a:r>
            <a:r>
              <a:rPr altLang="en-IN" b="1" sz="1600" lang="en-US">
                <a:solidFill>
                  <a:srgbClr val="FFFFFF"/>
                </a:solidFill>
              </a:rPr>
              <a:t> </a:t>
            </a:r>
            <a:r>
              <a:rPr altLang="en-IN" b="1" sz="1600" lang="en-US">
                <a:solidFill>
                  <a:srgbClr val="FFFFFF"/>
                </a:solidFill>
              </a:rPr>
              <a:t> </a:t>
            </a:r>
            <a:r>
              <a:rPr altLang="en-IN" b="1" sz="1600" lang="en-US">
                <a:solidFill>
                  <a:srgbClr val="FFFFFF"/>
                </a:solidFill>
              </a:rPr>
              <a:t> </a:t>
            </a:r>
            <a:r>
              <a:rPr altLang="en-IN" b="1" sz="1600" lang="en-US">
                <a:solidFill>
                  <a:srgbClr val="FFFFFF"/>
                </a:solidFill>
              </a:rPr>
              <a:t> </a:t>
            </a:r>
            <a:r>
              <a:rPr altLang="en-IN" b="1" sz="1600" lang="en-US">
                <a:solidFill>
                  <a:srgbClr val="FFFFFF"/>
                </a:solidFill>
              </a:rPr>
              <a:t> </a:t>
            </a:r>
            <a:r>
              <a:rPr altLang="en-IN" b="1" sz="1600" lang="en-US">
                <a:solidFill>
                  <a:srgbClr val="FFFFFF"/>
                </a:solidFill>
              </a:rPr>
              <a:t> </a:t>
            </a:r>
            <a:r>
              <a:rPr altLang="en-IN" b="1" sz="1600" lang="en-US">
                <a:solidFill>
                  <a:srgbClr val="FFFFFF"/>
                </a:solidFill>
              </a:rPr>
              <a:t> </a:t>
            </a:r>
            <a:r>
              <a:rPr altLang="en-IN" b="1" sz="1600" lang="en-US">
                <a:solidFill>
                  <a:srgbClr val="FFFFFF"/>
                </a:solidFill>
              </a:rPr>
              <a:t> </a:t>
            </a:r>
            <a:r>
              <a:rPr altLang="en-IN" b="1" sz="1600" lang="en-US">
                <a:solidFill>
                  <a:srgbClr val="FFFFFF"/>
                </a:solidFill>
              </a:rPr>
              <a:t> </a:t>
            </a:r>
            <a:r>
              <a:rPr altLang="en-IN" b="1" sz="1600" lang="en-US">
                <a:solidFill>
                  <a:srgbClr val="FFFFFF"/>
                </a:solidFill>
              </a:rPr>
              <a:t> </a:t>
            </a:r>
            <a:r>
              <a:rPr altLang="en-IN" b="1" sz="1600" lang="en-US">
                <a:solidFill>
                  <a:srgbClr val="FFFFFF"/>
                </a:solidFill>
              </a:rPr>
              <a:t> </a:t>
            </a:r>
            <a:r>
              <a:rPr altLang="en-IN" b="1" sz="1600" lang="en-US">
                <a:solidFill>
                  <a:srgbClr val="FFFFFF"/>
                </a:solidFill>
              </a:rPr>
              <a:t> </a:t>
            </a:r>
            <a:r>
              <a:rPr altLang="en-IN" b="1" sz="1600" lang="en-US">
                <a:solidFill>
                  <a:srgbClr val="FFFFFF"/>
                </a:solidFill>
              </a:rPr>
              <a:t> </a:t>
            </a:r>
            <a:r>
              <a:rPr altLang="en-IN" b="1" sz="1600" lang="en-US">
                <a:solidFill>
                  <a:srgbClr val="FFFFFF"/>
                </a:solidFill>
              </a:rPr>
              <a:t> </a:t>
            </a:r>
            <a:r>
              <a:rPr altLang="en-IN" b="1" sz="1600" lang="en-US">
                <a:solidFill>
                  <a:srgbClr val="FFFFFF"/>
                </a:solidFill>
              </a:rPr>
              <a:t> </a:t>
            </a:r>
            <a:r>
              <a:rPr altLang="en-IN" b="1" sz="1600" lang="en-US">
                <a:solidFill>
                  <a:srgbClr val="FFFFFF"/>
                </a:solidFill>
              </a:rPr>
              <a:t> </a:t>
            </a:r>
            <a:r>
              <a:rPr altLang="en-IN" b="1" sz="1600" lang="en-US">
                <a:solidFill>
                  <a:srgbClr val="FFFFFF"/>
                </a:solidFill>
              </a:rPr>
              <a:t> </a:t>
            </a:r>
            <a:r>
              <a:rPr altLang="en-IN" b="1" sz="1600" lang="en-US">
                <a:solidFill>
                  <a:srgbClr val="FFFFFF"/>
                </a:solidFill>
              </a:rPr>
              <a:t> </a:t>
            </a:r>
            <a:r>
              <a:rPr altLang="en-IN" b="1" sz="1600" lang="en-US">
                <a:solidFill>
                  <a:srgbClr val="FFFFFF"/>
                </a:solidFill>
              </a:rPr>
              <a:t> </a:t>
            </a:r>
            <a:r>
              <a:rPr altLang="en-IN" b="1" sz="1600" lang="en-US">
                <a:solidFill>
                  <a:srgbClr val="FFFFFF"/>
                </a:solidFill>
              </a:rPr>
              <a:t> </a:t>
            </a:r>
            <a:r>
              <a:rPr altLang="en-IN" b="1" sz="1600" lang="en-US">
                <a:solidFill>
                  <a:srgbClr val="FFFFFF"/>
                </a:solidFill>
              </a:rPr>
              <a:t> </a:t>
            </a:r>
            <a:r>
              <a:rPr altLang="en-IN" b="1" sz="1600" lang="en-US">
                <a:solidFill>
                  <a:srgbClr val="FFFFFF"/>
                </a:solidFill>
              </a:rPr>
              <a:t> </a:t>
            </a:r>
            <a:r>
              <a:rPr altLang="en-IN" b="1" sz="1600" lang="en-US">
                <a:solidFill>
                  <a:srgbClr val="FFFFFF"/>
                </a:solidFill>
              </a:rPr>
              <a:t> </a:t>
            </a:r>
            <a:r>
              <a:rPr altLang="en-IN" b="1" sz="1600" lang="en-US">
                <a:solidFill>
                  <a:srgbClr val="FFFFFF"/>
                </a:solidFill>
              </a:rPr>
              <a:t> </a:t>
            </a:r>
            <a:r>
              <a:rPr altLang="en-IN" b="1" sz="1600" lang="en-US">
                <a:solidFill>
                  <a:srgbClr val="FFFFFF"/>
                </a:solidFill>
              </a:rPr>
              <a:t> </a:t>
            </a:r>
            <a:r>
              <a:rPr altLang="en-IN" b="1" sz="1600" lang="en-US">
                <a:solidFill>
                  <a:srgbClr val="FFFFFF"/>
                </a:solidFill>
              </a:rPr>
              <a:t> </a:t>
            </a:r>
            <a:r>
              <a:rPr altLang="en-IN" b="1" sz="1600" lang="en-US">
                <a:solidFill>
                  <a:srgbClr val="FFFFFF"/>
                </a:solidFill>
              </a:rPr>
              <a:t> </a:t>
            </a:r>
            <a:r>
              <a:rPr altLang="en-IN" b="1" sz="1600" lang="en-US">
                <a:solidFill>
                  <a:srgbClr val="FFFFFF"/>
                </a:solidFill>
              </a:rPr>
              <a:t> </a:t>
            </a:r>
            <a:r>
              <a:rPr altLang="en-IN" b="1" sz="1600" lang="en-US">
                <a:solidFill>
                  <a:srgbClr val="FFFFFF"/>
                </a:solidFill>
              </a:rPr>
              <a:t> </a:t>
            </a:r>
            <a:r>
              <a:rPr altLang="en-IN" b="1" sz="1600" lang="en-US">
                <a:solidFill>
                  <a:srgbClr val="FFFFFF"/>
                </a:solidFill>
              </a:rPr>
              <a:t> </a:t>
            </a:r>
            <a:r>
              <a:rPr altLang="en-IN" b="1" sz="1600" lang="en-US">
                <a:solidFill>
                  <a:srgbClr val="FFFFFF"/>
                </a:solidFill>
              </a:rPr>
              <a:t> </a:t>
            </a:r>
            <a:r>
              <a:rPr altLang="en-IN" b="1" sz="1600" lang="en-US">
                <a:solidFill>
                  <a:srgbClr val="FFFFFF"/>
                </a:solidFill>
              </a:rPr>
              <a:t> </a:t>
            </a:r>
            <a:br>
              <a:rPr altLang="en-IN" b="1" sz="1600" lang="en-US">
                <a:solidFill>
                  <a:srgbClr val="FFFFFF"/>
                </a:solidFill>
              </a:rPr>
            </a:br>
            <a:br>
              <a:rPr altLang="en-IN" b="1" sz="1600" lang="en-US">
                <a:solidFill>
                  <a:srgbClr val="FFFFFF"/>
                </a:solidFill>
              </a:rPr>
            </a:br>
            <a:r>
              <a:rPr altLang="en-IN" b="1" sz="1600" lang="en-US">
                <a:solidFill>
                  <a:srgbClr val="FFFFFF"/>
                </a:solidFill>
              </a:rPr>
              <a:t> </a:t>
            </a:r>
            <a:br>
              <a:rPr altLang="en-IN" b="1" sz="1600" lang="en-US">
                <a:solidFill>
                  <a:srgbClr val="FFFFFF"/>
                </a:solidFill>
              </a:rPr>
            </a:br>
            <a:r>
              <a:rPr altLang="en-IN" b="1" sz="1600" lang="en-US">
                <a:solidFill>
                  <a:srgbClr val="FFFFFF"/>
                </a:solidFill>
              </a:rPr>
              <a:t> </a:t>
            </a:r>
            <a:r>
              <a:rPr altLang="en-IN" b="1" sz="1600" lang="en-US">
                <a:solidFill>
                  <a:srgbClr val="FFFFFF"/>
                </a:solidFill>
              </a:rPr>
              <a:t> </a:t>
            </a:r>
            <a:r>
              <a:rPr altLang="en-US" b="1" sz="1600" lang="en-IN">
                <a:solidFill>
                  <a:srgbClr val="FFFFFF"/>
                </a:solidFill>
              </a:rPr>
              <a:t>✔</a:t>
            </a:r>
            <a:r>
              <a:rPr altLang="en-IN" b="1" sz="1600" lang="en-US">
                <a:solidFill>
                  <a:srgbClr val="FFFFFF"/>
                </a:solidFill>
              </a:rPr>
              <a:t> </a:t>
            </a:r>
            <a:r>
              <a:rPr altLang="en-IN" b="1" sz="1600" lang="en-US">
                <a:solidFill>
                  <a:srgbClr val="FFFFFF"/>
                </a:solidFill>
              </a:rPr>
              <a:t> </a:t>
            </a:r>
            <a:r>
              <a:rPr altLang="en-IN" b="1" sz="1600" lang="en-US">
                <a:solidFill>
                  <a:srgbClr val="FFFFFF"/>
                </a:solidFill>
              </a:rPr>
              <a:t>advantage</a:t>
            </a:r>
            <a:r>
              <a:rPr altLang="en-IN" b="1" sz="1600" lang="en-US">
                <a:solidFill>
                  <a:srgbClr val="FFFFFF"/>
                </a:solidFill>
              </a:rPr>
              <a:t> </a:t>
            </a:r>
            <a:r>
              <a:rPr altLang="en-IN" b="1" sz="1600" lang="en-US">
                <a:solidFill>
                  <a:srgbClr val="FFFFFF"/>
                </a:solidFill>
              </a:rPr>
              <a:t>of</a:t>
            </a:r>
            <a:r>
              <a:rPr altLang="en-IN" b="1" sz="1600" lang="en-US">
                <a:solidFill>
                  <a:srgbClr val="FFFFFF"/>
                </a:solidFill>
              </a:rPr>
              <a:t> </a:t>
            </a:r>
            <a:r>
              <a:rPr altLang="en-IN" b="1" sz="1600" lang="en-US">
                <a:solidFill>
                  <a:srgbClr val="FFFFFF"/>
                </a:solidFill>
              </a:rPr>
              <a:t>predictive</a:t>
            </a:r>
            <a:r>
              <a:rPr altLang="en-IN" b="1" sz="1600" lang="en-US">
                <a:solidFill>
                  <a:srgbClr val="FFFFFF"/>
                </a:solidFill>
              </a:rPr>
              <a:t> </a:t>
            </a:r>
            <a:r>
              <a:rPr altLang="en-IN" b="1" sz="1600" lang="en-US">
                <a:solidFill>
                  <a:srgbClr val="FFFFFF"/>
                </a:solidFill>
              </a:rPr>
              <a:t>parsing</a:t>
            </a:r>
            <a:r>
              <a:rPr altLang="en-IN" b="1" sz="1600" lang="en-US">
                <a:solidFill>
                  <a:srgbClr val="FFFFFF"/>
                </a:solidFill>
              </a:rPr>
              <a:t> </a:t>
            </a:r>
            <a:r>
              <a:rPr altLang="en-IN" b="1" sz="1600" lang="en-US">
                <a:solidFill>
                  <a:srgbClr val="FFFFFF"/>
                </a:solidFill>
              </a:rPr>
              <a:t> </a:t>
            </a:r>
            <a:r>
              <a:rPr altLang="en-IN" b="1" sz="1600" lang="en-US">
                <a:solidFill>
                  <a:srgbClr val="FFFFFF"/>
                </a:solidFill>
              </a:rPr>
              <a:t> </a:t>
            </a:r>
            <a:r>
              <a:rPr altLang="en-IN" b="1" sz="1600" lang="en-US">
                <a:solidFill>
                  <a:srgbClr val="FFFFFF"/>
                </a:solidFill>
              </a:rPr>
              <a:t> </a:t>
            </a:r>
            <a:r>
              <a:rPr altLang="en-IN" b="1" sz="1600" lang="en-US">
                <a:solidFill>
                  <a:srgbClr val="FFFFFF"/>
                </a:solidFill>
              </a:rPr>
              <a:t> </a:t>
            </a:r>
            <a:r>
              <a:rPr altLang="en-IN" b="1" sz="1600" lang="en-US">
                <a:solidFill>
                  <a:srgbClr val="FFFFFF"/>
                </a:solidFill>
              </a:rPr>
              <a:t> </a:t>
            </a:r>
            <a:r>
              <a:rPr altLang="en-IN" b="1" sz="1600" lang="en-US">
                <a:solidFill>
                  <a:srgbClr val="FFFFFF"/>
                </a:solidFill>
              </a:rPr>
              <a:t> </a:t>
            </a:r>
            <a:r>
              <a:rPr altLang="en-IN" b="1" sz="1600" lang="en-US">
                <a:solidFill>
                  <a:srgbClr val="FFFFFF"/>
                </a:solidFill>
              </a:rPr>
              <a:t> </a:t>
            </a:r>
            <a:r>
              <a:rPr altLang="en-IN" b="1" sz="1600" lang="en-US">
                <a:solidFill>
                  <a:srgbClr val="FFFFFF"/>
                </a:solidFill>
              </a:rPr>
              <a:t> </a:t>
            </a:r>
            <a:r>
              <a:rPr altLang="en-IN" b="1" sz="1600" lang="en-US">
                <a:solidFill>
                  <a:srgbClr val="FFFFFF"/>
                </a:solidFill>
              </a:rPr>
              <a:t> </a:t>
            </a:r>
            <a:r>
              <a:rPr altLang="en-IN" b="1" sz="1600" lang="en-US">
                <a:solidFill>
                  <a:srgbClr val="FFFFFF"/>
                </a:solidFill>
              </a:rPr>
              <a:t> </a:t>
            </a:r>
            <a:r>
              <a:rPr altLang="en-IN" b="1" sz="1600" lang="en-US">
                <a:solidFill>
                  <a:srgbClr val="FFFFFF"/>
                </a:solidFill>
              </a:rPr>
              <a:t> </a:t>
            </a:r>
            <a:r>
              <a:rPr altLang="en-IN" b="1" sz="1600" lang="en-US">
                <a:solidFill>
                  <a:srgbClr val="FFFFFF"/>
                </a:solidFill>
              </a:rPr>
              <a:t> </a:t>
            </a:r>
            <a:r>
              <a:rPr altLang="en-IN" b="1" sz="1600" lang="en-US">
                <a:solidFill>
                  <a:srgbClr val="FFFFFF"/>
                </a:solidFill>
              </a:rPr>
              <a:t> </a:t>
            </a:r>
            <a:r>
              <a:rPr altLang="en-IN" b="1" sz="1600" lang="en-US">
                <a:solidFill>
                  <a:srgbClr val="FFFFFF"/>
                </a:solidFill>
              </a:rPr>
              <a:t> </a:t>
            </a:r>
            <a:r>
              <a:rPr altLang="en-IN" b="1" sz="1600" lang="en-US">
                <a:solidFill>
                  <a:srgbClr val="FFFFFF"/>
                </a:solidFill>
              </a:rPr>
              <a:t> </a:t>
            </a:r>
            <a:r>
              <a:rPr altLang="en-IN" b="1" sz="1600" lang="en-US">
                <a:solidFill>
                  <a:srgbClr val="FFFFFF"/>
                </a:solidFill>
              </a:rPr>
              <a:t> </a:t>
            </a:r>
            <a:r>
              <a:rPr altLang="en-IN" b="1" sz="1600" lang="en-US">
                <a:solidFill>
                  <a:srgbClr val="FFFFFF"/>
                </a:solidFill>
              </a:rPr>
              <a:t> </a:t>
            </a:r>
            <a:r>
              <a:rPr altLang="en-IN" b="1" sz="1600" lang="en-US">
                <a:solidFill>
                  <a:srgbClr val="FFFFFF"/>
                </a:solidFill>
              </a:rPr>
              <a:t> </a:t>
            </a:r>
            <a:r>
              <a:rPr altLang="en-US" b="1" sz="1600" lang="en-IN">
                <a:solidFill>
                  <a:srgbClr val="FFFFFF"/>
                </a:solidFill>
              </a:rPr>
              <a:t>✔</a:t>
            </a:r>
            <a:r>
              <a:rPr altLang="en-IN" b="1" sz="1600" lang="en-US">
                <a:solidFill>
                  <a:srgbClr val="FFFFFF"/>
                </a:solidFill>
              </a:rPr>
              <a:t> </a:t>
            </a:r>
            <a:r>
              <a:rPr altLang="en-IN" b="1" sz="1600" lang="en-US">
                <a:solidFill>
                  <a:srgbClr val="FFFFFF"/>
                </a:solidFill>
              </a:rPr>
              <a:t> </a:t>
            </a:r>
            <a:r>
              <a:rPr altLang="en-IN" b="1" sz="1600" lang="en-US">
                <a:solidFill>
                  <a:srgbClr val="FFFFFF"/>
                </a:solidFill>
              </a:rPr>
              <a:t>de</a:t>
            </a:r>
            <a:r>
              <a:rPr altLang="en-IN" b="1" sz="1600" lang="en-US">
                <a:solidFill>
                  <a:srgbClr val="FFFFFF"/>
                </a:solidFill>
              </a:rPr>
              <a:t>i</a:t>
            </a:r>
            <a:r>
              <a:rPr altLang="en-IN" b="1" sz="1600" lang="en-US">
                <a:solidFill>
                  <a:srgbClr val="FFFFFF"/>
                </a:solidFill>
              </a:rPr>
              <a:t>rvation</a:t>
            </a:r>
            <a:r>
              <a:rPr altLang="en-IN" b="1" sz="1600" lang="en-US">
                <a:solidFill>
                  <a:srgbClr val="FFFFFF"/>
                </a:solidFill>
              </a:rPr>
              <a:t> </a:t>
            </a:r>
            <a:r>
              <a:rPr altLang="en-IN" b="1" sz="1600" lang="en-US">
                <a:solidFill>
                  <a:srgbClr val="FFFFFF"/>
                </a:solidFill>
              </a:rPr>
              <a:t>of</a:t>
            </a:r>
            <a:r>
              <a:rPr altLang="en-IN" b="1" sz="1600" lang="en-US">
                <a:solidFill>
                  <a:srgbClr val="FFFFFF"/>
                </a:solidFill>
              </a:rPr>
              <a:t> </a:t>
            </a:r>
            <a:r>
              <a:rPr altLang="en-IN" b="1" sz="1600" lang="en-US">
                <a:solidFill>
                  <a:srgbClr val="FFFFFF"/>
                </a:solidFill>
              </a:rPr>
              <a:t>string</a:t>
            </a:r>
            <a:r>
              <a:rPr altLang="en-IN" b="1" sz="1600" lang="en-US">
                <a:solidFill>
                  <a:srgbClr val="FFFFFF"/>
                </a:solidFill>
              </a:rPr>
              <a:t> </a:t>
            </a:r>
            <a:r>
              <a:rPr altLang="en-IN" b="1" sz="1600" lang="en-US">
                <a:solidFill>
                  <a:srgbClr val="FFFFFF"/>
                </a:solidFill>
              </a:rPr>
              <a:t> </a:t>
            </a:r>
            <a:r>
              <a:rPr altLang="en-IN" b="1" sz="1600" lang="en-US">
                <a:solidFill>
                  <a:srgbClr val="FFFFFF"/>
                </a:solidFill>
              </a:rPr>
              <a:t> </a:t>
            </a:r>
            <a:r>
              <a:rPr altLang="en-IN" b="1" sz="1600" lang="en-US">
                <a:solidFill>
                  <a:srgbClr val="FFFFFF"/>
                </a:solidFill>
              </a:rPr>
              <a:t> </a:t>
            </a:r>
            <a:r>
              <a:rPr altLang="en-IN" b="1" sz="1600" lang="en-US">
                <a:solidFill>
                  <a:srgbClr val="FFFFFF"/>
                </a:solidFill>
              </a:rPr>
              <a:t> </a:t>
            </a:r>
            <a:r>
              <a:rPr altLang="en-IN" b="1" sz="1600" lang="en-US">
                <a:solidFill>
                  <a:srgbClr val="FFFFFF"/>
                </a:solidFill>
              </a:rPr>
              <a:t> </a:t>
            </a:r>
            <a:r>
              <a:rPr altLang="en-IN" b="1" sz="1600" lang="en-US">
                <a:solidFill>
                  <a:srgbClr val="FFFFFF"/>
                </a:solidFill>
              </a:rPr>
              <a:t> </a:t>
            </a:r>
            <a:r>
              <a:rPr altLang="en-IN" b="1" sz="1600" lang="en-US">
                <a:solidFill>
                  <a:srgbClr val="FFFFFF"/>
                </a:solidFill>
              </a:rPr>
              <a:t> </a:t>
            </a:r>
            <a:r>
              <a:rPr altLang="en-IN" b="1" sz="1600" lang="en-US">
                <a:solidFill>
                  <a:srgbClr val="FFFFFF"/>
                </a:solidFill>
              </a:rPr>
              <a:t> </a:t>
            </a:r>
            <a:r>
              <a:rPr altLang="en-IN" b="1" sz="1600" lang="en-US">
                <a:solidFill>
                  <a:srgbClr val="FFFFFF"/>
                </a:solidFill>
              </a:rPr>
              <a:t> </a:t>
            </a:r>
            <a:r>
              <a:rPr altLang="en-IN" b="1" sz="1600" lang="en-US">
                <a:solidFill>
                  <a:srgbClr val="FFFFFF"/>
                </a:solidFill>
              </a:rPr>
              <a:t> </a:t>
            </a:r>
            <a:r>
              <a:rPr altLang="en-IN" b="1" sz="1600" lang="en-US">
                <a:solidFill>
                  <a:srgbClr val="FFFFFF"/>
                </a:solidFill>
              </a:rPr>
              <a:t> </a:t>
            </a:r>
            <a:br>
              <a:rPr altLang="en-IN" b="1" sz="1600" lang="en-US">
                <a:solidFill>
                  <a:srgbClr val="FFFFFF"/>
                </a:solidFill>
              </a:rPr>
            </a:br>
            <a:r>
              <a:rPr altLang="en-IN" b="1" sz="1600" lang="en-US">
                <a:solidFill>
                  <a:srgbClr val="FFFFFF"/>
                </a:solidFill>
              </a:rPr>
              <a:t> </a:t>
            </a:r>
            <a:r>
              <a:rPr altLang="en-IN" b="1" sz="1600" lang="en-US">
                <a:solidFill>
                  <a:srgbClr val="FFFFFF"/>
                </a:solidFill>
              </a:rPr>
              <a:t> </a:t>
            </a:r>
            <a:r>
              <a:rPr altLang="en-IN" b="1" sz="1600" lang="en-US">
                <a:solidFill>
                  <a:srgbClr val="FFFFFF"/>
                </a:solidFill>
              </a:rPr>
              <a:t> </a:t>
            </a:r>
            <a:br>
              <a:rPr altLang="en-IN" b="1" sz="1600" lang="en-US">
                <a:solidFill>
                  <a:srgbClr val="FFFFFF"/>
                </a:solidFill>
              </a:rPr>
            </a:br>
            <a:r>
              <a:rPr altLang="en-IN" b="1" sz="1600" lang="en-US">
                <a:solidFill>
                  <a:srgbClr val="FFFFFF"/>
                </a:solidFill>
              </a:rPr>
              <a:t> </a:t>
            </a:r>
            <a:r>
              <a:rPr altLang="en-IN" b="1" sz="1600" lang="en-US">
                <a:solidFill>
                  <a:srgbClr val="FFFFFF"/>
                </a:solidFill>
              </a:rPr>
              <a:t> </a:t>
            </a:r>
            <a:r>
              <a:rPr altLang="en-IN" b="1" sz="1600" lang="en-US">
                <a:solidFill>
                  <a:srgbClr val="FFFFFF"/>
                </a:solidFill>
              </a:rPr>
              <a:t> </a:t>
            </a:r>
            <a:r>
              <a:rPr altLang="en-IN" b="1" sz="1600" lang="en-US">
                <a:solidFill>
                  <a:srgbClr val="FFFFFF"/>
                </a:solidFill>
              </a:rPr>
              <a:t> </a:t>
            </a:r>
            <a:r>
              <a:rPr altLang="en-US" b="1" sz="1600" lang="en-IN">
                <a:solidFill>
                  <a:srgbClr val="FFFFFF"/>
                </a:solidFill>
              </a:rPr>
              <a:t>✔</a:t>
            </a:r>
            <a:r>
              <a:rPr altLang="en-IN" b="1" sz="1600" lang="en-US">
                <a:solidFill>
                  <a:srgbClr val="FFFFFF"/>
                </a:solidFill>
              </a:rPr>
              <a:t> </a:t>
            </a:r>
            <a:r>
              <a:rPr altLang="en-IN" b="1" sz="1600" lang="en-US">
                <a:solidFill>
                  <a:srgbClr val="FFFFFF"/>
                </a:solidFill>
              </a:rPr>
              <a:t>c</a:t>
            </a:r>
            <a:r>
              <a:rPr altLang="en-IN" b="1" sz="1600" lang="en-US">
                <a:solidFill>
                  <a:srgbClr val="FFFFFF"/>
                </a:solidFill>
              </a:rPr>
              <a:t>+</a:t>
            </a:r>
            <a:r>
              <a:rPr altLang="en-IN" b="1" sz="1600" lang="en-US">
                <a:solidFill>
                  <a:srgbClr val="FFFFFF"/>
                </a:solidFill>
              </a:rPr>
              <a:t>+</a:t>
            </a:r>
            <a:r>
              <a:rPr altLang="en-IN" b="1" sz="1600" lang="en-US">
                <a:solidFill>
                  <a:srgbClr val="FFFFFF"/>
                </a:solidFill>
              </a:rPr>
              <a:t>programming</a:t>
            </a:r>
            <a:r>
              <a:rPr altLang="en-IN" b="1" sz="1600" lang="en-US">
                <a:solidFill>
                  <a:srgbClr val="FFFFFF"/>
                </a:solidFill>
              </a:rPr>
              <a:t> </a:t>
            </a:r>
            <a:r>
              <a:rPr altLang="en-IN" b="1" sz="1600" lang="en-US">
                <a:solidFill>
                  <a:srgbClr val="FFFFFF"/>
                </a:solidFill>
              </a:rPr>
              <a:t>to</a:t>
            </a:r>
            <a:r>
              <a:rPr altLang="en-IN" b="1" sz="1600" lang="en-US">
                <a:solidFill>
                  <a:srgbClr val="FFFFFF"/>
                </a:solidFill>
              </a:rPr>
              <a:t> </a:t>
            </a:r>
            <a:r>
              <a:rPr altLang="en-IN" b="1" sz="1600" lang="en-US">
                <a:solidFill>
                  <a:srgbClr val="FFFFFF"/>
                </a:solidFill>
              </a:rPr>
              <a:t>count</a:t>
            </a:r>
            <a:r>
              <a:rPr altLang="en-IN" b="1" sz="1600" lang="en-US">
                <a:solidFill>
                  <a:srgbClr val="FFFFFF"/>
                </a:solidFill>
              </a:rPr>
              <a:t> </a:t>
            </a:r>
            <a:r>
              <a:rPr altLang="en-IN" b="1" sz="1600" lang="en-US">
                <a:solidFill>
                  <a:srgbClr val="FFFFFF"/>
                </a:solidFill>
              </a:rPr>
              <a:t>identifer</a:t>
            </a:r>
            <a:r>
              <a:rPr altLang="en-IN" b="1" sz="1600" lang="en-US">
                <a:solidFill>
                  <a:srgbClr val="FFFFFF"/>
                </a:solidFill>
              </a:rPr>
              <a:t> </a:t>
            </a:r>
            <a:r>
              <a:rPr altLang="en-IN" b="1" sz="1600" lang="en-US">
                <a:solidFill>
                  <a:srgbClr val="FFFFFF"/>
                </a:solidFill>
              </a:rPr>
              <a:t> </a:t>
            </a:r>
            <a:r>
              <a:rPr altLang="en-IN" b="1" sz="1600" lang="en-US">
                <a:solidFill>
                  <a:srgbClr val="FFFFFF"/>
                </a:solidFill>
              </a:rPr>
              <a:t> </a:t>
            </a:r>
            <a:r>
              <a:rPr altLang="en-IN" b="1" sz="1600" lang="en-US">
                <a:solidFill>
                  <a:srgbClr val="FFFFFF"/>
                </a:solidFill>
              </a:rPr>
              <a:t> </a:t>
            </a:r>
            <a:r>
              <a:rPr altLang="en-IN" b="1" sz="1600" lang="en-US">
                <a:solidFill>
                  <a:srgbClr val="FFFFFF"/>
                </a:solidFill>
              </a:rPr>
              <a:t> </a:t>
            </a:r>
            <a:r>
              <a:rPr altLang="en-IN" b="1" sz="1600" lang="en-US">
                <a:solidFill>
                  <a:srgbClr val="FFFFFF"/>
                </a:solidFill>
              </a:rPr>
              <a:t> </a:t>
            </a:r>
            <a:r>
              <a:rPr altLang="en-IN" b="1" sz="1600" lang="en-US">
                <a:solidFill>
                  <a:srgbClr val="FFFFFF"/>
                </a:solidFill>
              </a:rPr>
              <a:t> </a:t>
            </a:r>
            <a:r>
              <a:rPr altLang="en-IN" b="1" sz="1600" lang="en-US">
                <a:solidFill>
                  <a:srgbClr val="FFFFFF"/>
                </a:solidFill>
              </a:rPr>
              <a:t> </a:t>
            </a:r>
            <a:r>
              <a:rPr altLang="en-IN" b="1" sz="1600" lang="en-US">
                <a:solidFill>
                  <a:srgbClr val="FFFFFF"/>
                </a:solidFill>
              </a:rPr>
              <a:t> </a:t>
            </a:r>
            <a:r>
              <a:rPr altLang="en-IN" b="1" sz="1600" lang="en-US">
                <a:solidFill>
                  <a:srgbClr val="FFFFFF"/>
                </a:solidFill>
              </a:rPr>
              <a:t> </a:t>
            </a:r>
            <a:r>
              <a:rPr altLang="en-IN" b="1" sz="1600" lang="en-US">
                <a:solidFill>
                  <a:srgbClr val="FFFFFF"/>
                </a:solidFill>
              </a:rPr>
              <a:t> </a:t>
            </a:r>
            <a:r>
              <a:rPr altLang="en-IN" b="1" sz="1600" lang="en-US">
                <a:solidFill>
                  <a:srgbClr val="FFFFFF"/>
                </a:solidFill>
              </a:rPr>
              <a:t> </a:t>
            </a:r>
            <a:r>
              <a:rPr altLang="en-IN" b="1" sz="1600" lang="en-US">
                <a:solidFill>
                  <a:srgbClr val="FFFFFF"/>
                </a:solidFill>
              </a:rPr>
              <a:t> </a:t>
            </a:r>
            <a:r>
              <a:rPr altLang="en-IN" b="1" sz="1600" lang="en-US">
                <a:solidFill>
                  <a:srgbClr val="FFFFFF"/>
                </a:solidFill>
              </a:rPr>
              <a:t> </a:t>
            </a:r>
            <a:r>
              <a:rPr altLang="en-US" b="1" sz="1600" lang="en-IN">
                <a:solidFill>
                  <a:srgbClr val="FFFFFF"/>
                </a:solidFill>
              </a:rPr>
              <a:t>✔</a:t>
            </a:r>
            <a:r>
              <a:rPr altLang="en-IN" b="1" sz="1600" lang="en-US">
                <a:solidFill>
                  <a:srgbClr val="FFFFFF"/>
                </a:solidFill>
              </a:rPr>
              <a:t> </a:t>
            </a:r>
            <a:r>
              <a:rPr altLang="en-IN" b="1" sz="1600" lang="en-US">
                <a:solidFill>
                  <a:srgbClr val="FFFFFF"/>
                </a:solidFill>
              </a:rPr>
              <a:t> </a:t>
            </a:r>
            <a:r>
              <a:rPr altLang="en-IN" b="1" sz="1600" lang="en-US">
                <a:solidFill>
                  <a:srgbClr val="FFFFFF"/>
                </a:solidFill>
              </a:rPr>
              <a:t> </a:t>
            </a:r>
            <a:r>
              <a:rPr altLang="en-IN" b="1" sz="1600" lang="en-US">
                <a:solidFill>
                  <a:srgbClr val="FFFFFF"/>
                </a:solidFill>
              </a:rPr>
              <a:t>parser</a:t>
            </a:r>
            <a:r>
              <a:rPr altLang="en-IN" b="1" sz="1600" lang="en-US">
                <a:solidFill>
                  <a:srgbClr val="FFFFFF"/>
                </a:solidFill>
              </a:rPr>
              <a:t> </a:t>
            </a:r>
            <a:r>
              <a:rPr altLang="en-IN" b="1" sz="1600" lang="en-US">
                <a:solidFill>
                  <a:srgbClr val="FFFFFF"/>
                </a:solidFill>
              </a:rPr>
              <a:t>tree</a:t>
            </a:r>
            <a:r>
              <a:rPr altLang="en-IN" b="1" sz="1600" lang="en-US">
                <a:solidFill>
                  <a:srgbClr val="FFFFFF"/>
                </a:solidFill>
              </a:rPr>
              <a:t> </a:t>
            </a:r>
            <a:r>
              <a:rPr altLang="en-IN" b="1" sz="1600" lang="en-US">
                <a:solidFill>
                  <a:srgbClr val="FFFFFF"/>
                </a:solidFill>
              </a:rPr>
              <a:t> </a:t>
            </a:r>
            <a:r>
              <a:rPr altLang="en-IN" b="1" sz="1600" lang="en-US">
                <a:solidFill>
                  <a:srgbClr val="FFFFFF"/>
                </a:solidFill>
              </a:rPr>
              <a:t> </a:t>
            </a:r>
            <a:br>
              <a:rPr altLang="en-IN" b="1" sz="1600" lang="en-US">
                <a:solidFill>
                  <a:srgbClr val="FFFFFF"/>
                </a:solidFill>
              </a:rPr>
            </a:br>
            <a:br>
              <a:rPr altLang="en-IN" b="1" sz="1600" lang="en-US">
                <a:solidFill>
                  <a:srgbClr val="FFFFFF"/>
                </a:solidFill>
              </a:rPr>
            </a:br>
            <a:r>
              <a:rPr altLang="en-IN" b="1" sz="1600" lang="en-US">
                <a:solidFill>
                  <a:srgbClr val="FFFFFF"/>
                </a:solidFill>
              </a:rPr>
              <a:t> </a:t>
            </a:r>
            <a:r>
              <a:rPr altLang="en-IN" b="1" sz="1600" lang="en-US">
                <a:solidFill>
                  <a:srgbClr val="FFFFFF"/>
                </a:solidFill>
              </a:rPr>
              <a:t> </a:t>
            </a:r>
            <a:r>
              <a:rPr altLang="en-IN" b="1" sz="1600" lang="en-US">
                <a:solidFill>
                  <a:srgbClr val="FFFFFF"/>
                </a:solidFill>
              </a:rPr>
              <a:t> </a:t>
            </a:r>
            <a:r>
              <a:rPr altLang="en-IN" b="1" sz="1600" lang="en-US">
                <a:solidFill>
                  <a:srgbClr val="FFFFFF"/>
                </a:solidFill>
              </a:rPr>
              <a:t> </a:t>
            </a:r>
            <a:r>
              <a:rPr altLang="en-IN" b="1" sz="1600" lang="en-US">
                <a:solidFill>
                  <a:srgbClr val="FFFFFF"/>
                </a:solidFill>
              </a:rPr>
              <a:t> </a:t>
            </a:r>
            <a:r>
              <a:rPr altLang="en-US" b="1" sz="1600" lang="en-IN">
                <a:solidFill>
                  <a:srgbClr val="FFFFFF"/>
                </a:solidFill>
              </a:rPr>
              <a:t>✔</a:t>
            </a:r>
            <a:r>
              <a:rPr altLang="en-IN" b="1" sz="1600" lang="en-US">
                <a:solidFill>
                  <a:srgbClr val="FFFFFF"/>
                </a:solidFill>
              </a:rPr>
              <a:t> </a:t>
            </a:r>
            <a:r>
              <a:rPr altLang="en-IN" b="1" sz="1600" lang="en-US">
                <a:solidFill>
                  <a:srgbClr val="FFFFFF"/>
                </a:solidFill>
              </a:rPr>
              <a:t>c</a:t>
            </a:r>
            <a:r>
              <a:rPr altLang="en-IN" b="1" sz="1600" lang="en-US">
                <a:solidFill>
                  <a:srgbClr val="FFFFFF"/>
                </a:solidFill>
              </a:rPr>
              <a:t>+</a:t>
            </a:r>
            <a:r>
              <a:rPr altLang="en-IN" b="1" sz="1600" lang="en-US">
                <a:solidFill>
                  <a:srgbClr val="FFFFFF"/>
                </a:solidFill>
              </a:rPr>
              <a:t>+</a:t>
            </a:r>
            <a:r>
              <a:rPr altLang="en-IN" b="1" sz="1600" lang="en-US">
                <a:solidFill>
                  <a:srgbClr val="FFFFFF"/>
                </a:solidFill>
              </a:rPr>
              <a:t> </a:t>
            </a:r>
            <a:r>
              <a:rPr altLang="en-IN" b="1" sz="1600" lang="en-US">
                <a:solidFill>
                  <a:srgbClr val="FFFFFF"/>
                </a:solidFill>
              </a:rPr>
              <a:t>program</a:t>
            </a:r>
            <a:r>
              <a:rPr altLang="en-IN" b="1" sz="1600" lang="en-US">
                <a:solidFill>
                  <a:srgbClr val="FFFFFF"/>
                </a:solidFill>
              </a:rPr>
              <a:t> </a:t>
            </a:r>
            <a:r>
              <a:rPr altLang="en-IN" b="1" sz="1600" lang="en-US">
                <a:solidFill>
                  <a:srgbClr val="FFFFFF"/>
                </a:solidFill>
              </a:rPr>
              <a:t> </a:t>
            </a:r>
            <a:r>
              <a:rPr altLang="en-IN" b="1" sz="1600" lang="en-US">
                <a:solidFill>
                  <a:srgbClr val="FFFFFF"/>
                </a:solidFill>
              </a:rPr>
              <a:t> </a:t>
            </a:r>
            <a:r>
              <a:rPr altLang="en-IN" b="1" sz="1600" lang="en-US">
                <a:solidFill>
                  <a:srgbClr val="FFFFFF"/>
                </a:solidFill>
              </a:rPr>
              <a:t> </a:t>
            </a:r>
            <a:r>
              <a:rPr altLang="en-IN" b="1" sz="1600" lang="en-US">
                <a:solidFill>
                  <a:srgbClr val="FFFFFF"/>
                </a:solidFill>
              </a:rPr>
              <a:t> </a:t>
            </a:r>
            <a:r>
              <a:rPr altLang="en-IN" b="1" sz="1600" lang="en-US">
                <a:solidFill>
                  <a:srgbClr val="FFFFFF"/>
                </a:solidFill>
              </a:rPr>
              <a:t> </a:t>
            </a:r>
            <a:r>
              <a:rPr altLang="en-IN" b="1" sz="1600" lang="en-US">
                <a:solidFill>
                  <a:srgbClr val="FFFFFF"/>
                </a:solidFill>
              </a:rPr>
              <a:t> </a:t>
            </a:r>
            <a:r>
              <a:rPr altLang="en-IN" b="1" sz="1600" lang="en-US">
                <a:solidFill>
                  <a:srgbClr val="FFFFFF"/>
                </a:solidFill>
              </a:rPr>
              <a:t> </a:t>
            </a:r>
            <a:r>
              <a:rPr altLang="en-IN" b="1" sz="1600" lang="en-US">
                <a:solidFill>
                  <a:srgbClr val="FFFFFF"/>
                </a:solidFill>
              </a:rPr>
              <a:t> </a:t>
            </a:r>
            <a:r>
              <a:rPr altLang="en-IN" b="1" sz="1600" lang="en-US">
                <a:solidFill>
                  <a:srgbClr val="FFFFFF"/>
                </a:solidFill>
              </a:rPr>
              <a:t> </a:t>
            </a:r>
            <a:r>
              <a:rPr altLang="en-IN" b="1" sz="1600" lang="en-US">
                <a:solidFill>
                  <a:srgbClr val="FFFFFF"/>
                </a:solidFill>
              </a:rPr>
              <a:t> </a:t>
            </a:r>
            <a:r>
              <a:rPr altLang="en-IN" b="1" sz="1600" lang="en-US">
                <a:solidFill>
                  <a:srgbClr val="FFFFFF"/>
                </a:solidFill>
              </a:rPr>
              <a:t> </a:t>
            </a:r>
            <a:r>
              <a:rPr altLang="en-IN" b="1" sz="1600" lang="en-US">
                <a:solidFill>
                  <a:srgbClr val="FFFFFF"/>
                </a:solidFill>
              </a:rPr>
              <a:t> </a:t>
            </a:r>
            <a:r>
              <a:rPr altLang="en-IN" b="1" sz="1600" lang="en-US">
                <a:solidFill>
                  <a:srgbClr val="FFFFFF"/>
                </a:solidFill>
              </a:rPr>
              <a:t> </a:t>
            </a:r>
            <a:r>
              <a:rPr altLang="en-IN" b="1" sz="1600" lang="en-US">
                <a:solidFill>
                  <a:srgbClr val="FFFFFF"/>
                </a:solidFill>
              </a:rPr>
              <a:t> </a:t>
            </a:r>
            <a:r>
              <a:rPr altLang="en-IN" b="1" sz="1600" lang="en-US">
                <a:solidFill>
                  <a:srgbClr val="FFFFFF"/>
                </a:solidFill>
              </a:rPr>
              <a:t> </a:t>
            </a:r>
            <a:r>
              <a:rPr altLang="en-IN" b="1" sz="1600" lang="en-US">
                <a:solidFill>
                  <a:srgbClr val="FFFFFF"/>
                </a:solidFill>
              </a:rPr>
              <a:t> </a:t>
            </a:r>
            <a:r>
              <a:rPr altLang="en-IN" b="1" sz="1600" lang="en-US">
                <a:solidFill>
                  <a:srgbClr val="FFFFFF"/>
                </a:solidFill>
              </a:rPr>
              <a:t> </a:t>
            </a:r>
            <a:r>
              <a:rPr altLang="en-IN" b="1" sz="1600" lang="en-US">
                <a:solidFill>
                  <a:srgbClr val="FFFFFF"/>
                </a:solidFill>
              </a:rPr>
              <a:t> </a:t>
            </a:r>
            <a:r>
              <a:rPr altLang="en-IN" b="1" sz="1600" lang="en-US">
                <a:solidFill>
                  <a:srgbClr val="FFFFFF"/>
                </a:solidFill>
              </a:rPr>
              <a:t> </a:t>
            </a:r>
            <a:r>
              <a:rPr altLang="en-IN" b="1" sz="1600" lang="en-US">
                <a:solidFill>
                  <a:srgbClr val="FFFFFF"/>
                </a:solidFill>
              </a:rPr>
              <a:t> </a:t>
            </a:r>
            <a:r>
              <a:rPr altLang="en-IN" b="1" sz="1600" lang="en-US">
                <a:solidFill>
                  <a:srgbClr val="FFFFFF"/>
                </a:solidFill>
              </a:rPr>
              <a:t> </a:t>
            </a:r>
            <a:r>
              <a:rPr altLang="en-IN" b="1" sz="1600" lang="en-US">
                <a:solidFill>
                  <a:srgbClr val="FFFFFF"/>
                </a:solidFill>
              </a:rPr>
              <a:t> </a:t>
            </a:r>
            <a:r>
              <a:rPr altLang="en-IN" b="1" sz="1600" lang="en-US">
                <a:solidFill>
                  <a:srgbClr val="FFFFFF"/>
                </a:solidFill>
              </a:rPr>
              <a:t> </a:t>
            </a:r>
            <a:r>
              <a:rPr altLang="en-IN" b="1" sz="1600" lang="en-US">
                <a:solidFill>
                  <a:srgbClr val="FFFFFF"/>
                </a:solidFill>
              </a:rPr>
              <a:t> </a:t>
            </a:r>
            <a:r>
              <a:rPr altLang="en-IN" b="1" sz="1600" lang="en-US">
                <a:solidFill>
                  <a:srgbClr val="FFFFFF"/>
                </a:solidFill>
              </a:rPr>
              <a:t> </a:t>
            </a:r>
            <a:r>
              <a:rPr altLang="en-IN" b="1" sz="1600" lang="en-US">
                <a:solidFill>
                  <a:srgbClr val="FFFFFF"/>
                </a:solidFill>
              </a:rPr>
              <a:t> </a:t>
            </a:r>
            <a:r>
              <a:rPr altLang="en-IN" b="1" sz="1600" lang="en-US">
                <a:solidFill>
                  <a:srgbClr val="FFFFFF"/>
                </a:solidFill>
              </a:rPr>
              <a:t> </a:t>
            </a:r>
            <a:r>
              <a:rPr altLang="en-IN" b="1" sz="1600" lang="en-US">
                <a:solidFill>
                  <a:srgbClr val="FFFFFF"/>
                </a:solidFill>
              </a:rPr>
              <a:t> </a:t>
            </a:r>
            <a:r>
              <a:rPr altLang="en-IN" b="1" sz="1600" lang="en-US">
                <a:solidFill>
                  <a:srgbClr val="FFFFFF"/>
                </a:solidFill>
              </a:rPr>
              <a:t> </a:t>
            </a:r>
            <a:r>
              <a:rPr altLang="en-IN" b="1" sz="1600" lang="en-US">
                <a:solidFill>
                  <a:srgbClr val="FFFFFF"/>
                </a:solidFill>
              </a:rPr>
              <a:t> </a:t>
            </a:r>
            <a:r>
              <a:rPr altLang="en-IN" b="1" sz="1600" lang="en-US">
                <a:solidFill>
                  <a:srgbClr val="FFFFFF"/>
                </a:solidFill>
              </a:rPr>
              <a:t> </a:t>
            </a:r>
            <a:r>
              <a:rPr altLang="en-IN" b="1" sz="1600" lang="en-US">
                <a:solidFill>
                  <a:srgbClr val="FFFFFF"/>
                </a:solidFill>
              </a:rPr>
              <a:t> </a:t>
            </a:r>
            <a:r>
              <a:rPr altLang="en-IN" b="1" sz="1600" lang="en-US">
                <a:solidFill>
                  <a:srgbClr val="FFFFFF"/>
                </a:solidFill>
              </a:rPr>
              <a:t> </a:t>
            </a:r>
            <a:r>
              <a:rPr altLang="en-IN" b="1" sz="1600" lang="en-US">
                <a:solidFill>
                  <a:srgbClr val="FFFFFF"/>
                </a:solidFill>
              </a:rPr>
              <a:t> </a:t>
            </a:r>
            <a:r>
              <a:rPr altLang="en-IN" b="1" sz="1600" lang="en-US">
                <a:solidFill>
                  <a:srgbClr val="FFFFFF"/>
                </a:solidFill>
              </a:rPr>
              <a:t> </a:t>
            </a:r>
            <a:r>
              <a:rPr altLang="en-IN" b="1" sz="1600" lang="en-US">
                <a:solidFill>
                  <a:srgbClr val="FFFFFF"/>
                </a:solidFill>
              </a:rPr>
              <a:t> </a:t>
            </a:r>
            <a:r>
              <a:rPr altLang="en-IN" b="1" sz="1600" lang="en-US">
                <a:solidFill>
                  <a:srgbClr val="FFFFFF"/>
                </a:solidFill>
              </a:rPr>
              <a:t> </a:t>
            </a:r>
            <a:r>
              <a:rPr altLang="en-IN" b="1" sz="1600" lang="en-US">
                <a:solidFill>
                  <a:srgbClr val="FFFFFF"/>
                </a:solidFill>
              </a:rPr>
              <a:t> </a:t>
            </a:r>
            <a:r>
              <a:rPr altLang="en-IN" b="1" sz="1600" lang="en-US">
                <a:solidFill>
                  <a:srgbClr val="FFFFFF"/>
                </a:solidFill>
              </a:rPr>
              <a:t> </a:t>
            </a:r>
            <a:r>
              <a:rPr altLang="en-IN" b="1" sz="1600" lang="en-US">
                <a:solidFill>
                  <a:srgbClr val="FFFFFF"/>
                </a:solidFill>
              </a:rPr>
              <a:t> </a:t>
            </a:r>
            <a:r>
              <a:rPr altLang="en-IN" b="1" sz="1600" lang="en-US">
                <a:solidFill>
                  <a:srgbClr val="FFFFFF"/>
                </a:solidFill>
              </a:rPr>
              <a:t> </a:t>
            </a:r>
            <a:r>
              <a:rPr altLang="en-IN" b="1" sz="1600" lang="en-US">
                <a:solidFill>
                  <a:srgbClr val="FFFFFF"/>
                </a:solidFill>
              </a:rPr>
              <a:t> </a:t>
            </a:r>
            <a:r>
              <a:rPr altLang="en-IN" b="1" sz="1600" lang="en-US">
                <a:solidFill>
                  <a:srgbClr val="FFFFFF"/>
                </a:solidFill>
              </a:rPr>
              <a:t> </a:t>
            </a:r>
            <a:r>
              <a:rPr altLang="en-IN" b="1" sz="1600" lang="en-US">
                <a:solidFill>
                  <a:srgbClr val="FFFFFF"/>
                </a:solidFill>
              </a:rPr>
              <a:t> </a:t>
            </a:r>
            <a:r>
              <a:rPr altLang="en-IN" b="1" sz="1600" lang="en-US">
                <a:solidFill>
                  <a:srgbClr val="FFFFFF"/>
                </a:solidFill>
              </a:rPr>
              <a:t> </a:t>
            </a:r>
            <a:r>
              <a:rPr altLang="en-IN" b="1" sz="1600" lang="en-US">
                <a:solidFill>
                  <a:srgbClr val="FFFFFF"/>
                </a:solidFill>
              </a:rPr>
              <a:t> </a:t>
            </a:r>
            <a:r>
              <a:rPr altLang="en-IN" b="1" sz="1600" lang="en-US">
                <a:solidFill>
                  <a:srgbClr val="FFFFFF"/>
                </a:solidFill>
              </a:rPr>
              <a:t> </a:t>
            </a:r>
            <a:r>
              <a:rPr altLang="en-IN" b="1" sz="1600" lang="en-US">
                <a:solidFill>
                  <a:srgbClr val="FFFFFF"/>
                </a:solidFill>
              </a:rPr>
              <a:t> </a:t>
            </a:r>
            <a:r>
              <a:rPr altLang="en-IN" b="1" sz="1600" lang="en-US">
                <a:solidFill>
                  <a:srgbClr val="FFFFFF"/>
                </a:solidFill>
              </a:rPr>
              <a:t> </a:t>
            </a:r>
            <a:r>
              <a:rPr altLang="en-IN" b="1" sz="1600" lang="en-US">
                <a:solidFill>
                  <a:srgbClr val="FFFFFF"/>
                </a:solidFill>
              </a:rPr>
              <a:t> </a:t>
            </a:r>
            <a:r>
              <a:rPr altLang="en-US" b="1" sz="1600" lang="en-IN">
                <a:solidFill>
                  <a:srgbClr val="FFFFFF"/>
                </a:solidFill>
              </a:rPr>
              <a:t>✔</a:t>
            </a:r>
            <a:r>
              <a:rPr altLang="en-IN" b="1" sz="1600" lang="en-US">
                <a:solidFill>
                  <a:srgbClr val="FFFFFF"/>
                </a:solidFill>
              </a:rPr>
              <a:t> </a:t>
            </a:r>
            <a:r>
              <a:rPr altLang="en-IN" b="1" sz="1600" lang="en-US">
                <a:solidFill>
                  <a:srgbClr val="FFFFFF"/>
                </a:solidFill>
              </a:rPr>
              <a:t> </a:t>
            </a:r>
            <a:r>
              <a:rPr altLang="en-IN" b="1" sz="1600" lang="en-US">
                <a:solidFill>
                  <a:srgbClr val="FFFFFF"/>
                </a:solidFill>
              </a:rPr>
              <a:t> </a:t>
            </a:r>
            <a:r>
              <a:rPr altLang="en-IN" b="1" sz="1600" lang="en-US">
                <a:solidFill>
                  <a:srgbClr val="FFFFFF"/>
                </a:solidFill>
              </a:rPr>
              <a:t> </a:t>
            </a:r>
            <a:r>
              <a:rPr altLang="en-IN" b="1" sz="1600" lang="en-US">
                <a:solidFill>
                  <a:srgbClr val="FFFFFF"/>
                </a:solidFill>
              </a:rPr>
              <a:t>conclusion</a:t>
            </a:r>
            <a:r>
              <a:rPr altLang="en-IN" b="1" sz="1600" lang="en-US">
                <a:solidFill>
                  <a:srgbClr val="FFFFFF"/>
                </a:solidFill>
              </a:rPr>
              <a:t> </a:t>
            </a:r>
            <a:endParaRPr sz="1600" lang="en-IN"/>
          </a:p>
        </p:txBody>
      </p:sp>
      <p:sp>
        <p:nvSpPr>
          <p:cNvPr id="1048870" name=""/>
          <p:cNvSpPr txBox="1"/>
          <p:nvPr/>
        </p:nvSpPr>
        <p:spPr>
          <a:xfrm>
            <a:off x="2744853" y="578615"/>
            <a:ext cx="3991358" cy="574039"/>
          </a:xfrm>
          <a:prstGeom prst="rect"/>
        </p:spPr>
        <p:txBody>
          <a:bodyPr rtlCol="0" wrap="square">
            <a:spAutoFit/>
          </a:bodyPr>
          <a:p>
            <a:r>
              <a:rPr altLang="en-IN" b="1" sz="3200" lang="en-US">
                <a:solidFill>
                  <a:srgbClr val="FFFFFF"/>
                </a:solidFill>
              </a:rPr>
              <a:t>co</a:t>
            </a:r>
            <a:r>
              <a:rPr altLang="en-IN" b="1" sz="3200" lang="en-US">
                <a:solidFill>
                  <a:srgbClr val="FFFFFF"/>
                </a:solidFill>
              </a:rPr>
              <a:t>nten</a:t>
            </a:r>
            <a:r>
              <a:rPr altLang="en-IN" b="1" sz="3200" lang="en-US">
                <a:solidFill>
                  <a:srgbClr val="FFFFFF"/>
                </a:solidFill>
              </a:rPr>
              <a:t>ts</a:t>
            </a:r>
            <a:endParaRPr b="1" sz="3200" lang="en-IN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0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993" name="PlaceHolder 1"/>
          <p:cNvSpPr>
            <a:spLocks noGrp="1"/>
          </p:cNvSpPr>
          <p:nvPr>
            <p:ph type="title"/>
          </p:nvPr>
        </p:nvSpPr>
        <p:spPr>
          <a:xfrm>
            <a:off x="2133720" y="279414"/>
            <a:ext cx="4833304" cy="1201351"/>
          </a:xfrm>
          <a:prstGeom prst="rect"/>
          <a:noFill/>
          <a:ln w="0">
            <a:noFill/>
          </a:ln>
        </p:spPr>
        <p:txBody>
          <a:bodyPr anchor="b" bIns="91440" lIns="91440" rIns="91440" tIns="91440">
            <a:normAutofit fontScale="90000"/>
          </a:bodyPr>
          <a:p>
            <a:pPr algn="ctr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sz="3600" lang="en-US" strike="noStrike" u="none">
                <a:solidFill>
                  <a:schemeClr val="dk1"/>
                </a:solidFill>
                <a:effectLst/>
                <a:latin typeface="Outfit"/>
                <a:ea typeface="Outfit"/>
              </a:rPr>
              <a:t>What is Predictive Parsing? (Theory)</a:t>
            </a:r>
            <a:endParaRPr b="0" sz="3600" lang="fr-FR" strike="noStrike" u="none">
              <a:solidFill>
                <a:schemeClr val="dk1"/>
              </a:solidFill>
              <a:effectLst/>
              <a:latin typeface="Arial"/>
            </a:endParaRPr>
          </a:p>
        </p:txBody>
      </p:sp>
      <p:grpSp>
        <p:nvGrpSpPr>
          <p:cNvPr id="109" name="Google Shape;3333;p37"/>
          <p:cNvGrpSpPr/>
          <p:nvPr/>
        </p:nvGrpSpPr>
        <p:grpSpPr>
          <a:xfrm>
            <a:off x="1599480" y="-980640"/>
            <a:ext cx="142920" cy="2454120"/>
            <a:chOff x="1599480" y="-980640"/>
            <a:chExt cx="142920" cy="2454120"/>
          </a:xfrm>
        </p:grpSpPr>
        <p:grpSp>
          <p:nvGrpSpPr>
            <p:cNvPr id="110" name="Google Shape;3334;p37"/>
            <p:cNvGrpSpPr/>
            <p:nvPr/>
          </p:nvGrpSpPr>
          <p:grpSpPr>
            <a:xfrm>
              <a:off x="1599480" y="-980640"/>
              <a:ext cx="142920" cy="2454120"/>
              <a:chOff x="1599480" y="-980640"/>
              <a:chExt cx="142920" cy="2454120"/>
            </a:xfrm>
          </p:grpSpPr>
          <p:sp>
            <p:nvSpPr>
              <p:cNvPr id="1048994" name="Google Shape;3335;p37"/>
              <p:cNvSpPr/>
              <p:nvPr/>
            </p:nvSpPr>
            <p:spPr>
              <a:xfrm>
                <a:off x="1599480" y="1330560"/>
                <a:ext cx="142920" cy="142920"/>
              </a:xfrm>
              <a:prstGeom prst="rect"/>
              <a:gradFill rotWithShape="0">
                <a:gsLst>
                  <a:gs pos="0">
                    <a:srgbClr val="7DF3E5"/>
                  </a:gs>
                  <a:gs pos="100000">
                    <a:srgbClr val="02C5AE"/>
                  </a:gs>
                </a:gsLst>
                <a:lin ang="2700000"/>
              </a:gradFill>
              <a:ln w="0">
                <a:noFill/>
              </a:ln>
              <a:effectLst>
                <a:outerShdw algn="bl" blurRad="185760" rotWithShape="0">
                  <a:schemeClr val="dk1">
                    <a:alpha val="31000"/>
                  </a:schemeClr>
                </a:outerShdw>
              </a:effectLst>
            </p:spPr>
            <p:style>
              <a:lnRef idx="0">
                <a:srgbClr val="000000"/>
              </a:lnRef>
              <a:fillRef idx="0">
                <a:srgbClr val="000000"/>
              </a:fillRef>
              <a:effectRef idx="0">
                <a:srgbClr val="000000"/>
              </a:effectRef>
              <a:fontRef idx="minor">
                <a:srgbClr val="000000"/>
              </a:fontRef>
            </p:style>
            <p:txBody>
              <a:bodyPr anchor="ctr" bIns="71640" tIns="71640">
                <a:noAutofit/>
              </a:bodyPr>
              <a:p>
                <a:pPr algn="ctr"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sz="1800" lang="en-US" strike="noStrike" u="none">
                  <a:solidFill>
                    <a:srgbClr val="000000"/>
                  </a:solidFill>
                  <a:effectLst/>
                  <a:latin typeface="OpenSymbol"/>
                </a:endParaRPr>
              </a:p>
            </p:txBody>
          </p:sp>
          <p:sp>
            <p:nvSpPr>
              <p:cNvPr id="1048995" name="Google Shape;3336;p37"/>
              <p:cNvSpPr/>
              <p:nvPr/>
            </p:nvSpPr>
            <p:spPr>
              <a:xfrm>
                <a:off x="1608120" y="1119600"/>
                <a:ext cx="126000" cy="126360"/>
              </a:xfrm>
              <a:prstGeom prst="rect"/>
              <a:gradFill rotWithShape="0">
                <a:gsLst>
                  <a:gs pos="0">
                    <a:srgbClr val="7DF3E5"/>
                  </a:gs>
                  <a:gs pos="100000">
                    <a:srgbClr val="02C5AE"/>
                  </a:gs>
                </a:gsLst>
                <a:lin ang="2700000"/>
              </a:gradFill>
              <a:ln w="0">
                <a:noFill/>
              </a:ln>
              <a:effectLst>
                <a:outerShdw algn="bl" blurRad="185760" rotWithShape="0">
                  <a:schemeClr val="dk1">
                    <a:alpha val="31000"/>
                  </a:schemeClr>
                </a:outerShdw>
              </a:effectLst>
            </p:spPr>
            <p:style>
              <a:lnRef idx="0">
                <a:srgbClr val="000000"/>
              </a:lnRef>
              <a:fillRef idx="0">
                <a:srgbClr val="000000"/>
              </a:fillRef>
              <a:effectRef idx="0">
                <a:srgbClr val="000000"/>
              </a:effectRef>
              <a:fontRef idx="minor">
                <a:srgbClr val="000000"/>
              </a:fontRef>
            </p:style>
            <p:txBody>
              <a:bodyPr anchor="ctr" bIns="63360" tIns="63360">
                <a:noAutofit/>
              </a:bodyPr>
              <a:p>
                <a:pPr algn="ctr"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sz="1800" lang="en-US" strike="noStrike" u="none">
                  <a:solidFill>
                    <a:srgbClr val="000000"/>
                  </a:solidFill>
                  <a:effectLst/>
                  <a:latin typeface="OpenSymbol"/>
                </a:endParaRPr>
              </a:p>
            </p:txBody>
          </p:sp>
          <p:sp>
            <p:nvSpPr>
              <p:cNvPr id="1048996" name="Google Shape;3337;p37"/>
              <p:cNvSpPr/>
              <p:nvPr/>
            </p:nvSpPr>
            <p:spPr>
              <a:xfrm>
                <a:off x="1608120" y="909000"/>
                <a:ext cx="126000" cy="126360"/>
              </a:xfrm>
              <a:prstGeom prst="rect"/>
              <a:gradFill rotWithShape="0">
                <a:gsLst>
                  <a:gs pos="0">
                    <a:srgbClr val="7DF3E5"/>
                  </a:gs>
                  <a:gs pos="100000">
                    <a:srgbClr val="02C5AE"/>
                  </a:gs>
                </a:gsLst>
                <a:lin ang="2700000"/>
              </a:gradFill>
              <a:ln w="0">
                <a:noFill/>
              </a:ln>
              <a:effectLst>
                <a:outerShdw algn="bl" blurRad="185760" rotWithShape="0">
                  <a:schemeClr val="dk1">
                    <a:alpha val="31000"/>
                  </a:schemeClr>
                </a:outerShdw>
              </a:effectLst>
            </p:spPr>
            <p:style>
              <a:lnRef idx="0">
                <a:srgbClr val="000000"/>
              </a:lnRef>
              <a:fillRef idx="0">
                <a:srgbClr val="000000"/>
              </a:fillRef>
              <a:effectRef idx="0">
                <a:srgbClr val="000000"/>
              </a:effectRef>
              <a:fontRef idx="minor">
                <a:srgbClr val="000000"/>
              </a:fontRef>
            </p:style>
            <p:txBody>
              <a:bodyPr anchor="ctr" bIns="63360" tIns="63360">
                <a:noAutofit/>
              </a:bodyPr>
              <a:p>
                <a:pPr algn="ctr"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sz="1800" lang="en-US" strike="noStrike" u="none">
                  <a:solidFill>
                    <a:srgbClr val="000000"/>
                  </a:solidFill>
                  <a:effectLst/>
                  <a:latin typeface="OpenSymbol"/>
                </a:endParaRPr>
              </a:p>
            </p:txBody>
          </p:sp>
          <p:sp>
            <p:nvSpPr>
              <p:cNvPr id="1048997" name="Google Shape;3338;p37"/>
              <p:cNvSpPr/>
              <p:nvPr/>
            </p:nvSpPr>
            <p:spPr>
              <a:xfrm>
                <a:off x="1608120" y="698040"/>
                <a:ext cx="126000" cy="126360"/>
              </a:xfrm>
              <a:prstGeom prst="rect"/>
              <a:gradFill rotWithShape="0">
                <a:gsLst>
                  <a:gs pos="0">
                    <a:srgbClr val="7DF3E5"/>
                  </a:gs>
                  <a:gs pos="100000">
                    <a:srgbClr val="02C5AE"/>
                  </a:gs>
                </a:gsLst>
                <a:lin ang="2700000"/>
              </a:gradFill>
              <a:ln w="0">
                <a:noFill/>
              </a:ln>
              <a:effectLst>
                <a:outerShdw algn="bl" blurRad="185760" rotWithShape="0">
                  <a:schemeClr val="dk1">
                    <a:alpha val="31000"/>
                  </a:schemeClr>
                </a:outerShdw>
              </a:effectLst>
            </p:spPr>
            <p:style>
              <a:lnRef idx="0">
                <a:srgbClr val="000000"/>
              </a:lnRef>
              <a:fillRef idx="0">
                <a:srgbClr val="000000"/>
              </a:fillRef>
              <a:effectRef idx="0">
                <a:srgbClr val="000000"/>
              </a:effectRef>
              <a:fontRef idx="minor">
                <a:srgbClr val="000000"/>
              </a:fontRef>
            </p:style>
            <p:txBody>
              <a:bodyPr anchor="ctr" bIns="63360" tIns="63360">
                <a:noAutofit/>
              </a:bodyPr>
              <a:p>
                <a:pPr algn="ctr"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sz="1800" lang="en-US" strike="noStrike" u="none">
                  <a:solidFill>
                    <a:srgbClr val="000000"/>
                  </a:solidFill>
                  <a:effectLst/>
                  <a:latin typeface="OpenSymbol"/>
                </a:endParaRPr>
              </a:p>
            </p:txBody>
          </p:sp>
          <p:sp>
            <p:nvSpPr>
              <p:cNvPr id="1048998" name="Google Shape;3339;p37"/>
              <p:cNvSpPr/>
              <p:nvPr/>
            </p:nvSpPr>
            <p:spPr>
              <a:xfrm>
                <a:off x="1612440" y="487440"/>
                <a:ext cx="117360" cy="117720"/>
              </a:xfrm>
              <a:prstGeom prst="rect"/>
              <a:gradFill rotWithShape="0">
                <a:gsLst>
                  <a:gs pos="0">
                    <a:srgbClr val="7DF3E5"/>
                  </a:gs>
                  <a:gs pos="100000">
                    <a:srgbClr val="02C5AE"/>
                  </a:gs>
                </a:gsLst>
                <a:lin ang="2700000"/>
              </a:gradFill>
              <a:ln w="0">
                <a:noFill/>
              </a:ln>
              <a:effectLst>
                <a:outerShdw algn="bl" blurRad="185760" rotWithShape="0">
                  <a:schemeClr val="dk1">
                    <a:alpha val="31000"/>
                  </a:schemeClr>
                </a:outerShdw>
              </a:effectLst>
            </p:spPr>
            <p:style>
              <a:lnRef idx="0">
                <a:srgbClr val="000000"/>
              </a:lnRef>
              <a:fillRef idx="0">
                <a:srgbClr val="000000"/>
              </a:fillRef>
              <a:effectRef idx="0">
                <a:srgbClr val="000000"/>
              </a:effectRef>
              <a:fontRef idx="minor">
                <a:srgbClr val="000000"/>
              </a:fontRef>
            </p:style>
            <p:txBody>
              <a:bodyPr anchor="ctr" bIns="59040" tIns="59040">
                <a:noAutofit/>
              </a:bodyPr>
              <a:p>
                <a:pPr algn="ctr"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sz="1800" lang="en-US" strike="noStrike" u="none">
                  <a:solidFill>
                    <a:srgbClr val="000000"/>
                  </a:solidFill>
                  <a:effectLst/>
                  <a:latin typeface="OpenSymbol"/>
                </a:endParaRPr>
              </a:p>
            </p:txBody>
          </p:sp>
          <p:sp>
            <p:nvSpPr>
              <p:cNvPr id="1048999" name="Google Shape;3340;p37"/>
              <p:cNvSpPr/>
              <p:nvPr/>
            </p:nvSpPr>
            <p:spPr>
              <a:xfrm>
                <a:off x="1612440" y="276840"/>
                <a:ext cx="117360" cy="117720"/>
              </a:xfrm>
              <a:prstGeom prst="rect"/>
              <a:gradFill rotWithShape="0">
                <a:gsLst>
                  <a:gs pos="0">
                    <a:srgbClr val="7DF3E5"/>
                  </a:gs>
                  <a:gs pos="100000">
                    <a:srgbClr val="02C5AE"/>
                  </a:gs>
                </a:gsLst>
                <a:lin ang="2700000"/>
              </a:gradFill>
              <a:ln w="0">
                <a:noFill/>
              </a:ln>
              <a:effectLst>
                <a:outerShdw algn="bl" blurRad="185760" rotWithShape="0">
                  <a:schemeClr val="dk1">
                    <a:alpha val="31000"/>
                  </a:schemeClr>
                </a:outerShdw>
              </a:effectLst>
            </p:spPr>
            <p:style>
              <a:lnRef idx="0">
                <a:srgbClr val="000000"/>
              </a:lnRef>
              <a:fillRef idx="0">
                <a:srgbClr val="000000"/>
              </a:fillRef>
              <a:effectRef idx="0">
                <a:srgbClr val="000000"/>
              </a:effectRef>
              <a:fontRef idx="minor">
                <a:srgbClr val="000000"/>
              </a:fontRef>
            </p:style>
            <p:txBody>
              <a:bodyPr anchor="ctr" bIns="59040" tIns="59040">
                <a:noAutofit/>
              </a:bodyPr>
              <a:p>
                <a:pPr algn="ctr"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sz="1800" lang="en-US" strike="noStrike" u="none">
                  <a:solidFill>
                    <a:srgbClr val="000000"/>
                  </a:solidFill>
                  <a:effectLst/>
                  <a:latin typeface="OpenSymbol"/>
                </a:endParaRPr>
              </a:p>
            </p:txBody>
          </p:sp>
          <p:sp>
            <p:nvSpPr>
              <p:cNvPr id="1049000" name="Google Shape;3341;p37"/>
              <p:cNvSpPr/>
              <p:nvPr/>
            </p:nvSpPr>
            <p:spPr>
              <a:xfrm>
                <a:off x="1614600" y="65880"/>
                <a:ext cx="113040" cy="113040"/>
              </a:xfrm>
              <a:prstGeom prst="rect"/>
              <a:gradFill rotWithShape="0">
                <a:gsLst>
                  <a:gs pos="0">
                    <a:srgbClr val="7DF3E5"/>
                  </a:gs>
                  <a:gs pos="100000">
                    <a:srgbClr val="02C5AE"/>
                  </a:gs>
                </a:gsLst>
                <a:lin ang="2700000"/>
              </a:gradFill>
              <a:ln w="0">
                <a:noFill/>
              </a:ln>
              <a:effectLst>
                <a:outerShdw algn="bl" blurRad="185760" rotWithShape="0">
                  <a:schemeClr val="dk1">
                    <a:alpha val="31000"/>
                  </a:schemeClr>
                </a:outerShdw>
              </a:effectLst>
            </p:spPr>
            <p:style>
              <a:lnRef idx="0">
                <a:srgbClr val="000000"/>
              </a:lnRef>
              <a:fillRef idx="0">
                <a:srgbClr val="000000"/>
              </a:fillRef>
              <a:effectRef idx="0">
                <a:srgbClr val="000000"/>
              </a:effectRef>
              <a:fontRef idx="minor">
                <a:srgbClr val="000000"/>
              </a:fontRef>
            </p:style>
            <p:txBody>
              <a:bodyPr anchor="ctr" bIns="56520" tIns="56520">
                <a:noAutofit/>
              </a:bodyPr>
              <a:p>
                <a:pPr algn="ctr"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sz="1800" lang="en-US" strike="noStrike" u="none">
                  <a:solidFill>
                    <a:srgbClr val="000000"/>
                  </a:solidFill>
                  <a:effectLst/>
                  <a:latin typeface="OpenSymbol"/>
                </a:endParaRPr>
              </a:p>
            </p:txBody>
          </p:sp>
          <p:sp>
            <p:nvSpPr>
              <p:cNvPr id="1049001" name="Google Shape;3342;p37"/>
              <p:cNvSpPr/>
              <p:nvPr/>
            </p:nvSpPr>
            <p:spPr>
              <a:xfrm>
                <a:off x="1616760" y="-144720"/>
                <a:ext cx="108720" cy="108720"/>
              </a:xfrm>
              <a:prstGeom prst="rect"/>
              <a:gradFill rotWithShape="0">
                <a:gsLst>
                  <a:gs pos="0">
                    <a:srgbClr val="7DF3E5"/>
                  </a:gs>
                  <a:gs pos="100000">
                    <a:srgbClr val="02C5AE"/>
                  </a:gs>
                </a:gsLst>
                <a:lin ang="2700000"/>
              </a:gradFill>
              <a:ln w="0">
                <a:noFill/>
              </a:ln>
              <a:effectLst>
                <a:outerShdw algn="bl" blurRad="185760" rotWithShape="0">
                  <a:schemeClr val="dk1">
                    <a:alpha val="31000"/>
                  </a:schemeClr>
                </a:outerShdw>
              </a:effectLst>
            </p:spPr>
            <p:style>
              <a:lnRef idx="0">
                <a:srgbClr val="000000"/>
              </a:lnRef>
              <a:fillRef idx="0">
                <a:srgbClr val="000000"/>
              </a:fillRef>
              <a:effectRef idx="0">
                <a:srgbClr val="000000"/>
              </a:effectRef>
              <a:fontRef idx="minor">
                <a:srgbClr val="000000"/>
              </a:fontRef>
            </p:style>
            <p:txBody>
              <a:bodyPr anchor="ctr" bIns="54360" tIns="54360">
                <a:noAutofit/>
              </a:bodyPr>
              <a:p>
                <a:pPr algn="ctr"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sz="1800" lang="en-US" strike="noStrike" u="none">
                  <a:solidFill>
                    <a:srgbClr val="000000"/>
                  </a:solidFill>
                  <a:effectLst/>
                  <a:latin typeface="OpenSymbol"/>
                </a:endParaRPr>
              </a:p>
            </p:txBody>
          </p:sp>
          <p:sp>
            <p:nvSpPr>
              <p:cNvPr id="1049002" name="Google Shape;3343;p37"/>
              <p:cNvSpPr/>
              <p:nvPr/>
            </p:nvSpPr>
            <p:spPr>
              <a:xfrm>
                <a:off x="1621800" y="-351000"/>
                <a:ext cx="98640" cy="98640"/>
              </a:xfrm>
              <a:prstGeom prst="rect"/>
              <a:gradFill rotWithShape="0">
                <a:gsLst>
                  <a:gs pos="0">
                    <a:srgbClr val="7DF3E5"/>
                  </a:gs>
                  <a:gs pos="100000">
                    <a:srgbClr val="02C5AE"/>
                  </a:gs>
                </a:gsLst>
                <a:lin ang="2700000"/>
              </a:gradFill>
              <a:ln w="0">
                <a:noFill/>
              </a:ln>
              <a:effectLst>
                <a:outerShdw algn="bl" blurRad="185760" rotWithShape="0">
                  <a:schemeClr val="dk1">
                    <a:alpha val="31000"/>
                  </a:schemeClr>
                </a:outerShdw>
              </a:effectLst>
            </p:spPr>
            <p:style>
              <a:lnRef idx="0">
                <a:srgbClr val="000000"/>
              </a:lnRef>
              <a:fillRef idx="0">
                <a:srgbClr val="000000"/>
              </a:fillRef>
              <a:effectRef idx="0">
                <a:srgbClr val="000000"/>
              </a:effectRef>
              <a:fontRef idx="minor">
                <a:srgbClr val="000000"/>
              </a:fontRef>
            </p:style>
            <p:txBody>
              <a:bodyPr anchor="ctr" bIns="49320" tIns="49320">
                <a:noAutofit/>
              </a:bodyPr>
              <a:p>
                <a:pPr algn="ctr"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sz="1800" lang="en-US" strike="noStrike" u="none">
                  <a:solidFill>
                    <a:srgbClr val="000000"/>
                  </a:solidFill>
                  <a:effectLst/>
                  <a:latin typeface="OpenSymbol"/>
                </a:endParaRPr>
              </a:p>
            </p:txBody>
          </p:sp>
          <p:sp>
            <p:nvSpPr>
              <p:cNvPr id="1049003" name="Google Shape;3344;p37"/>
              <p:cNvSpPr/>
              <p:nvPr/>
            </p:nvSpPr>
            <p:spPr>
              <a:xfrm>
                <a:off x="1626480" y="-557280"/>
                <a:ext cx="88920" cy="88920"/>
              </a:xfrm>
              <a:prstGeom prst="rect"/>
              <a:gradFill rotWithShape="0">
                <a:gsLst>
                  <a:gs pos="0">
                    <a:srgbClr val="7DF3E5"/>
                  </a:gs>
                  <a:gs pos="100000">
                    <a:srgbClr val="02C5AE"/>
                  </a:gs>
                </a:gsLst>
                <a:lin ang="2700000"/>
              </a:gradFill>
              <a:ln w="0">
                <a:noFill/>
              </a:ln>
              <a:effectLst>
                <a:outerShdw algn="bl" blurRad="185760" rotWithShape="0">
                  <a:schemeClr val="dk1">
                    <a:alpha val="31000"/>
                  </a:schemeClr>
                </a:outerShdw>
              </a:effectLst>
            </p:spPr>
            <p:style>
              <a:lnRef idx="0">
                <a:srgbClr val="000000"/>
              </a:lnRef>
              <a:fillRef idx="0">
                <a:srgbClr val="000000"/>
              </a:fillRef>
              <a:effectRef idx="0">
                <a:srgbClr val="000000"/>
              </a:effectRef>
              <a:fontRef idx="minor">
                <a:srgbClr val="000000"/>
              </a:fontRef>
            </p:style>
            <p:txBody>
              <a:bodyPr anchor="ctr" bIns="44640" tIns="44640">
                <a:noAutofit/>
              </a:bodyPr>
              <a:p>
                <a:pPr algn="ctr"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sz="1800" lang="en-US" strike="noStrike" u="none">
                  <a:solidFill>
                    <a:srgbClr val="000000"/>
                  </a:solidFill>
                  <a:effectLst/>
                  <a:latin typeface="OpenSymbol"/>
                </a:endParaRPr>
              </a:p>
            </p:txBody>
          </p:sp>
          <p:sp>
            <p:nvSpPr>
              <p:cNvPr id="1049004" name="Google Shape;3345;p37"/>
              <p:cNvSpPr/>
              <p:nvPr/>
            </p:nvSpPr>
            <p:spPr>
              <a:xfrm>
                <a:off x="1626480" y="-763200"/>
                <a:ext cx="88920" cy="88920"/>
              </a:xfrm>
              <a:prstGeom prst="rect"/>
              <a:gradFill rotWithShape="0">
                <a:gsLst>
                  <a:gs pos="0">
                    <a:srgbClr val="7DF3E5"/>
                  </a:gs>
                  <a:gs pos="100000">
                    <a:srgbClr val="02C5AE"/>
                  </a:gs>
                </a:gsLst>
                <a:lin ang="2700000"/>
              </a:gradFill>
              <a:ln w="0">
                <a:noFill/>
              </a:ln>
              <a:effectLst>
                <a:outerShdw algn="bl" blurRad="185760" rotWithShape="0">
                  <a:schemeClr val="dk1">
                    <a:alpha val="31000"/>
                  </a:schemeClr>
                </a:outerShdw>
              </a:effectLst>
            </p:spPr>
            <p:style>
              <a:lnRef idx="0">
                <a:srgbClr val="000000"/>
              </a:lnRef>
              <a:fillRef idx="0">
                <a:srgbClr val="000000"/>
              </a:fillRef>
              <a:effectRef idx="0">
                <a:srgbClr val="000000"/>
              </a:effectRef>
              <a:fontRef idx="minor">
                <a:srgbClr val="000000"/>
              </a:fontRef>
            </p:style>
            <p:txBody>
              <a:bodyPr anchor="ctr" bIns="44640" tIns="44640">
                <a:noAutofit/>
              </a:bodyPr>
              <a:p>
                <a:pPr algn="ctr"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sz="1800" lang="en-US" strike="noStrike" u="none">
                  <a:solidFill>
                    <a:srgbClr val="000000"/>
                  </a:solidFill>
                  <a:effectLst/>
                  <a:latin typeface="OpenSymbol"/>
                </a:endParaRPr>
              </a:p>
            </p:txBody>
          </p:sp>
          <p:sp>
            <p:nvSpPr>
              <p:cNvPr id="1049005" name="Google Shape;3346;p37"/>
              <p:cNvSpPr/>
              <p:nvPr/>
            </p:nvSpPr>
            <p:spPr>
              <a:xfrm>
                <a:off x="1631520" y="-980640"/>
                <a:ext cx="79200" cy="79200"/>
              </a:xfrm>
              <a:prstGeom prst="rect"/>
              <a:gradFill rotWithShape="0">
                <a:gsLst>
                  <a:gs pos="0">
                    <a:srgbClr val="7DF3E5"/>
                  </a:gs>
                  <a:gs pos="100000">
                    <a:srgbClr val="02C5AE"/>
                  </a:gs>
                </a:gsLst>
                <a:lin ang="2700000"/>
              </a:gradFill>
              <a:ln w="0">
                <a:noFill/>
              </a:ln>
              <a:effectLst>
                <a:outerShdw algn="bl" blurRad="185760" rotWithShape="0">
                  <a:schemeClr val="dk1">
                    <a:alpha val="31000"/>
                  </a:schemeClr>
                </a:outerShdw>
              </a:effectLst>
            </p:spPr>
            <p:style>
              <a:lnRef idx="0">
                <a:srgbClr val="000000"/>
              </a:lnRef>
              <a:fillRef idx="0">
                <a:srgbClr val="000000"/>
              </a:fillRef>
              <a:effectRef idx="0">
                <a:srgbClr val="000000"/>
              </a:effectRef>
              <a:fontRef idx="minor">
                <a:srgbClr val="000000"/>
              </a:fontRef>
            </p:style>
            <p:txBody>
              <a:bodyPr anchor="ctr" bIns="39600" tIns="39600">
                <a:noAutofit/>
              </a:bodyPr>
              <a:p>
                <a:pPr algn="ctr"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sz="1800" lang="en-US" strike="noStrike" u="none">
                  <a:solidFill>
                    <a:srgbClr val="000000"/>
                  </a:solidFill>
                  <a:effectLst/>
                  <a:latin typeface="OpenSymbol"/>
                </a:endParaRPr>
              </a:p>
            </p:txBody>
          </p:sp>
        </p:grpSp>
        <p:grpSp>
          <p:nvGrpSpPr>
            <p:cNvPr id="111" name="Google Shape;3347;p37"/>
            <p:cNvGrpSpPr/>
            <p:nvPr/>
          </p:nvGrpSpPr>
          <p:grpSpPr>
            <a:xfrm>
              <a:off x="1599480" y="-980640"/>
              <a:ext cx="142920" cy="2454120"/>
              <a:chOff x="1599480" y="-980640"/>
              <a:chExt cx="142920" cy="2454120"/>
            </a:xfrm>
          </p:grpSpPr>
          <p:sp>
            <p:nvSpPr>
              <p:cNvPr id="1049006" name="Google Shape;3348;p37"/>
              <p:cNvSpPr/>
              <p:nvPr/>
            </p:nvSpPr>
            <p:spPr>
              <a:xfrm>
                <a:off x="1599480" y="1330560"/>
                <a:ext cx="142920" cy="142920"/>
              </a:xfrm>
              <a:prstGeom prst="rect"/>
              <a:noFill/>
              <a:ln w="0">
                <a:noFill/>
              </a:ln>
            </p:spPr>
            <p:style>
              <a:lnRef idx="0">
                <a:srgbClr val="000000"/>
              </a:lnRef>
              <a:fillRef idx="0">
                <a:srgbClr val="000000"/>
              </a:fillRef>
              <a:effectRef idx="0">
                <a:srgbClr val="000000"/>
              </a:effectRef>
              <a:fontRef idx="minor">
                <a:srgbClr val="000000"/>
              </a:fontRef>
            </p:style>
            <p:txBody>
              <a:bodyPr anchor="ctr" bIns="71640" tIns="71640">
                <a:noAutofit/>
              </a:bodyPr>
              <a:p>
                <a:pPr algn="ctr"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sz="1800" lang="en-US" strike="noStrike" u="none">
                  <a:solidFill>
                    <a:srgbClr val="FFFFFF"/>
                  </a:solidFill>
                  <a:effectLst/>
                  <a:latin typeface="OpenSymbol"/>
                </a:endParaRPr>
              </a:p>
            </p:txBody>
          </p:sp>
          <p:sp>
            <p:nvSpPr>
              <p:cNvPr id="1049007" name="Google Shape;3349;p37"/>
              <p:cNvSpPr/>
              <p:nvPr/>
            </p:nvSpPr>
            <p:spPr>
              <a:xfrm>
                <a:off x="1608120" y="1119600"/>
                <a:ext cx="126000" cy="126360"/>
              </a:xfrm>
              <a:prstGeom prst="rect"/>
              <a:solidFill>
                <a:srgbClr val="009F8C">
                  <a:alpha val="5000"/>
                </a:srgbClr>
              </a:solidFill>
              <a:ln w="0">
                <a:noFill/>
              </a:ln>
            </p:spPr>
            <p:style>
              <a:lnRef idx="0">
                <a:srgbClr val="000000"/>
              </a:lnRef>
              <a:fillRef idx="0">
                <a:srgbClr val="000000"/>
              </a:fillRef>
              <a:effectRef idx="0">
                <a:srgbClr val="000000"/>
              </a:effectRef>
              <a:fontRef idx="minor">
                <a:srgbClr val="000000"/>
              </a:fontRef>
            </p:style>
            <p:txBody>
              <a:bodyPr anchor="ctr" bIns="63360" tIns="63360">
                <a:noAutofit/>
              </a:bodyPr>
              <a:p>
                <a:pPr algn="ctr"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sz="1800" lang="en-US" strike="noStrike" u="none">
                  <a:solidFill>
                    <a:srgbClr val="FFFFFF"/>
                  </a:solidFill>
                  <a:effectLst/>
                  <a:latin typeface="OpenSymbol"/>
                </a:endParaRPr>
              </a:p>
            </p:txBody>
          </p:sp>
          <p:sp>
            <p:nvSpPr>
              <p:cNvPr id="1049008" name="Google Shape;3350;p37"/>
              <p:cNvSpPr/>
              <p:nvPr/>
            </p:nvSpPr>
            <p:spPr>
              <a:xfrm>
                <a:off x="1608120" y="909000"/>
                <a:ext cx="126000" cy="126360"/>
              </a:xfrm>
              <a:prstGeom prst="rect"/>
              <a:solidFill>
                <a:srgbClr val="009F8C">
                  <a:alpha val="10000"/>
                </a:srgbClr>
              </a:solidFill>
              <a:ln w="0">
                <a:noFill/>
              </a:ln>
            </p:spPr>
            <p:style>
              <a:lnRef idx="0">
                <a:srgbClr val="000000"/>
              </a:lnRef>
              <a:fillRef idx="0">
                <a:srgbClr val="000000"/>
              </a:fillRef>
              <a:effectRef idx="0">
                <a:srgbClr val="000000"/>
              </a:effectRef>
              <a:fontRef idx="minor">
                <a:srgbClr val="000000"/>
              </a:fontRef>
            </p:style>
            <p:txBody>
              <a:bodyPr anchor="ctr" bIns="63360" tIns="63360">
                <a:noAutofit/>
              </a:bodyPr>
              <a:p>
                <a:pPr algn="ctr"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sz="1800" lang="en-US" strike="noStrike" u="none">
                  <a:solidFill>
                    <a:srgbClr val="FFFFFF"/>
                  </a:solidFill>
                  <a:effectLst/>
                  <a:latin typeface="OpenSymbol"/>
                </a:endParaRPr>
              </a:p>
            </p:txBody>
          </p:sp>
          <p:sp>
            <p:nvSpPr>
              <p:cNvPr id="1049009" name="Google Shape;3351;p37"/>
              <p:cNvSpPr/>
              <p:nvPr/>
            </p:nvSpPr>
            <p:spPr>
              <a:xfrm>
                <a:off x="1608120" y="698040"/>
                <a:ext cx="126000" cy="126360"/>
              </a:xfrm>
              <a:prstGeom prst="rect"/>
              <a:solidFill>
                <a:srgbClr val="009F8C">
                  <a:alpha val="20000"/>
                </a:srgbClr>
              </a:solidFill>
              <a:ln w="0">
                <a:noFill/>
              </a:ln>
            </p:spPr>
            <p:style>
              <a:lnRef idx="0">
                <a:srgbClr val="000000"/>
              </a:lnRef>
              <a:fillRef idx="0">
                <a:srgbClr val="000000"/>
              </a:fillRef>
              <a:effectRef idx="0">
                <a:srgbClr val="000000"/>
              </a:effectRef>
              <a:fontRef idx="minor">
                <a:srgbClr val="000000"/>
              </a:fontRef>
            </p:style>
            <p:txBody>
              <a:bodyPr anchor="ctr" bIns="63360" tIns="63360">
                <a:noAutofit/>
              </a:bodyPr>
              <a:p>
                <a:pPr algn="ctr"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sz="1800" lang="en-US" strike="noStrike" u="none">
                  <a:solidFill>
                    <a:srgbClr val="FFFFFF"/>
                  </a:solidFill>
                  <a:effectLst/>
                  <a:latin typeface="OpenSymbol"/>
                </a:endParaRPr>
              </a:p>
            </p:txBody>
          </p:sp>
          <p:sp>
            <p:nvSpPr>
              <p:cNvPr id="1049010" name="Google Shape;3352;p37"/>
              <p:cNvSpPr/>
              <p:nvPr/>
            </p:nvSpPr>
            <p:spPr>
              <a:xfrm>
                <a:off x="1612440" y="487440"/>
                <a:ext cx="117360" cy="117720"/>
              </a:xfrm>
              <a:prstGeom prst="rect"/>
              <a:solidFill>
                <a:srgbClr val="009F8C">
                  <a:alpha val="30000"/>
                </a:srgbClr>
              </a:solidFill>
              <a:ln w="0">
                <a:noFill/>
              </a:ln>
            </p:spPr>
            <p:style>
              <a:lnRef idx="0">
                <a:srgbClr val="000000"/>
              </a:lnRef>
              <a:fillRef idx="0">
                <a:srgbClr val="000000"/>
              </a:fillRef>
              <a:effectRef idx="0">
                <a:srgbClr val="000000"/>
              </a:effectRef>
              <a:fontRef idx="minor">
                <a:srgbClr val="000000"/>
              </a:fontRef>
            </p:style>
            <p:txBody>
              <a:bodyPr anchor="ctr" bIns="59040" tIns="59040">
                <a:noAutofit/>
              </a:bodyPr>
              <a:p>
                <a:pPr algn="ctr"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sz="1800" lang="en-US" strike="noStrike" u="none">
                  <a:solidFill>
                    <a:srgbClr val="FFFFFF"/>
                  </a:solidFill>
                  <a:effectLst/>
                  <a:latin typeface="OpenSymbol"/>
                </a:endParaRPr>
              </a:p>
            </p:txBody>
          </p:sp>
          <p:sp>
            <p:nvSpPr>
              <p:cNvPr id="1049011" name="Google Shape;3353;p37"/>
              <p:cNvSpPr/>
              <p:nvPr/>
            </p:nvSpPr>
            <p:spPr>
              <a:xfrm>
                <a:off x="1612440" y="276840"/>
                <a:ext cx="117360" cy="117720"/>
              </a:xfrm>
              <a:prstGeom prst="rect"/>
              <a:solidFill>
                <a:srgbClr val="009F8C">
                  <a:alpha val="40000"/>
                </a:srgbClr>
              </a:solidFill>
              <a:ln w="0">
                <a:noFill/>
              </a:ln>
            </p:spPr>
            <p:style>
              <a:lnRef idx="0">
                <a:srgbClr val="000000"/>
              </a:lnRef>
              <a:fillRef idx="0">
                <a:srgbClr val="000000"/>
              </a:fillRef>
              <a:effectRef idx="0">
                <a:srgbClr val="000000"/>
              </a:effectRef>
              <a:fontRef idx="minor">
                <a:srgbClr val="000000"/>
              </a:fontRef>
            </p:style>
            <p:txBody>
              <a:bodyPr anchor="ctr" bIns="59040" tIns="59040">
                <a:noAutofit/>
              </a:bodyPr>
              <a:p>
                <a:pPr algn="ctr"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sz="1800" lang="en-US" strike="noStrike" u="none">
                  <a:solidFill>
                    <a:srgbClr val="FFFFFF"/>
                  </a:solidFill>
                  <a:effectLst/>
                  <a:latin typeface="OpenSymbol"/>
                </a:endParaRPr>
              </a:p>
            </p:txBody>
          </p:sp>
          <p:sp>
            <p:nvSpPr>
              <p:cNvPr id="1049012" name="Google Shape;3354;p37"/>
              <p:cNvSpPr/>
              <p:nvPr/>
            </p:nvSpPr>
            <p:spPr>
              <a:xfrm>
                <a:off x="1614600" y="65880"/>
                <a:ext cx="113040" cy="113040"/>
              </a:xfrm>
              <a:prstGeom prst="rect"/>
              <a:solidFill>
                <a:srgbClr val="009F8C">
                  <a:alpha val="50000"/>
                </a:srgbClr>
              </a:solidFill>
              <a:ln w="0">
                <a:noFill/>
              </a:ln>
            </p:spPr>
            <p:style>
              <a:lnRef idx="0">
                <a:srgbClr val="000000"/>
              </a:lnRef>
              <a:fillRef idx="0">
                <a:srgbClr val="000000"/>
              </a:fillRef>
              <a:effectRef idx="0">
                <a:srgbClr val="000000"/>
              </a:effectRef>
              <a:fontRef idx="minor">
                <a:srgbClr val="000000"/>
              </a:fontRef>
            </p:style>
            <p:txBody>
              <a:bodyPr anchor="ctr" bIns="56520" tIns="56520">
                <a:noAutofit/>
              </a:bodyPr>
              <a:p>
                <a:pPr algn="ctr"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sz="1800" lang="en-US" strike="noStrike" u="none">
                  <a:solidFill>
                    <a:srgbClr val="FFFFFF"/>
                  </a:solidFill>
                  <a:effectLst/>
                  <a:latin typeface="OpenSymbol"/>
                </a:endParaRPr>
              </a:p>
            </p:txBody>
          </p:sp>
          <p:sp>
            <p:nvSpPr>
              <p:cNvPr id="1049013" name="Google Shape;3355;p37"/>
              <p:cNvSpPr/>
              <p:nvPr/>
            </p:nvSpPr>
            <p:spPr>
              <a:xfrm>
                <a:off x="1616760" y="-144720"/>
                <a:ext cx="108720" cy="108720"/>
              </a:xfrm>
              <a:prstGeom prst="rect"/>
              <a:solidFill>
                <a:srgbClr val="009F8C">
                  <a:alpha val="55000"/>
                </a:srgbClr>
              </a:solidFill>
              <a:ln w="0">
                <a:noFill/>
              </a:ln>
            </p:spPr>
            <p:style>
              <a:lnRef idx="0">
                <a:srgbClr val="000000"/>
              </a:lnRef>
              <a:fillRef idx="0">
                <a:srgbClr val="000000"/>
              </a:fillRef>
              <a:effectRef idx="0">
                <a:srgbClr val="000000"/>
              </a:effectRef>
              <a:fontRef idx="minor">
                <a:srgbClr val="000000"/>
              </a:fontRef>
            </p:style>
            <p:txBody>
              <a:bodyPr anchor="ctr" bIns="54360" tIns="54360">
                <a:noAutofit/>
              </a:bodyPr>
              <a:p>
                <a:pPr algn="ctr"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sz="1800" lang="en-US" strike="noStrike" u="none">
                  <a:solidFill>
                    <a:srgbClr val="FFFFFF"/>
                  </a:solidFill>
                  <a:effectLst/>
                  <a:latin typeface="OpenSymbol"/>
                </a:endParaRPr>
              </a:p>
            </p:txBody>
          </p:sp>
          <p:sp>
            <p:nvSpPr>
              <p:cNvPr id="1049014" name="Google Shape;3356;p37"/>
              <p:cNvSpPr/>
              <p:nvPr/>
            </p:nvSpPr>
            <p:spPr>
              <a:xfrm>
                <a:off x="1621800" y="-351000"/>
                <a:ext cx="98640" cy="98640"/>
              </a:xfrm>
              <a:prstGeom prst="rect"/>
              <a:solidFill>
                <a:srgbClr val="009F8C">
                  <a:alpha val="60000"/>
                </a:srgbClr>
              </a:solidFill>
              <a:ln w="0">
                <a:noFill/>
              </a:ln>
            </p:spPr>
            <p:style>
              <a:lnRef idx="0">
                <a:srgbClr val="000000"/>
              </a:lnRef>
              <a:fillRef idx="0">
                <a:srgbClr val="000000"/>
              </a:fillRef>
              <a:effectRef idx="0">
                <a:srgbClr val="000000"/>
              </a:effectRef>
              <a:fontRef idx="minor">
                <a:srgbClr val="000000"/>
              </a:fontRef>
            </p:style>
            <p:txBody>
              <a:bodyPr anchor="ctr" bIns="49320" tIns="49320">
                <a:noAutofit/>
              </a:bodyPr>
              <a:p>
                <a:pPr algn="ctr"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sz="1800" lang="en-US" strike="noStrike" u="none">
                  <a:solidFill>
                    <a:srgbClr val="FFFFFF"/>
                  </a:solidFill>
                  <a:effectLst/>
                  <a:latin typeface="OpenSymbol"/>
                </a:endParaRPr>
              </a:p>
            </p:txBody>
          </p:sp>
          <p:sp>
            <p:nvSpPr>
              <p:cNvPr id="1049015" name="Google Shape;3357;p37"/>
              <p:cNvSpPr/>
              <p:nvPr/>
            </p:nvSpPr>
            <p:spPr>
              <a:xfrm>
                <a:off x="1626480" y="-557280"/>
                <a:ext cx="88920" cy="88920"/>
              </a:xfrm>
              <a:prstGeom prst="rect"/>
              <a:solidFill>
                <a:srgbClr val="009F8C">
                  <a:alpha val="65000"/>
                </a:srgbClr>
              </a:solidFill>
              <a:ln w="0">
                <a:noFill/>
              </a:ln>
            </p:spPr>
            <p:style>
              <a:lnRef idx="0">
                <a:srgbClr val="000000"/>
              </a:lnRef>
              <a:fillRef idx="0">
                <a:srgbClr val="000000"/>
              </a:fillRef>
              <a:effectRef idx="0">
                <a:srgbClr val="000000"/>
              </a:effectRef>
              <a:fontRef idx="minor">
                <a:srgbClr val="000000"/>
              </a:fontRef>
            </p:style>
            <p:txBody>
              <a:bodyPr anchor="ctr" bIns="44640" tIns="44640">
                <a:noAutofit/>
              </a:bodyPr>
              <a:p>
                <a:pPr algn="ctr"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sz="1800" lang="en-US" strike="noStrike" u="none">
                  <a:solidFill>
                    <a:srgbClr val="FFFFFF"/>
                  </a:solidFill>
                  <a:effectLst/>
                  <a:latin typeface="OpenSymbol"/>
                </a:endParaRPr>
              </a:p>
            </p:txBody>
          </p:sp>
          <p:sp>
            <p:nvSpPr>
              <p:cNvPr id="1049016" name="Google Shape;3358;p37"/>
              <p:cNvSpPr/>
              <p:nvPr/>
            </p:nvSpPr>
            <p:spPr>
              <a:xfrm>
                <a:off x="1626480" y="-763200"/>
                <a:ext cx="88920" cy="88920"/>
              </a:xfrm>
              <a:prstGeom prst="rect"/>
              <a:solidFill>
                <a:srgbClr val="009F8C">
                  <a:alpha val="70000"/>
                </a:srgbClr>
              </a:solidFill>
              <a:ln w="0">
                <a:noFill/>
              </a:ln>
            </p:spPr>
            <p:style>
              <a:lnRef idx="0">
                <a:srgbClr val="000000"/>
              </a:lnRef>
              <a:fillRef idx="0">
                <a:srgbClr val="000000"/>
              </a:fillRef>
              <a:effectRef idx="0">
                <a:srgbClr val="000000"/>
              </a:effectRef>
              <a:fontRef idx="minor">
                <a:srgbClr val="000000"/>
              </a:fontRef>
            </p:style>
            <p:txBody>
              <a:bodyPr anchor="ctr" bIns="44640" tIns="44640">
                <a:noAutofit/>
              </a:bodyPr>
              <a:p>
                <a:pPr algn="ctr"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sz="1800" lang="en-US" strike="noStrike" u="none">
                  <a:solidFill>
                    <a:srgbClr val="FFFFFF"/>
                  </a:solidFill>
                  <a:effectLst/>
                  <a:latin typeface="OpenSymbol"/>
                </a:endParaRPr>
              </a:p>
            </p:txBody>
          </p:sp>
          <p:sp>
            <p:nvSpPr>
              <p:cNvPr id="1049017" name="Google Shape;3359;p37"/>
              <p:cNvSpPr/>
              <p:nvPr/>
            </p:nvSpPr>
            <p:spPr>
              <a:xfrm>
                <a:off x="1631520" y="-980640"/>
                <a:ext cx="79200" cy="79200"/>
              </a:xfrm>
              <a:prstGeom prst="rect"/>
              <a:solidFill>
                <a:srgbClr val="009F8C">
                  <a:alpha val="80000"/>
                </a:srgbClr>
              </a:solidFill>
              <a:ln w="0">
                <a:noFill/>
              </a:ln>
            </p:spPr>
            <p:style>
              <a:lnRef idx="0">
                <a:srgbClr val="000000"/>
              </a:lnRef>
              <a:fillRef idx="0">
                <a:srgbClr val="000000"/>
              </a:fillRef>
              <a:effectRef idx="0">
                <a:srgbClr val="000000"/>
              </a:effectRef>
              <a:fontRef idx="minor">
                <a:srgbClr val="000000"/>
              </a:fontRef>
            </p:style>
            <p:txBody>
              <a:bodyPr anchor="ctr" bIns="39600" tIns="39600">
                <a:noAutofit/>
              </a:bodyPr>
              <a:p>
                <a:pPr algn="ctr"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sz="1800" lang="en-US" strike="noStrike" u="none">
                  <a:solidFill>
                    <a:srgbClr val="FFFFFF"/>
                  </a:solidFill>
                  <a:effectLst/>
                  <a:latin typeface="OpenSymbol"/>
                </a:endParaRPr>
              </a:p>
            </p:txBody>
          </p:sp>
        </p:grpSp>
      </p:grpSp>
      <p:grpSp>
        <p:nvGrpSpPr>
          <p:cNvPr id="112" name="Google Shape;3360;p37"/>
          <p:cNvGrpSpPr/>
          <p:nvPr/>
        </p:nvGrpSpPr>
        <p:grpSpPr>
          <a:xfrm>
            <a:off x="1046160" y="2149560"/>
            <a:ext cx="142920" cy="2454120"/>
            <a:chOff x="1046160" y="2149560"/>
            <a:chExt cx="142920" cy="2454120"/>
          </a:xfrm>
        </p:grpSpPr>
        <p:grpSp>
          <p:nvGrpSpPr>
            <p:cNvPr id="113" name="Google Shape;3361;p37"/>
            <p:cNvGrpSpPr/>
            <p:nvPr/>
          </p:nvGrpSpPr>
          <p:grpSpPr>
            <a:xfrm>
              <a:off x="1046160" y="2149560"/>
              <a:ext cx="142920" cy="2454120"/>
              <a:chOff x="1046160" y="2149560"/>
              <a:chExt cx="142920" cy="2454120"/>
            </a:xfrm>
          </p:grpSpPr>
          <p:sp>
            <p:nvSpPr>
              <p:cNvPr id="1049018" name="Google Shape;3362;p37"/>
              <p:cNvSpPr/>
              <p:nvPr/>
            </p:nvSpPr>
            <p:spPr>
              <a:xfrm>
                <a:off x="1046160" y="4460760"/>
                <a:ext cx="142920" cy="142920"/>
              </a:xfrm>
              <a:prstGeom prst="rect"/>
              <a:gradFill rotWithShape="0">
                <a:gsLst>
                  <a:gs pos="0">
                    <a:srgbClr val="B6F8F0"/>
                  </a:gs>
                  <a:gs pos="100000">
                    <a:srgbClr val="7DF3E5"/>
                  </a:gs>
                </a:gsLst>
                <a:lin ang="2700000"/>
              </a:gradFill>
              <a:ln w="0">
                <a:noFill/>
              </a:ln>
              <a:effectLst>
                <a:outerShdw algn="bl" blurRad="185760" rotWithShape="0">
                  <a:schemeClr val="dk1">
                    <a:alpha val="31000"/>
                  </a:schemeClr>
                </a:outerShdw>
              </a:effectLst>
            </p:spPr>
            <p:style>
              <a:lnRef idx="0">
                <a:srgbClr val="000000"/>
              </a:lnRef>
              <a:fillRef idx="0">
                <a:srgbClr val="000000"/>
              </a:fillRef>
              <a:effectRef idx="0">
                <a:srgbClr val="000000"/>
              </a:effectRef>
              <a:fontRef idx="minor">
                <a:srgbClr val="000000"/>
              </a:fontRef>
            </p:style>
            <p:txBody>
              <a:bodyPr anchor="ctr" bIns="71640" tIns="71640">
                <a:noAutofit/>
              </a:bodyPr>
              <a:p>
                <a:pPr algn="ctr"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sz="1800" lang="en-US" strike="noStrike" u="none">
                  <a:solidFill>
                    <a:srgbClr val="000000"/>
                  </a:solidFill>
                  <a:effectLst/>
                  <a:latin typeface="OpenSymbol"/>
                </a:endParaRPr>
              </a:p>
            </p:txBody>
          </p:sp>
          <p:sp>
            <p:nvSpPr>
              <p:cNvPr id="1049019" name="Google Shape;3363;p37"/>
              <p:cNvSpPr/>
              <p:nvPr/>
            </p:nvSpPr>
            <p:spPr>
              <a:xfrm>
                <a:off x="1054800" y="4249800"/>
                <a:ext cx="126000" cy="126360"/>
              </a:xfrm>
              <a:prstGeom prst="rect"/>
              <a:gradFill rotWithShape="0">
                <a:gsLst>
                  <a:gs pos="0">
                    <a:srgbClr val="B6F8F0"/>
                  </a:gs>
                  <a:gs pos="100000">
                    <a:srgbClr val="7DF3E5"/>
                  </a:gs>
                </a:gsLst>
                <a:lin ang="2700000"/>
              </a:gradFill>
              <a:ln w="0">
                <a:noFill/>
              </a:ln>
              <a:effectLst>
                <a:outerShdw algn="bl" blurRad="185760" rotWithShape="0">
                  <a:schemeClr val="dk1">
                    <a:alpha val="31000"/>
                  </a:schemeClr>
                </a:outerShdw>
              </a:effectLst>
            </p:spPr>
            <p:style>
              <a:lnRef idx="0">
                <a:srgbClr val="000000"/>
              </a:lnRef>
              <a:fillRef idx="0">
                <a:srgbClr val="000000"/>
              </a:fillRef>
              <a:effectRef idx="0">
                <a:srgbClr val="000000"/>
              </a:effectRef>
              <a:fontRef idx="minor">
                <a:srgbClr val="000000"/>
              </a:fontRef>
            </p:style>
            <p:txBody>
              <a:bodyPr anchor="ctr" bIns="63360" tIns="63360">
                <a:noAutofit/>
              </a:bodyPr>
              <a:p>
                <a:pPr algn="ctr"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sz="1800" lang="en-US" strike="noStrike" u="none">
                  <a:solidFill>
                    <a:srgbClr val="000000"/>
                  </a:solidFill>
                  <a:effectLst/>
                  <a:latin typeface="OpenSymbol"/>
                </a:endParaRPr>
              </a:p>
            </p:txBody>
          </p:sp>
          <p:sp>
            <p:nvSpPr>
              <p:cNvPr id="1049020" name="Google Shape;3364;p37"/>
              <p:cNvSpPr/>
              <p:nvPr/>
            </p:nvSpPr>
            <p:spPr>
              <a:xfrm>
                <a:off x="1054800" y="4039200"/>
                <a:ext cx="126000" cy="126360"/>
              </a:xfrm>
              <a:prstGeom prst="rect"/>
              <a:gradFill rotWithShape="0">
                <a:gsLst>
                  <a:gs pos="0">
                    <a:srgbClr val="B6F8F0"/>
                  </a:gs>
                  <a:gs pos="100000">
                    <a:srgbClr val="7DF3E5"/>
                  </a:gs>
                </a:gsLst>
                <a:lin ang="2700000"/>
              </a:gradFill>
              <a:ln w="0">
                <a:noFill/>
              </a:ln>
              <a:effectLst>
                <a:outerShdw algn="bl" blurRad="185760" rotWithShape="0">
                  <a:schemeClr val="dk1">
                    <a:alpha val="31000"/>
                  </a:schemeClr>
                </a:outerShdw>
              </a:effectLst>
            </p:spPr>
            <p:style>
              <a:lnRef idx="0">
                <a:srgbClr val="000000"/>
              </a:lnRef>
              <a:fillRef idx="0">
                <a:srgbClr val="000000"/>
              </a:fillRef>
              <a:effectRef idx="0">
                <a:srgbClr val="000000"/>
              </a:effectRef>
              <a:fontRef idx="minor">
                <a:srgbClr val="000000"/>
              </a:fontRef>
            </p:style>
            <p:txBody>
              <a:bodyPr anchor="ctr" bIns="63360" tIns="63360">
                <a:noAutofit/>
              </a:bodyPr>
              <a:p>
                <a:pPr algn="ctr"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sz="1800" lang="en-US" strike="noStrike" u="none">
                  <a:solidFill>
                    <a:srgbClr val="000000"/>
                  </a:solidFill>
                  <a:effectLst/>
                  <a:latin typeface="OpenSymbol"/>
                </a:endParaRPr>
              </a:p>
            </p:txBody>
          </p:sp>
          <p:sp>
            <p:nvSpPr>
              <p:cNvPr id="1049021" name="Google Shape;3365;p37"/>
              <p:cNvSpPr/>
              <p:nvPr/>
            </p:nvSpPr>
            <p:spPr>
              <a:xfrm>
                <a:off x="1054800" y="3828600"/>
                <a:ext cx="126000" cy="126360"/>
              </a:xfrm>
              <a:prstGeom prst="rect"/>
              <a:gradFill rotWithShape="0">
                <a:gsLst>
                  <a:gs pos="0">
                    <a:srgbClr val="B6F8F0"/>
                  </a:gs>
                  <a:gs pos="100000">
                    <a:srgbClr val="7DF3E5"/>
                  </a:gs>
                </a:gsLst>
                <a:lin ang="2700000"/>
              </a:gradFill>
              <a:ln w="0">
                <a:noFill/>
              </a:ln>
              <a:effectLst>
                <a:outerShdw algn="bl" blurRad="185760" rotWithShape="0">
                  <a:schemeClr val="dk1">
                    <a:alpha val="31000"/>
                  </a:schemeClr>
                </a:outerShdw>
              </a:effectLst>
            </p:spPr>
            <p:style>
              <a:lnRef idx="0">
                <a:srgbClr val="000000"/>
              </a:lnRef>
              <a:fillRef idx="0">
                <a:srgbClr val="000000"/>
              </a:fillRef>
              <a:effectRef idx="0">
                <a:srgbClr val="000000"/>
              </a:effectRef>
              <a:fontRef idx="minor">
                <a:srgbClr val="000000"/>
              </a:fontRef>
            </p:style>
            <p:txBody>
              <a:bodyPr anchor="ctr" bIns="63360" tIns="63360">
                <a:noAutofit/>
              </a:bodyPr>
              <a:p>
                <a:pPr algn="ctr"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sz="1800" lang="en-US" strike="noStrike" u="none">
                  <a:solidFill>
                    <a:srgbClr val="000000"/>
                  </a:solidFill>
                  <a:effectLst/>
                  <a:latin typeface="OpenSymbol"/>
                </a:endParaRPr>
              </a:p>
            </p:txBody>
          </p:sp>
          <p:sp>
            <p:nvSpPr>
              <p:cNvPr id="1049022" name="Google Shape;3366;p37"/>
              <p:cNvSpPr/>
              <p:nvPr/>
            </p:nvSpPr>
            <p:spPr>
              <a:xfrm>
                <a:off x="1059120" y="3617640"/>
                <a:ext cx="117360" cy="117720"/>
              </a:xfrm>
              <a:prstGeom prst="rect"/>
              <a:gradFill rotWithShape="0">
                <a:gsLst>
                  <a:gs pos="0">
                    <a:srgbClr val="B6F8F0"/>
                  </a:gs>
                  <a:gs pos="100000">
                    <a:srgbClr val="7DF3E5"/>
                  </a:gs>
                </a:gsLst>
                <a:lin ang="2700000"/>
              </a:gradFill>
              <a:ln w="0">
                <a:noFill/>
              </a:ln>
              <a:effectLst>
                <a:outerShdw algn="bl" blurRad="185760" rotWithShape="0">
                  <a:schemeClr val="dk1">
                    <a:alpha val="31000"/>
                  </a:schemeClr>
                </a:outerShdw>
              </a:effectLst>
            </p:spPr>
            <p:style>
              <a:lnRef idx="0">
                <a:srgbClr val="000000"/>
              </a:lnRef>
              <a:fillRef idx="0">
                <a:srgbClr val="000000"/>
              </a:fillRef>
              <a:effectRef idx="0">
                <a:srgbClr val="000000"/>
              </a:effectRef>
              <a:fontRef idx="minor">
                <a:srgbClr val="000000"/>
              </a:fontRef>
            </p:style>
            <p:txBody>
              <a:bodyPr anchor="ctr" bIns="59040" tIns="59040">
                <a:noAutofit/>
              </a:bodyPr>
              <a:p>
                <a:pPr algn="ctr"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sz="1800" lang="en-US" strike="noStrike" u="none">
                  <a:solidFill>
                    <a:srgbClr val="000000"/>
                  </a:solidFill>
                  <a:effectLst/>
                  <a:latin typeface="OpenSymbol"/>
                </a:endParaRPr>
              </a:p>
            </p:txBody>
          </p:sp>
          <p:sp>
            <p:nvSpPr>
              <p:cNvPr id="1049023" name="Google Shape;3367;p37"/>
              <p:cNvSpPr/>
              <p:nvPr/>
            </p:nvSpPr>
            <p:spPr>
              <a:xfrm>
                <a:off x="1059120" y="3407040"/>
                <a:ext cx="117360" cy="117720"/>
              </a:xfrm>
              <a:prstGeom prst="rect"/>
              <a:gradFill rotWithShape="0">
                <a:gsLst>
                  <a:gs pos="0">
                    <a:srgbClr val="B6F8F0"/>
                  </a:gs>
                  <a:gs pos="100000">
                    <a:srgbClr val="7DF3E5"/>
                  </a:gs>
                </a:gsLst>
                <a:lin ang="2700000"/>
              </a:gradFill>
              <a:ln w="0">
                <a:noFill/>
              </a:ln>
              <a:effectLst>
                <a:outerShdw algn="bl" blurRad="185760" rotWithShape="0">
                  <a:schemeClr val="dk1">
                    <a:alpha val="31000"/>
                  </a:schemeClr>
                </a:outerShdw>
              </a:effectLst>
            </p:spPr>
            <p:style>
              <a:lnRef idx="0">
                <a:srgbClr val="000000"/>
              </a:lnRef>
              <a:fillRef idx="0">
                <a:srgbClr val="000000"/>
              </a:fillRef>
              <a:effectRef idx="0">
                <a:srgbClr val="000000"/>
              </a:effectRef>
              <a:fontRef idx="minor">
                <a:srgbClr val="000000"/>
              </a:fontRef>
            </p:style>
            <p:txBody>
              <a:bodyPr anchor="ctr" bIns="59040" tIns="59040">
                <a:noAutofit/>
              </a:bodyPr>
              <a:p>
                <a:pPr algn="ctr"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sz="1800" lang="en-US" strike="noStrike" u="none">
                  <a:solidFill>
                    <a:srgbClr val="000000"/>
                  </a:solidFill>
                  <a:effectLst/>
                  <a:latin typeface="OpenSymbol"/>
                </a:endParaRPr>
              </a:p>
            </p:txBody>
          </p:sp>
          <p:sp>
            <p:nvSpPr>
              <p:cNvPr id="1049024" name="Google Shape;3368;p37"/>
              <p:cNvSpPr/>
              <p:nvPr/>
            </p:nvSpPr>
            <p:spPr>
              <a:xfrm>
                <a:off x="1060920" y="3196080"/>
                <a:ext cx="113040" cy="113040"/>
              </a:xfrm>
              <a:prstGeom prst="rect"/>
              <a:gradFill rotWithShape="0">
                <a:gsLst>
                  <a:gs pos="0">
                    <a:srgbClr val="B6F8F0"/>
                  </a:gs>
                  <a:gs pos="100000">
                    <a:srgbClr val="7DF3E5"/>
                  </a:gs>
                </a:gsLst>
                <a:lin ang="2700000"/>
              </a:gradFill>
              <a:ln w="0">
                <a:noFill/>
              </a:ln>
              <a:effectLst>
                <a:outerShdw algn="bl" blurRad="185760" rotWithShape="0">
                  <a:schemeClr val="dk1">
                    <a:alpha val="31000"/>
                  </a:schemeClr>
                </a:outerShdw>
              </a:effectLst>
            </p:spPr>
            <p:style>
              <a:lnRef idx="0">
                <a:srgbClr val="000000"/>
              </a:lnRef>
              <a:fillRef idx="0">
                <a:srgbClr val="000000"/>
              </a:fillRef>
              <a:effectRef idx="0">
                <a:srgbClr val="000000"/>
              </a:effectRef>
              <a:fontRef idx="minor">
                <a:srgbClr val="000000"/>
              </a:fontRef>
            </p:style>
            <p:txBody>
              <a:bodyPr anchor="ctr" bIns="56520" tIns="56520">
                <a:noAutofit/>
              </a:bodyPr>
              <a:p>
                <a:pPr algn="ctr"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sz="1800" lang="en-US" strike="noStrike" u="none">
                  <a:solidFill>
                    <a:srgbClr val="000000"/>
                  </a:solidFill>
                  <a:effectLst/>
                  <a:latin typeface="OpenSymbol"/>
                </a:endParaRPr>
              </a:p>
            </p:txBody>
          </p:sp>
          <p:sp>
            <p:nvSpPr>
              <p:cNvPr id="1049025" name="Google Shape;3369;p37"/>
              <p:cNvSpPr/>
              <p:nvPr/>
            </p:nvSpPr>
            <p:spPr>
              <a:xfrm>
                <a:off x="1063440" y="2985480"/>
                <a:ext cx="108720" cy="108720"/>
              </a:xfrm>
              <a:prstGeom prst="rect"/>
              <a:gradFill rotWithShape="0">
                <a:gsLst>
                  <a:gs pos="0">
                    <a:srgbClr val="B6F8F0"/>
                  </a:gs>
                  <a:gs pos="100000">
                    <a:srgbClr val="7DF3E5"/>
                  </a:gs>
                </a:gsLst>
                <a:lin ang="2700000"/>
              </a:gradFill>
              <a:ln w="0">
                <a:noFill/>
              </a:ln>
              <a:effectLst>
                <a:outerShdw algn="bl" blurRad="185760" rotWithShape="0">
                  <a:schemeClr val="dk1">
                    <a:alpha val="31000"/>
                  </a:schemeClr>
                </a:outerShdw>
              </a:effectLst>
            </p:spPr>
            <p:style>
              <a:lnRef idx="0">
                <a:srgbClr val="000000"/>
              </a:lnRef>
              <a:fillRef idx="0">
                <a:srgbClr val="000000"/>
              </a:fillRef>
              <a:effectRef idx="0">
                <a:srgbClr val="000000"/>
              </a:effectRef>
              <a:fontRef idx="minor">
                <a:srgbClr val="000000"/>
              </a:fontRef>
            </p:style>
            <p:txBody>
              <a:bodyPr anchor="ctr" bIns="54360" tIns="54360">
                <a:noAutofit/>
              </a:bodyPr>
              <a:p>
                <a:pPr algn="ctr"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sz="1800" lang="en-US" strike="noStrike" u="none">
                  <a:solidFill>
                    <a:srgbClr val="000000"/>
                  </a:solidFill>
                  <a:effectLst/>
                  <a:latin typeface="OpenSymbol"/>
                </a:endParaRPr>
              </a:p>
            </p:txBody>
          </p:sp>
          <p:sp>
            <p:nvSpPr>
              <p:cNvPr id="1049026" name="Google Shape;3370;p37"/>
              <p:cNvSpPr/>
              <p:nvPr/>
            </p:nvSpPr>
            <p:spPr>
              <a:xfrm>
                <a:off x="1068120" y="2779200"/>
                <a:ext cx="98640" cy="98640"/>
              </a:xfrm>
              <a:prstGeom prst="rect"/>
              <a:gradFill rotWithShape="0">
                <a:gsLst>
                  <a:gs pos="0">
                    <a:srgbClr val="B6F8F0"/>
                  </a:gs>
                  <a:gs pos="100000">
                    <a:srgbClr val="7DF3E5"/>
                  </a:gs>
                </a:gsLst>
                <a:lin ang="2700000"/>
              </a:gradFill>
              <a:ln w="0">
                <a:noFill/>
              </a:ln>
              <a:effectLst>
                <a:outerShdw algn="bl" blurRad="185760" rotWithShape="0">
                  <a:schemeClr val="dk1">
                    <a:alpha val="31000"/>
                  </a:schemeClr>
                </a:outerShdw>
              </a:effectLst>
            </p:spPr>
            <p:style>
              <a:lnRef idx="0">
                <a:srgbClr val="000000"/>
              </a:lnRef>
              <a:fillRef idx="0">
                <a:srgbClr val="000000"/>
              </a:fillRef>
              <a:effectRef idx="0">
                <a:srgbClr val="000000"/>
              </a:effectRef>
              <a:fontRef idx="minor">
                <a:srgbClr val="000000"/>
              </a:fontRef>
            </p:style>
            <p:txBody>
              <a:bodyPr anchor="ctr" bIns="49320" tIns="49320">
                <a:noAutofit/>
              </a:bodyPr>
              <a:p>
                <a:pPr algn="ctr"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sz="1800" lang="en-US" strike="noStrike" u="none">
                  <a:solidFill>
                    <a:srgbClr val="000000"/>
                  </a:solidFill>
                  <a:effectLst/>
                  <a:latin typeface="OpenSymbol"/>
                </a:endParaRPr>
              </a:p>
            </p:txBody>
          </p:sp>
          <p:sp>
            <p:nvSpPr>
              <p:cNvPr id="1049027" name="Google Shape;3371;p37"/>
              <p:cNvSpPr/>
              <p:nvPr/>
            </p:nvSpPr>
            <p:spPr>
              <a:xfrm>
                <a:off x="1073160" y="2572920"/>
                <a:ext cx="88920" cy="88920"/>
              </a:xfrm>
              <a:prstGeom prst="rect"/>
              <a:gradFill rotWithShape="0">
                <a:gsLst>
                  <a:gs pos="0">
                    <a:srgbClr val="B6F8F0"/>
                  </a:gs>
                  <a:gs pos="100000">
                    <a:srgbClr val="7DF3E5"/>
                  </a:gs>
                </a:gsLst>
                <a:lin ang="2700000"/>
              </a:gradFill>
              <a:ln w="0">
                <a:noFill/>
              </a:ln>
              <a:effectLst>
                <a:outerShdw algn="bl" blurRad="185760" rotWithShape="0">
                  <a:schemeClr val="dk1">
                    <a:alpha val="31000"/>
                  </a:schemeClr>
                </a:outerShdw>
              </a:effectLst>
            </p:spPr>
            <p:style>
              <a:lnRef idx="0">
                <a:srgbClr val="000000"/>
              </a:lnRef>
              <a:fillRef idx="0">
                <a:srgbClr val="000000"/>
              </a:fillRef>
              <a:effectRef idx="0">
                <a:srgbClr val="000000"/>
              </a:effectRef>
              <a:fontRef idx="minor">
                <a:srgbClr val="000000"/>
              </a:fontRef>
            </p:style>
            <p:txBody>
              <a:bodyPr anchor="ctr" bIns="44640" tIns="44640">
                <a:noAutofit/>
              </a:bodyPr>
              <a:p>
                <a:pPr algn="ctr"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sz="1800" lang="en-US" strike="noStrike" u="none">
                  <a:solidFill>
                    <a:srgbClr val="000000"/>
                  </a:solidFill>
                  <a:effectLst/>
                  <a:latin typeface="OpenSymbol"/>
                </a:endParaRPr>
              </a:p>
            </p:txBody>
          </p:sp>
          <p:sp>
            <p:nvSpPr>
              <p:cNvPr id="1049028" name="Google Shape;3372;p37"/>
              <p:cNvSpPr/>
              <p:nvPr/>
            </p:nvSpPr>
            <p:spPr>
              <a:xfrm>
                <a:off x="1073160" y="2367000"/>
                <a:ext cx="88920" cy="88920"/>
              </a:xfrm>
              <a:prstGeom prst="rect"/>
              <a:gradFill rotWithShape="0">
                <a:gsLst>
                  <a:gs pos="0">
                    <a:srgbClr val="B6F8F0"/>
                  </a:gs>
                  <a:gs pos="100000">
                    <a:srgbClr val="7DF3E5"/>
                  </a:gs>
                </a:gsLst>
                <a:lin ang="2700000"/>
              </a:gradFill>
              <a:ln w="0">
                <a:noFill/>
              </a:ln>
              <a:effectLst>
                <a:outerShdw algn="bl" blurRad="185760" rotWithShape="0">
                  <a:schemeClr val="dk1">
                    <a:alpha val="31000"/>
                  </a:schemeClr>
                </a:outerShdw>
              </a:effectLst>
            </p:spPr>
            <p:style>
              <a:lnRef idx="0">
                <a:srgbClr val="000000"/>
              </a:lnRef>
              <a:fillRef idx="0">
                <a:srgbClr val="000000"/>
              </a:fillRef>
              <a:effectRef idx="0">
                <a:srgbClr val="000000"/>
              </a:effectRef>
              <a:fontRef idx="minor">
                <a:srgbClr val="000000"/>
              </a:fontRef>
            </p:style>
            <p:txBody>
              <a:bodyPr anchor="ctr" bIns="44640" tIns="44640">
                <a:noAutofit/>
              </a:bodyPr>
              <a:p>
                <a:pPr algn="ctr"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sz="1800" lang="en-US" strike="noStrike" u="none">
                  <a:solidFill>
                    <a:srgbClr val="000000"/>
                  </a:solidFill>
                  <a:effectLst/>
                  <a:latin typeface="OpenSymbol"/>
                </a:endParaRPr>
              </a:p>
            </p:txBody>
          </p:sp>
          <p:sp>
            <p:nvSpPr>
              <p:cNvPr id="1049029" name="Google Shape;3373;p37"/>
              <p:cNvSpPr/>
              <p:nvPr/>
            </p:nvSpPr>
            <p:spPr>
              <a:xfrm>
                <a:off x="1078200" y="2149560"/>
                <a:ext cx="79200" cy="79200"/>
              </a:xfrm>
              <a:prstGeom prst="rect"/>
              <a:gradFill rotWithShape="0">
                <a:gsLst>
                  <a:gs pos="0">
                    <a:srgbClr val="B6F8F0"/>
                  </a:gs>
                  <a:gs pos="100000">
                    <a:srgbClr val="7DF3E5"/>
                  </a:gs>
                </a:gsLst>
                <a:lin ang="2700000"/>
              </a:gradFill>
              <a:ln w="0">
                <a:noFill/>
              </a:ln>
              <a:effectLst>
                <a:outerShdw algn="bl" blurRad="185760" rotWithShape="0">
                  <a:schemeClr val="dk1">
                    <a:alpha val="31000"/>
                  </a:schemeClr>
                </a:outerShdw>
              </a:effectLst>
            </p:spPr>
            <p:style>
              <a:lnRef idx="0">
                <a:srgbClr val="000000"/>
              </a:lnRef>
              <a:fillRef idx="0">
                <a:srgbClr val="000000"/>
              </a:fillRef>
              <a:effectRef idx="0">
                <a:srgbClr val="000000"/>
              </a:effectRef>
              <a:fontRef idx="minor">
                <a:srgbClr val="000000"/>
              </a:fontRef>
            </p:style>
            <p:txBody>
              <a:bodyPr anchor="ctr" bIns="39600" tIns="39600">
                <a:noAutofit/>
              </a:bodyPr>
              <a:p>
                <a:pPr algn="ctr"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sz="1800" lang="en-US" strike="noStrike" u="none">
                  <a:solidFill>
                    <a:srgbClr val="000000"/>
                  </a:solidFill>
                  <a:effectLst/>
                  <a:latin typeface="OpenSymbol"/>
                </a:endParaRPr>
              </a:p>
            </p:txBody>
          </p:sp>
        </p:grpSp>
        <p:grpSp>
          <p:nvGrpSpPr>
            <p:cNvPr id="114" name="Google Shape;3374;p37"/>
            <p:cNvGrpSpPr/>
            <p:nvPr/>
          </p:nvGrpSpPr>
          <p:grpSpPr>
            <a:xfrm>
              <a:off x="1046160" y="2149560"/>
              <a:ext cx="142920" cy="2454120"/>
              <a:chOff x="1046160" y="2149560"/>
              <a:chExt cx="142920" cy="2454120"/>
            </a:xfrm>
          </p:grpSpPr>
          <p:sp>
            <p:nvSpPr>
              <p:cNvPr id="1049030" name="Google Shape;3375;p37"/>
              <p:cNvSpPr/>
              <p:nvPr/>
            </p:nvSpPr>
            <p:spPr>
              <a:xfrm>
                <a:off x="1046160" y="4460760"/>
                <a:ext cx="142920" cy="142920"/>
              </a:xfrm>
              <a:prstGeom prst="rect"/>
              <a:noFill/>
              <a:ln w="0">
                <a:noFill/>
              </a:ln>
            </p:spPr>
            <p:style>
              <a:lnRef idx="0">
                <a:srgbClr val="000000"/>
              </a:lnRef>
              <a:fillRef idx="0">
                <a:srgbClr val="000000"/>
              </a:fillRef>
              <a:effectRef idx="0">
                <a:srgbClr val="000000"/>
              </a:effectRef>
              <a:fontRef idx="minor">
                <a:srgbClr val="000000"/>
              </a:fontRef>
            </p:style>
            <p:txBody>
              <a:bodyPr anchor="ctr" bIns="71640" tIns="71640">
                <a:noAutofit/>
              </a:bodyPr>
              <a:p>
                <a:pPr algn="ctr"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sz="1800" lang="en-US" strike="noStrike" u="none">
                  <a:solidFill>
                    <a:srgbClr val="FFFFFF"/>
                  </a:solidFill>
                  <a:effectLst/>
                  <a:latin typeface="OpenSymbol"/>
                </a:endParaRPr>
              </a:p>
            </p:txBody>
          </p:sp>
          <p:sp>
            <p:nvSpPr>
              <p:cNvPr id="1049031" name="Google Shape;3376;p37"/>
              <p:cNvSpPr/>
              <p:nvPr/>
            </p:nvSpPr>
            <p:spPr>
              <a:xfrm>
                <a:off x="1054800" y="4249800"/>
                <a:ext cx="126000" cy="126360"/>
              </a:xfrm>
              <a:prstGeom prst="rect"/>
              <a:solidFill>
                <a:srgbClr val="009F8C">
                  <a:alpha val="5000"/>
                </a:srgbClr>
              </a:solidFill>
              <a:ln w="0">
                <a:noFill/>
              </a:ln>
            </p:spPr>
            <p:style>
              <a:lnRef idx="0">
                <a:srgbClr val="000000"/>
              </a:lnRef>
              <a:fillRef idx="0">
                <a:srgbClr val="000000"/>
              </a:fillRef>
              <a:effectRef idx="0">
                <a:srgbClr val="000000"/>
              </a:effectRef>
              <a:fontRef idx="minor">
                <a:srgbClr val="000000"/>
              </a:fontRef>
            </p:style>
            <p:txBody>
              <a:bodyPr anchor="ctr" bIns="63360" tIns="63360">
                <a:noAutofit/>
              </a:bodyPr>
              <a:p>
                <a:pPr algn="ctr"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sz="1800" lang="en-US" strike="noStrike" u="none">
                  <a:solidFill>
                    <a:srgbClr val="FFFFFF"/>
                  </a:solidFill>
                  <a:effectLst/>
                  <a:latin typeface="OpenSymbol"/>
                </a:endParaRPr>
              </a:p>
            </p:txBody>
          </p:sp>
          <p:sp>
            <p:nvSpPr>
              <p:cNvPr id="1049032" name="Google Shape;3377;p37"/>
              <p:cNvSpPr/>
              <p:nvPr/>
            </p:nvSpPr>
            <p:spPr>
              <a:xfrm>
                <a:off x="1054800" y="4039200"/>
                <a:ext cx="126000" cy="126360"/>
              </a:xfrm>
              <a:prstGeom prst="rect"/>
              <a:solidFill>
                <a:srgbClr val="009F8C">
                  <a:alpha val="10000"/>
                </a:srgbClr>
              </a:solidFill>
              <a:ln w="0">
                <a:noFill/>
              </a:ln>
            </p:spPr>
            <p:style>
              <a:lnRef idx="0">
                <a:srgbClr val="000000"/>
              </a:lnRef>
              <a:fillRef idx="0">
                <a:srgbClr val="000000"/>
              </a:fillRef>
              <a:effectRef idx="0">
                <a:srgbClr val="000000"/>
              </a:effectRef>
              <a:fontRef idx="minor">
                <a:srgbClr val="000000"/>
              </a:fontRef>
            </p:style>
            <p:txBody>
              <a:bodyPr anchor="ctr" bIns="63360" tIns="63360">
                <a:noAutofit/>
              </a:bodyPr>
              <a:p>
                <a:pPr algn="ctr"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sz="1800" lang="en-US" strike="noStrike" u="none">
                  <a:solidFill>
                    <a:srgbClr val="FFFFFF"/>
                  </a:solidFill>
                  <a:effectLst/>
                  <a:latin typeface="OpenSymbol"/>
                </a:endParaRPr>
              </a:p>
            </p:txBody>
          </p:sp>
          <p:sp>
            <p:nvSpPr>
              <p:cNvPr id="1049033" name="Google Shape;3378;p37"/>
              <p:cNvSpPr/>
              <p:nvPr/>
            </p:nvSpPr>
            <p:spPr>
              <a:xfrm>
                <a:off x="1054800" y="3828600"/>
                <a:ext cx="126000" cy="126360"/>
              </a:xfrm>
              <a:prstGeom prst="rect"/>
              <a:solidFill>
                <a:srgbClr val="009F8C">
                  <a:alpha val="20000"/>
                </a:srgbClr>
              </a:solidFill>
              <a:ln w="0">
                <a:noFill/>
              </a:ln>
            </p:spPr>
            <p:style>
              <a:lnRef idx="0">
                <a:srgbClr val="000000"/>
              </a:lnRef>
              <a:fillRef idx="0">
                <a:srgbClr val="000000"/>
              </a:fillRef>
              <a:effectRef idx="0">
                <a:srgbClr val="000000"/>
              </a:effectRef>
              <a:fontRef idx="minor">
                <a:srgbClr val="000000"/>
              </a:fontRef>
            </p:style>
            <p:txBody>
              <a:bodyPr anchor="ctr" bIns="63360" tIns="63360">
                <a:noAutofit/>
              </a:bodyPr>
              <a:p>
                <a:pPr algn="ctr"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sz="1800" lang="en-US" strike="noStrike" u="none">
                  <a:solidFill>
                    <a:srgbClr val="FFFFFF"/>
                  </a:solidFill>
                  <a:effectLst/>
                  <a:latin typeface="OpenSymbol"/>
                </a:endParaRPr>
              </a:p>
            </p:txBody>
          </p:sp>
          <p:sp>
            <p:nvSpPr>
              <p:cNvPr id="1049034" name="Google Shape;3379;p37"/>
              <p:cNvSpPr/>
              <p:nvPr/>
            </p:nvSpPr>
            <p:spPr>
              <a:xfrm>
                <a:off x="1059120" y="3617640"/>
                <a:ext cx="117360" cy="117720"/>
              </a:xfrm>
              <a:prstGeom prst="rect"/>
              <a:solidFill>
                <a:srgbClr val="009F8C">
                  <a:alpha val="30000"/>
                </a:srgbClr>
              </a:solidFill>
              <a:ln w="0">
                <a:noFill/>
              </a:ln>
            </p:spPr>
            <p:style>
              <a:lnRef idx="0">
                <a:srgbClr val="000000"/>
              </a:lnRef>
              <a:fillRef idx="0">
                <a:srgbClr val="000000"/>
              </a:fillRef>
              <a:effectRef idx="0">
                <a:srgbClr val="000000"/>
              </a:effectRef>
              <a:fontRef idx="minor">
                <a:srgbClr val="000000"/>
              </a:fontRef>
            </p:style>
            <p:txBody>
              <a:bodyPr anchor="ctr" bIns="59040" tIns="59040">
                <a:noAutofit/>
              </a:bodyPr>
              <a:p>
                <a:pPr algn="ctr"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sz="1800" lang="en-US" strike="noStrike" u="none">
                  <a:solidFill>
                    <a:srgbClr val="FFFFFF"/>
                  </a:solidFill>
                  <a:effectLst/>
                  <a:latin typeface="OpenSymbol"/>
                </a:endParaRPr>
              </a:p>
            </p:txBody>
          </p:sp>
          <p:sp>
            <p:nvSpPr>
              <p:cNvPr id="1049035" name="Google Shape;3380;p37"/>
              <p:cNvSpPr/>
              <p:nvPr/>
            </p:nvSpPr>
            <p:spPr>
              <a:xfrm>
                <a:off x="1059120" y="3407040"/>
                <a:ext cx="117360" cy="117720"/>
              </a:xfrm>
              <a:prstGeom prst="rect"/>
              <a:solidFill>
                <a:srgbClr val="009F8C">
                  <a:alpha val="40000"/>
                </a:srgbClr>
              </a:solidFill>
              <a:ln w="0">
                <a:noFill/>
              </a:ln>
            </p:spPr>
            <p:style>
              <a:lnRef idx="0">
                <a:srgbClr val="000000"/>
              </a:lnRef>
              <a:fillRef idx="0">
                <a:srgbClr val="000000"/>
              </a:fillRef>
              <a:effectRef idx="0">
                <a:srgbClr val="000000"/>
              </a:effectRef>
              <a:fontRef idx="minor">
                <a:srgbClr val="000000"/>
              </a:fontRef>
            </p:style>
            <p:txBody>
              <a:bodyPr anchor="ctr" bIns="59040" tIns="59040">
                <a:noAutofit/>
              </a:bodyPr>
              <a:p>
                <a:pPr algn="ctr"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sz="1800" lang="en-US" strike="noStrike" u="none">
                  <a:solidFill>
                    <a:srgbClr val="FFFFFF"/>
                  </a:solidFill>
                  <a:effectLst/>
                  <a:latin typeface="OpenSymbol"/>
                </a:endParaRPr>
              </a:p>
            </p:txBody>
          </p:sp>
          <p:sp>
            <p:nvSpPr>
              <p:cNvPr id="1049036" name="Google Shape;3381;p37"/>
              <p:cNvSpPr/>
              <p:nvPr/>
            </p:nvSpPr>
            <p:spPr>
              <a:xfrm>
                <a:off x="1060920" y="3196080"/>
                <a:ext cx="113040" cy="113040"/>
              </a:xfrm>
              <a:prstGeom prst="rect"/>
              <a:solidFill>
                <a:srgbClr val="009F8C">
                  <a:alpha val="50000"/>
                </a:srgbClr>
              </a:solidFill>
              <a:ln w="0">
                <a:noFill/>
              </a:ln>
            </p:spPr>
            <p:style>
              <a:lnRef idx="0">
                <a:srgbClr val="000000"/>
              </a:lnRef>
              <a:fillRef idx="0">
                <a:srgbClr val="000000"/>
              </a:fillRef>
              <a:effectRef idx="0">
                <a:srgbClr val="000000"/>
              </a:effectRef>
              <a:fontRef idx="minor">
                <a:srgbClr val="000000"/>
              </a:fontRef>
            </p:style>
            <p:txBody>
              <a:bodyPr anchor="ctr" bIns="56520" tIns="56520">
                <a:noAutofit/>
              </a:bodyPr>
              <a:p>
                <a:pPr algn="ctr"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sz="1800" lang="en-US" strike="noStrike" u="none">
                  <a:solidFill>
                    <a:srgbClr val="FFFFFF"/>
                  </a:solidFill>
                  <a:effectLst/>
                  <a:latin typeface="OpenSymbol"/>
                </a:endParaRPr>
              </a:p>
            </p:txBody>
          </p:sp>
          <p:sp>
            <p:nvSpPr>
              <p:cNvPr id="1049037" name="Google Shape;3382;p37"/>
              <p:cNvSpPr/>
              <p:nvPr/>
            </p:nvSpPr>
            <p:spPr>
              <a:xfrm>
                <a:off x="1063440" y="2985480"/>
                <a:ext cx="108720" cy="108720"/>
              </a:xfrm>
              <a:prstGeom prst="rect"/>
              <a:solidFill>
                <a:srgbClr val="009F8C">
                  <a:alpha val="55000"/>
                </a:srgbClr>
              </a:solidFill>
              <a:ln w="0">
                <a:noFill/>
              </a:ln>
            </p:spPr>
            <p:style>
              <a:lnRef idx="0">
                <a:srgbClr val="000000"/>
              </a:lnRef>
              <a:fillRef idx="0">
                <a:srgbClr val="000000"/>
              </a:fillRef>
              <a:effectRef idx="0">
                <a:srgbClr val="000000"/>
              </a:effectRef>
              <a:fontRef idx="minor">
                <a:srgbClr val="000000"/>
              </a:fontRef>
            </p:style>
            <p:txBody>
              <a:bodyPr anchor="ctr" bIns="54360" tIns="54360">
                <a:noAutofit/>
              </a:bodyPr>
              <a:p>
                <a:pPr algn="ctr"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sz="1800" lang="en-US" strike="noStrike" u="none">
                  <a:solidFill>
                    <a:srgbClr val="FFFFFF"/>
                  </a:solidFill>
                  <a:effectLst/>
                  <a:latin typeface="OpenSymbol"/>
                </a:endParaRPr>
              </a:p>
            </p:txBody>
          </p:sp>
          <p:sp>
            <p:nvSpPr>
              <p:cNvPr id="1049038" name="Google Shape;3383;p37"/>
              <p:cNvSpPr/>
              <p:nvPr/>
            </p:nvSpPr>
            <p:spPr>
              <a:xfrm>
                <a:off x="1068120" y="2779200"/>
                <a:ext cx="98640" cy="98640"/>
              </a:xfrm>
              <a:prstGeom prst="rect"/>
              <a:solidFill>
                <a:srgbClr val="009F8C">
                  <a:alpha val="60000"/>
                </a:srgbClr>
              </a:solidFill>
              <a:ln w="0">
                <a:noFill/>
              </a:ln>
            </p:spPr>
            <p:style>
              <a:lnRef idx="0">
                <a:srgbClr val="000000"/>
              </a:lnRef>
              <a:fillRef idx="0">
                <a:srgbClr val="000000"/>
              </a:fillRef>
              <a:effectRef idx="0">
                <a:srgbClr val="000000"/>
              </a:effectRef>
              <a:fontRef idx="minor">
                <a:srgbClr val="000000"/>
              </a:fontRef>
            </p:style>
            <p:txBody>
              <a:bodyPr anchor="ctr" bIns="49320" tIns="49320">
                <a:noAutofit/>
              </a:bodyPr>
              <a:p>
                <a:pPr algn="ctr"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sz="1800" lang="en-US" strike="noStrike" u="none">
                  <a:solidFill>
                    <a:srgbClr val="FFFFFF"/>
                  </a:solidFill>
                  <a:effectLst/>
                  <a:latin typeface="OpenSymbol"/>
                </a:endParaRPr>
              </a:p>
            </p:txBody>
          </p:sp>
          <p:sp>
            <p:nvSpPr>
              <p:cNvPr id="1049039" name="Google Shape;3384;p37"/>
              <p:cNvSpPr/>
              <p:nvPr/>
            </p:nvSpPr>
            <p:spPr>
              <a:xfrm>
                <a:off x="1073160" y="2572920"/>
                <a:ext cx="88920" cy="88920"/>
              </a:xfrm>
              <a:prstGeom prst="rect"/>
              <a:solidFill>
                <a:srgbClr val="009F8C">
                  <a:alpha val="65000"/>
                </a:srgbClr>
              </a:solidFill>
              <a:ln w="0">
                <a:noFill/>
              </a:ln>
            </p:spPr>
            <p:style>
              <a:lnRef idx="0">
                <a:srgbClr val="000000"/>
              </a:lnRef>
              <a:fillRef idx="0">
                <a:srgbClr val="000000"/>
              </a:fillRef>
              <a:effectRef idx="0">
                <a:srgbClr val="000000"/>
              </a:effectRef>
              <a:fontRef idx="minor">
                <a:srgbClr val="000000"/>
              </a:fontRef>
            </p:style>
            <p:txBody>
              <a:bodyPr anchor="ctr" bIns="44640" tIns="44640">
                <a:noAutofit/>
              </a:bodyPr>
              <a:p>
                <a:pPr algn="ctr"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sz="1800" lang="en-US" strike="noStrike" u="none">
                  <a:solidFill>
                    <a:srgbClr val="FFFFFF"/>
                  </a:solidFill>
                  <a:effectLst/>
                  <a:latin typeface="OpenSymbol"/>
                </a:endParaRPr>
              </a:p>
            </p:txBody>
          </p:sp>
          <p:sp>
            <p:nvSpPr>
              <p:cNvPr id="1049040" name="Google Shape;3385;p37"/>
              <p:cNvSpPr/>
              <p:nvPr/>
            </p:nvSpPr>
            <p:spPr>
              <a:xfrm>
                <a:off x="1073160" y="2367000"/>
                <a:ext cx="88920" cy="88920"/>
              </a:xfrm>
              <a:prstGeom prst="rect"/>
              <a:solidFill>
                <a:srgbClr val="009F8C">
                  <a:alpha val="70000"/>
                </a:srgbClr>
              </a:solidFill>
              <a:ln w="0">
                <a:noFill/>
              </a:ln>
            </p:spPr>
            <p:style>
              <a:lnRef idx="0">
                <a:srgbClr val="000000"/>
              </a:lnRef>
              <a:fillRef idx="0">
                <a:srgbClr val="000000"/>
              </a:fillRef>
              <a:effectRef idx="0">
                <a:srgbClr val="000000"/>
              </a:effectRef>
              <a:fontRef idx="minor">
                <a:srgbClr val="000000"/>
              </a:fontRef>
            </p:style>
            <p:txBody>
              <a:bodyPr anchor="ctr" bIns="44640" tIns="44640">
                <a:noAutofit/>
              </a:bodyPr>
              <a:p>
                <a:pPr algn="ctr"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sz="1800" lang="en-US" strike="noStrike" u="none">
                  <a:solidFill>
                    <a:srgbClr val="FFFFFF"/>
                  </a:solidFill>
                  <a:effectLst/>
                  <a:latin typeface="OpenSymbol"/>
                </a:endParaRPr>
              </a:p>
            </p:txBody>
          </p:sp>
          <p:sp>
            <p:nvSpPr>
              <p:cNvPr id="1049041" name="Google Shape;3386;p37"/>
              <p:cNvSpPr/>
              <p:nvPr/>
            </p:nvSpPr>
            <p:spPr>
              <a:xfrm>
                <a:off x="1078200" y="2149560"/>
                <a:ext cx="79200" cy="79200"/>
              </a:xfrm>
              <a:prstGeom prst="rect"/>
              <a:solidFill>
                <a:srgbClr val="009F8C">
                  <a:alpha val="80000"/>
                </a:srgbClr>
              </a:solidFill>
              <a:ln w="0">
                <a:noFill/>
              </a:ln>
            </p:spPr>
            <p:style>
              <a:lnRef idx="0">
                <a:srgbClr val="000000"/>
              </a:lnRef>
              <a:fillRef idx="0">
                <a:srgbClr val="000000"/>
              </a:fillRef>
              <a:effectRef idx="0">
                <a:srgbClr val="000000"/>
              </a:effectRef>
              <a:fontRef idx="minor">
                <a:srgbClr val="000000"/>
              </a:fontRef>
            </p:style>
            <p:txBody>
              <a:bodyPr anchor="ctr" bIns="39600" tIns="39600">
                <a:noAutofit/>
              </a:bodyPr>
              <a:p>
                <a:pPr algn="ctr"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sz="1800" lang="en-US" strike="noStrike" u="none">
                  <a:solidFill>
                    <a:srgbClr val="FFFFFF"/>
                  </a:solidFill>
                  <a:effectLst/>
                  <a:latin typeface="OpenSymbol"/>
                </a:endParaRPr>
              </a:p>
            </p:txBody>
          </p:sp>
        </p:grpSp>
      </p:grpSp>
      <p:sp>
        <p:nvSpPr>
          <p:cNvPr id="1049042" name="PlaceHolder 1"/>
          <p:cNvSpPr>
            <a:spLocks noGrp="1"/>
          </p:cNvSpPr>
          <p:nvPr/>
        </p:nvSpPr>
        <p:spPr>
          <a:xfrm>
            <a:off x="1642712" y="1657440"/>
            <a:ext cx="6197268" cy="3128458"/>
          </a:xfrm>
          <a:prstGeom prst="rect"/>
          <a:noFill/>
          <a:ln w="0">
            <a:noFill/>
          </a:ln>
        </p:spPr>
        <p:txBody>
          <a:bodyPr anchor="t" bIns="91440" lIns="91440" rIns="91440" tIns="91440">
            <a:normAutofit fontScale="85000" lnSpcReduction="20000"/>
          </a:bodyPr>
          <a:p>
            <a:pPr algn="l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altLang="en-US" b="0" sz="2000" lang="fr-FR" strike="noStrike" u="none">
                <a:solidFill>
                  <a:schemeClr val="dk1"/>
                </a:solidFill>
                <a:effectLst/>
                <a:latin typeface="Arial"/>
              </a:rPr>
              <a:t>◆</a:t>
            </a:r>
            <a:r>
              <a:rPr altLang="fr-FR" b="0" sz="2000" lang="en-US" strike="noStrike" u="none">
                <a:solidFill>
                  <a:schemeClr val="dk1"/>
                </a:solidFill>
                <a:effectLst/>
                <a:latin typeface="Arial"/>
              </a:rPr>
              <a:t>Predictive</a:t>
            </a:r>
            <a:r>
              <a:rPr b="0" sz="2000" lang="fr-FR" strike="noStrike" u="none">
                <a:solidFill>
                  <a:schemeClr val="dk1"/>
                </a:solidFill>
                <a:effectLst/>
                <a:latin typeface="Arial"/>
              </a:rPr>
              <a:t> Parsing is a top-down parsing technique used in compiler design.</a:t>
            </a:r>
            <a:endParaRPr b="0" sz="2000" lang="fr-FR" strike="noStrike" u="none">
              <a:solidFill>
                <a:schemeClr val="dk1"/>
              </a:solidFill>
              <a:effectLst/>
              <a:latin typeface="Arial"/>
            </a:endParaRPr>
          </a:p>
          <a:p>
            <a:pPr algn="l" indent="0">
              <a:lnSpc>
                <a:spcPct val="100000"/>
              </a:lnSpc>
              <a:buNone/>
              <a:tabLst>
                <a:tab algn="l" pos="0"/>
              </a:tabLst>
            </a:pPr>
            <a:endParaRPr b="0" sz="2000" lang="fr-FR" strike="noStrike" u="none">
              <a:solidFill>
                <a:schemeClr val="dk1"/>
              </a:solidFill>
              <a:effectLst/>
              <a:latin typeface="Arial"/>
            </a:endParaRPr>
          </a:p>
          <a:p>
            <a:pPr algn="l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sz="2000" lang="fr-FR" strike="noStrike" u="none">
                <a:solidFill>
                  <a:schemeClr val="dk1"/>
                </a:solidFill>
                <a:effectLst/>
                <a:latin typeface="Arial"/>
              </a:rPr>
              <a:t>◆</a:t>
            </a:r>
            <a:r>
              <a:rPr altLang="fr-FR" b="0" sz="2000" lang="en-US" strike="noStrike" u="none">
                <a:solidFill>
                  <a:schemeClr val="dk1"/>
                </a:solidFill>
                <a:effectLst/>
                <a:latin typeface="Arial"/>
              </a:rPr>
              <a:t> It parses the input from left to right and constructs a leftmost derivation.</a:t>
            </a:r>
            <a:endParaRPr b="0" sz="2000" lang="fr-FR" strike="noStrike" u="none">
              <a:solidFill>
                <a:schemeClr val="dk1"/>
              </a:solidFill>
              <a:effectLst/>
              <a:latin typeface="Arial"/>
            </a:endParaRPr>
          </a:p>
          <a:p>
            <a:pPr algn="l" indent="0">
              <a:lnSpc>
                <a:spcPct val="100000"/>
              </a:lnSpc>
              <a:buNone/>
              <a:tabLst>
                <a:tab algn="l" pos="0"/>
              </a:tabLst>
            </a:pPr>
            <a:endParaRPr b="0" sz="2000" lang="fr-FR" strike="noStrike" u="none">
              <a:solidFill>
                <a:schemeClr val="dk1"/>
              </a:solidFill>
              <a:effectLst/>
              <a:latin typeface="Arial"/>
            </a:endParaRPr>
          </a:p>
          <a:p>
            <a:pPr algn="l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altLang="fr-FR" b="0" sz="2000" lang="fr-FR" strike="noStrike" u="none">
                <a:solidFill>
                  <a:schemeClr val="dk1"/>
                </a:solidFill>
                <a:effectLst/>
                <a:latin typeface="Arial"/>
              </a:rPr>
              <a:t>◆The parser predicts which grammar rule to apply by looking at:</a:t>
            </a:r>
            <a:endParaRPr b="0" sz="2000" lang="fr-FR" strike="noStrike" u="none">
              <a:solidFill>
                <a:schemeClr val="dk1"/>
              </a:solidFill>
              <a:effectLst/>
              <a:latin typeface="Arial"/>
            </a:endParaRPr>
          </a:p>
          <a:p>
            <a:pPr algn="l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altLang="fr-FR" b="0" sz="2000" lang="en-US" strike="noStrike" u="none">
                <a:solidFill>
                  <a:schemeClr val="dk1"/>
                </a:solidFill>
                <a:effectLst/>
                <a:latin typeface="Arial"/>
              </a:rPr>
              <a:t> </a:t>
            </a:r>
            <a:r>
              <a:rPr altLang="fr-FR" b="0" sz="2000" lang="en-US" strike="noStrike" u="none">
                <a:solidFill>
                  <a:schemeClr val="dk1"/>
                </a:solidFill>
                <a:effectLst/>
                <a:latin typeface="Arial"/>
              </a:rPr>
              <a:t> </a:t>
            </a:r>
            <a:r>
              <a:rPr altLang="fr-FR" b="0" sz="2000" lang="en-US" strike="noStrike" u="none">
                <a:solidFill>
                  <a:schemeClr val="dk1"/>
                </a:solidFill>
                <a:effectLst/>
                <a:latin typeface="Arial"/>
              </a:rPr>
              <a:t> </a:t>
            </a:r>
            <a:r>
              <a:rPr altLang="fr-FR" b="0" sz="2000" lang="en-US" strike="noStrike" u="none">
                <a:solidFill>
                  <a:schemeClr val="dk1"/>
                </a:solidFill>
                <a:effectLst/>
                <a:latin typeface="Arial"/>
              </a:rPr>
              <a:t> </a:t>
            </a:r>
            <a:r>
              <a:rPr altLang="fr-FR" b="0" sz="2000" lang="en-US" strike="noStrike" u="none">
                <a:solidFill>
                  <a:schemeClr val="dk1"/>
                </a:solidFill>
                <a:effectLst/>
                <a:latin typeface="Arial"/>
              </a:rPr>
              <a:t> </a:t>
            </a:r>
            <a:r>
              <a:rPr altLang="fr-FR" b="0" sz="2000" lang="en-US" strike="noStrike" u="none">
                <a:solidFill>
                  <a:schemeClr val="dk1"/>
                </a:solidFill>
                <a:effectLst/>
                <a:latin typeface="Arial"/>
              </a:rPr>
              <a:t> </a:t>
            </a:r>
            <a:r>
              <a:rPr altLang="fr-FR" b="0" sz="2000" lang="en-US" strike="noStrike" u="none">
                <a:solidFill>
                  <a:schemeClr val="dk1"/>
                </a:solidFill>
                <a:effectLst/>
                <a:latin typeface="Arial"/>
              </a:rPr>
              <a:t> </a:t>
            </a:r>
            <a:r>
              <a:rPr altLang="fr-FR" b="0" sz="2000" lang="en-US" strike="noStrike" u="none">
                <a:solidFill>
                  <a:schemeClr val="dk1"/>
                </a:solidFill>
                <a:effectLst/>
                <a:latin typeface="Arial"/>
              </a:rPr>
              <a:t> </a:t>
            </a:r>
            <a:r>
              <a:rPr altLang="fr-FR" b="0" sz="2000" lang="en-US" strike="noStrike" u="none">
                <a:solidFill>
                  <a:schemeClr val="dk1"/>
                </a:solidFill>
                <a:effectLst/>
                <a:latin typeface="Arial"/>
              </a:rPr>
              <a:t> </a:t>
            </a:r>
            <a:r>
              <a:rPr altLang="fr-FR" b="0" sz="2000" lang="en-US" strike="noStrike" u="none">
                <a:solidFill>
                  <a:schemeClr val="dk1"/>
                </a:solidFill>
                <a:effectLst/>
                <a:latin typeface="Arial"/>
              </a:rPr>
              <a:t> </a:t>
            </a:r>
            <a:r>
              <a:rPr altLang="fr-FR" b="0" sz="2000" lang="en-US" strike="noStrike" u="none">
                <a:solidFill>
                  <a:schemeClr val="dk1"/>
                </a:solidFill>
                <a:effectLst/>
                <a:latin typeface="Arial"/>
              </a:rPr>
              <a:t> </a:t>
            </a:r>
            <a:r>
              <a:rPr altLang="fr-FR" b="0" sz="2000" lang="en-US" strike="noStrike" u="none">
                <a:solidFill>
                  <a:schemeClr val="dk1"/>
                </a:solidFill>
                <a:effectLst/>
                <a:latin typeface="Arial"/>
              </a:rPr>
              <a:t> </a:t>
            </a:r>
            <a:r>
              <a:rPr altLang="fr-FR" b="0" sz="2000" lang="en-US" strike="noStrike" u="none">
                <a:solidFill>
                  <a:schemeClr val="dk1"/>
                </a:solidFill>
                <a:effectLst/>
                <a:latin typeface="Arial"/>
              </a:rPr>
              <a:t> </a:t>
            </a:r>
            <a:r>
              <a:rPr altLang="fr-FR" b="0" sz="2000" lang="en-US" strike="noStrike" u="none">
                <a:solidFill>
                  <a:schemeClr val="dk1"/>
                </a:solidFill>
                <a:effectLst/>
                <a:latin typeface="Arial"/>
              </a:rPr>
              <a:t> </a:t>
            </a:r>
            <a:r>
              <a:rPr altLang="fr-FR" b="0" sz="2000" lang="en-US" strike="noStrike" u="none">
                <a:solidFill>
                  <a:schemeClr val="dk1"/>
                </a:solidFill>
                <a:effectLst/>
                <a:latin typeface="Arial"/>
              </a:rPr>
              <a:t> </a:t>
            </a:r>
            <a:r>
              <a:rPr altLang="fr-FR" b="0" sz="2000" lang="en-US" strike="noStrike" u="none">
                <a:solidFill>
                  <a:schemeClr val="dk1"/>
                </a:solidFill>
                <a:effectLst/>
                <a:latin typeface="Arial"/>
              </a:rPr>
              <a:t> </a:t>
            </a:r>
            <a:r>
              <a:rPr altLang="en-US" b="0" sz="2000" lang="fr-FR" strike="noStrike" u="none">
                <a:solidFill>
                  <a:schemeClr val="dk1"/>
                </a:solidFill>
                <a:effectLst/>
                <a:latin typeface="Arial"/>
              </a:rPr>
              <a:t>✅</a:t>
            </a:r>
            <a:r>
              <a:rPr altLang="fr-FR" b="0" sz="2000" lang="en-US" strike="noStrike" u="none">
                <a:solidFill>
                  <a:schemeClr val="dk1"/>
                </a:solidFill>
                <a:effectLst/>
                <a:latin typeface="Arial"/>
              </a:rPr>
              <a:t> </a:t>
            </a:r>
            <a:r>
              <a:rPr altLang="fr-FR" b="0" sz="2000" lang="en-US" strike="noStrike" u="none">
                <a:solidFill>
                  <a:schemeClr val="dk1"/>
                </a:solidFill>
                <a:effectLst/>
                <a:latin typeface="Arial"/>
              </a:rPr>
              <a:t>The</a:t>
            </a:r>
            <a:r>
              <a:rPr altLang="fr-FR" b="0" sz="2000" lang="en-US" strike="noStrike" u="none">
                <a:solidFill>
                  <a:schemeClr val="dk1"/>
                </a:solidFill>
                <a:effectLst/>
                <a:latin typeface="Arial"/>
              </a:rPr>
              <a:t> current input </a:t>
            </a:r>
            <a:r>
              <a:rPr altLang="fr-FR" b="0" sz="2000" lang="en-US" strike="noStrike" u="none">
                <a:solidFill>
                  <a:schemeClr val="dk1"/>
                </a:solidFill>
                <a:effectLst/>
                <a:latin typeface="Arial"/>
              </a:rPr>
              <a:t>symbol</a:t>
            </a:r>
            <a:endParaRPr b="0" sz="2000" lang="fr-FR" strike="noStrike" u="none">
              <a:solidFill>
                <a:schemeClr val="dk1"/>
              </a:solidFill>
              <a:effectLst/>
              <a:latin typeface="Arial"/>
            </a:endParaRPr>
          </a:p>
          <a:p>
            <a:pPr algn="l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altLang="fr-FR" b="0" sz="2000" lang="en-US" strike="noStrike" u="none">
                <a:solidFill>
                  <a:schemeClr val="dk1"/>
                </a:solidFill>
                <a:effectLst/>
                <a:latin typeface="Arial"/>
              </a:rPr>
              <a:t>
</a:t>
            </a:r>
            <a:r>
              <a:rPr altLang="fr-FR" b="0" sz="2000" lang="en-US" strike="noStrike" u="none">
                <a:solidFill>
                  <a:schemeClr val="dk1"/>
                </a:solidFill>
                <a:effectLst/>
                <a:latin typeface="Arial"/>
              </a:rPr>
              <a:t> </a:t>
            </a:r>
            <a:r>
              <a:rPr altLang="fr-FR" b="0" sz="2000" lang="en-US" strike="noStrike" u="none">
                <a:solidFill>
                  <a:schemeClr val="dk1"/>
                </a:solidFill>
                <a:effectLst/>
                <a:latin typeface="Arial"/>
              </a:rPr>
              <a:t> </a:t>
            </a:r>
            <a:r>
              <a:rPr altLang="fr-FR" b="0" sz="2000" lang="en-US" strike="noStrike" u="none">
                <a:solidFill>
                  <a:schemeClr val="dk1"/>
                </a:solidFill>
                <a:effectLst/>
                <a:latin typeface="Arial"/>
              </a:rPr>
              <a:t> </a:t>
            </a:r>
            <a:r>
              <a:rPr altLang="fr-FR" b="0" sz="2000" lang="en-US" strike="noStrike" u="none">
                <a:solidFill>
                  <a:schemeClr val="dk1"/>
                </a:solidFill>
                <a:effectLst/>
                <a:latin typeface="Arial"/>
              </a:rPr>
              <a:t> </a:t>
            </a:r>
            <a:r>
              <a:rPr altLang="fr-FR" b="0" sz="2000" lang="en-US" strike="noStrike" u="none">
                <a:solidFill>
                  <a:schemeClr val="dk1"/>
                </a:solidFill>
                <a:effectLst/>
                <a:latin typeface="Arial"/>
              </a:rPr>
              <a:t> </a:t>
            </a:r>
            <a:r>
              <a:rPr altLang="fr-FR" b="0" sz="2000" lang="en-US" strike="noStrike" u="none">
                <a:solidFill>
                  <a:schemeClr val="dk1"/>
                </a:solidFill>
                <a:effectLst/>
                <a:latin typeface="Arial"/>
              </a:rPr>
              <a:t> </a:t>
            </a:r>
            <a:r>
              <a:rPr altLang="fr-FR" b="0" sz="2000" lang="en-US" strike="noStrike" u="none">
                <a:solidFill>
                  <a:schemeClr val="dk1"/>
                </a:solidFill>
                <a:effectLst/>
                <a:latin typeface="Arial"/>
              </a:rPr>
              <a:t> </a:t>
            </a:r>
            <a:r>
              <a:rPr altLang="fr-FR" b="0" sz="2000" lang="en-US" strike="noStrike" u="none">
                <a:solidFill>
                  <a:schemeClr val="dk1"/>
                </a:solidFill>
                <a:effectLst/>
                <a:latin typeface="Arial"/>
              </a:rPr>
              <a:t> </a:t>
            </a:r>
            <a:r>
              <a:rPr altLang="fr-FR" b="0" sz="2000" lang="en-US" strike="noStrike" u="none">
                <a:solidFill>
                  <a:schemeClr val="dk1"/>
                </a:solidFill>
                <a:effectLst/>
                <a:latin typeface="Arial"/>
              </a:rPr>
              <a:t> </a:t>
            </a:r>
            <a:r>
              <a:rPr altLang="fr-FR" b="0" sz="2000" lang="en-US" strike="noStrike" u="none">
                <a:solidFill>
                  <a:schemeClr val="dk1"/>
                </a:solidFill>
                <a:effectLst/>
                <a:latin typeface="Arial"/>
              </a:rPr>
              <a:t> </a:t>
            </a:r>
            <a:r>
              <a:rPr altLang="fr-FR" b="0" sz="2000" lang="en-US" strike="noStrike" u="none">
                <a:solidFill>
                  <a:schemeClr val="dk1"/>
                </a:solidFill>
                <a:effectLst/>
                <a:latin typeface="Arial"/>
              </a:rPr>
              <a:t> </a:t>
            </a:r>
            <a:r>
              <a:rPr altLang="fr-FR" b="0" sz="2000" lang="en-US" strike="noStrike" u="none">
                <a:solidFill>
                  <a:schemeClr val="dk1"/>
                </a:solidFill>
                <a:effectLst/>
                <a:latin typeface="Arial"/>
              </a:rPr>
              <a:t> </a:t>
            </a:r>
            <a:r>
              <a:rPr altLang="fr-FR" b="0" sz="2000" lang="en-US" strike="noStrike" u="none">
                <a:solidFill>
                  <a:schemeClr val="dk1"/>
                </a:solidFill>
                <a:effectLst/>
                <a:latin typeface="Arial"/>
              </a:rPr>
              <a:t> </a:t>
            </a:r>
            <a:r>
              <a:rPr altLang="fr-FR" b="0" sz="2000" lang="en-US" strike="noStrike" u="none">
                <a:solidFill>
                  <a:schemeClr val="dk1"/>
                </a:solidFill>
                <a:effectLst/>
                <a:latin typeface="Arial"/>
              </a:rPr>
              <a:t> </a:t>
            </a:r>
            <a:r>
              <a:rPr altLang="fr-FR" b="0" sz="2000" lang="en-US" strike="noStrike" u="none">
                <a:solidFill>
                  <a:schemeClr val="dk1"/>
                </a:solidFill>
                <a:effectLst/>
                <a:latin typeface="Arial"/>
              </a:rPr>
              <a:t> </a:t>
            </a:r>
            <a:r>
              <a:rPr altLang="fr-FR" b="0" sz="2000" lang="en-US" strike="noStrike" u="none">
                <a:solidFill>
                  <a:schemeClr val="dk1"/>
                </a:solidFill>
                <a:effectLst/>
                <a:latin typeface="Arial"/>
              </a:rPr>
              <a:t> </a:t>
            </a:r>
            <a:r>
              <a:rPr altLang="en-US" b="0" sz="2000" lang="fr-FR" strike="noStrike" u="none">
                <a:solidFill>
                  <a:schemeClr val="dk1"/>
                </a:solidFill>
                <a:effectLst/>
                <a:latin typeface="Arial"/>
              </a:rPr>
              <a:t>✅</a:t>
            </a:r>
            <a:r>
              <a:rPr altLang="fr-FR" b="0" sz="2000" lang="en-US" strike="noStrike" u="none">
                <a:solidFill>
                  <a:schemeClr val="dk1"/>
                </a:solidFill>
                <a:effectLst/>
                <a:latin typeface="Arial"/>
              </a:rPr>
              <a:t> </a:t>
            </a:r>
            <a:r>
              <a:rPr altLang="fr-FR" b="0" sz="2000" lang="en-US" strike="noStrike" u="none">
                <a:solidFill>
                  <a:schemeClr val="dk1"/>
                </a:solidFill>
                <a:effectLst/>
                <a:latin typeface="Arial"/>
              </a:rPr>
              <a:t>The</a:t>
            </a:r>
            <a:r>
              <a:rPr altLang="fr-FR" b="0" sz="2000" lang="en-US" strike="noStrike" u="none">
                <a:solidFill>
                  <a:schemeClr val="dk1"/>
                </a:solidFill>
                <a:effectLst/>
                <a:latin typeface="Arial"/>
              </a:rPr>
              <a:t> parsing </a:t>
            </a:r>
            <a:r>
              <a:rPr altLang="fr-FR" b="0" sz="2000" lang="en-US" strike="noStrike" u="none">
                <a:solidFill>
                  <a:schemeClr val="dk1"/>
                </a:solidFill>
                <a:effectLst/>
                <a:latin typeface="Arial"/>
              </a:rPr>
              <a:t>table</a:t>
            </a:r>
            <a:endParaRPr b="0" sz="2000" lang="fr-FR" strike="noStrike" u="none">
              <a:solidFill>
                <a:schemeClr val="dk1"/>
              </a:solidFill>
              <a:effectLst/>
              <a:latin typeface="Arial"/>
            </a:endParaRPr>
          </a:p>
          <a:p>
            <a:pPr algn="l" indent="0">
              <a:lnSpc>
                <a:spcPct val="100000"/>
              </a:lnSpc>
              <a:buNone/>
              <a:tabLst>
                <a:tab algn="l" pos="0"/>
              </a:tabLst>
            </a:pPr>
            <a:endParaRPr b="0" sz="2000" lang="fr-FR" strike="noStrike" u="none">
              <a:solidFill>
                <a:schemeClr val="dk1"/>
              </a:solidFill>
              <a:effectLst/>
              <a:latin typeface="Arial"/>
            </a:endParaRPr>
          </a:p>
          <a:p>
            <a:pPr algn="l" indent="0">
              <a:lnSpc>
                <a:spcPct val="100000"/>
              </a:lnSpc>
              <a:buNone/>
              <a:tabLst>
                <a:tab algn="l" pos="0"/>
              </a:tabLst>
            </a:pPr>
            <a:endParaRPr b="0" sz="2000" lang="fr-FR" strike="noStrike" u="none">
              <a:solidFill>
                <a:schemeClr val="dk1"/>
              </a:solidFill>
              <a:effectLst/>
              <a:latin typeface="Arial"/>
            </a:endParaRPr>
          </a:p>
          <a:p>
            <a:pPr algn="l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altLang="en-US" b="0" sz="2000" lang="fr-FR" strike="noStrike" u="none">
                <a:solidFill>
                  <a:schemeClr val="dk1"/>
                </a:solidFill>
                <a:effectLst/>
                <a:latin typeface="Arial"/>
              </a:rPr>
              <a:t>◆</a:t>
            </a:r>
            <a:r>
              <a:rPr altLang="fr-FR" b="0" sz="2000" lang="en-US" strike="noStrike" u="none">
                <a:solidFill>
                  <a:schemeClr val="dk1"/>
                </a:solidFill>
                <a:effectLst/>
                <a:latin typeface="Arial"/>
              </a:rPr>
              <a:t> </a:t>
            </a:r>
            <a:r>
              <a:rPr altLang="fr-FR" b="0" sz="2000" lang="en-US" strike="noStrike" u="none">
                <a:solidFill>
                  <a:schemeClr val="dk1"/>
                </a:solidFill>
                <a:effectLst/>
                <a:latin typeface="Arial"/>
              </a:rPr>
              <a:t>it</a:t>
            </a:r>
            <a:r>
              <a:rPr altLang="fr-FR" b="0" sz="2000" lang="en-US" strike="noStrike" u="none">
                <a:solidFill>
                  <a:schemeClr val="dk1"/>
                </a:solidFill>
                <a:effectLst/>
                <a:latin typeface="Arial"/>
              </a:rPr>
              <a:t> does not require backtracking, which makes it efficient.</a:t>
            </a:r>
            <a:endParaRPr b="0" sz="2000" lang="fr-FR" strike="noStrike" u="none">
              <a:solidFill>
                <a:schemeClr val="dk1"/>
              </a:solidFill>
              <a:effectLst/>
              <a:latin typeface="Arial"/>
            </a:endParaRPr>
          </a:p>
        </p:txBody>
      </p:sp>
    </p:spTree>
  </p:cSld>
  <p:clrMapOvr>
    <a:masterClrMapping/>
  </p:clrMapOvr>
  <p:transition spd="slow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1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043" name=""/>
          <p:cNvSpPr>
            <a:spLocks noGrp="1"/>
          </p:cNvSpPr>
          <p:nvPr>
            <p:ph type="title"/>
          </p:nvPr>
        </p:nvSpPr>
        <p:spPr>
          <a:xfrm>
            <a:off x="1454480" y="-61977"/>
            <a:ext cx="6102299" cy="1439538"/>
          </a:xfrm>
        </p:spPr>
        <p:txBody>
          <a:bodyPr/>
          <a:p>
            <a:r>
              <a:rPr b="1" sz="3200" lang="en-IN">
                <a:solidFill>
                  <a:srgbClr val="FFFFFF"/>
                </a:solidFill>
              </a:rPr>
              <a:t>Where is Predictive Parsing </a:t>
            </a:r>
            <a:r>
              <a:rPr altLang="en-IN" b="1" sz="3200" lang="en-US">
                <a:solidFill>
                  <a:srgbClr val="FFFFFF"/>
                </a:solidFill>
              </a:rPr>
              <a:t> </a:t>
            </a:r>
            <a:r>
              <a:rPr altLang="en-IN" b="1" sz="3200" lang="en-US">
                <a:solidFill>
                  <a:srgbClr val="FFFFFF"/>
                </a:solidFill>
              </a:rPr>
              <a:t> </a:t>
            </a:r>
            <a:r>
              <a:rPr altLang="en-IN" b="1" sz="3200" lang="en-US">
                <a:solidFill>
                  <a:srgbClr val="FFFFFF"/>
                </a:solidFill>
              </a:rPr>
              <a:t> </a:t>
            </a:r>
            <a:r>
              <a:rPr altLang="en-IN" b="1" sz="3200" lang="en-US">
                <a:solidFill>
                  <a:srgbClr val="FFFFFF"/>
                </a:solidFill>
              </a:rPr>
              <a:t> </a:t>
            </a:r>
            <a:r>
              <a:rPr altLang="en-IN" b="1" sz="3200" lang="en-US">
                <a:solidFill>
                  <a:srgbClr val="FFFFFF"/>
                </a:solidFill>
              </a:rPr>
              <a:t> </a:t>
            </a:r>
            <a:r>
              <a:rPr altLang="en-IN" b="1" sz="3200" lang="en-US">
                <a:solidFill>
                  <a:srgbClr val="FFFFFF"/>
                </a:solidFill>
              </a:rPr>
              <a:t> </a:t>
            </a:r>
            <a:r>
              <a:rPr altLang="en-IN" b="1" sz="3200" lang="en-US">
                <a:solidFill>
                  <a:srgbClr val="FFFFFF"/>
                </a:solidFill>
              </a:rPr>
              <a:t> </a:t>
            </a:r>
            <a:r>
              <a:rPr b="1" sz="3200" lang="en-IN">
                <a:solidFill>
                  <a:srgbClr val="FFFFFF"/>
                </a:solidFill>
              </a:rPr>
              <a:t>Used?</a:t>
            </a:r>
            <a:endParaRPr lang="en-IN"/>
          </a:p>
        </p:txBody>
      </p:sp>
      <p:sp>
        <p:nvSpPr>
          <p:cNvPr id="1049044" name=""/>
          <p:cNvSpPr>
            <a:spLocks noGrp="1"/>
          </p:cNvSpPr>
          <p:nvPr>
            <p:ph type="body"/>
          </p:nvPr>
        </p:nvSpPr>
        <p:spPr>
          <a:xfrm>
            <a:off x="804540" y="1415376"/>
            <a:ext cx="6644359" cy="3634013"/>
          </a:xfrm>
        </p:spPr>
        <p:txBody>
          <a:bodyPr anchor="t"/>
          <a:p>
            <a:r>
              <a:rPr sz="2400" lang="en-IN">
                <a:solidFill>
                  <a:srgbClr val="FFFFFF"/>
                </a:solidFill>
              </a:rPr>
              <a:t>◆</a:t>
            </a:r>
            <a:r>
              <a:rPr sz="2400" lang="en-IN">
                <a:solidFill>
                  <a:srgbClr val="FFFFFF"/>
                </a:solidFill>
              </a:rPr>
              <a:t>Used in syntax analysis phase of a compiler
</a:t>
            </a:r>
            <a:r>
              <a:rPr sz="2400" lang="en-IN">
                <a:solidFill>
                  <a:srgbClr val="FFFFFF"/>
                </a:solidFill>
              </a:rPr>
              <a:t>◆</a:t>
            </a:r>
            <a:r>
              <a:rPr altLang="en-IN" sz="2400" lang="en-US">
                <a:solidFill>
                  <a:srgbClr val="FFFFFF"/>
                </a:solidFill>
              </a:rPr>
              <a:t>Commonly</a:t>
            </a:r>
            <a:r>
              <a:rPr sz="2400" lang="en-IN">
                <a:solidFill>
                  <a:srgbClr val="FFFFFF"/>
                </a:solidFill>
              </a:rPr>
              <a:t> applied for LL(1) grammars
</a:t>
            </a:r>
            <a:r>
              <a:rPr sz="2400" lang="en-IN">
                <a:solidFill>
                  <a:srgbClr val="FFFFFF"/>
                </a:solidFill>
              </a:rPr>
              <a:t>◆</a:t>
            </a:r>
            <a:r>
              <a:rPr altLang="en-IN" sz="2400" lang="en-US">
                <a:solidFill>
                  <a:srgbClr val="FFFFFF"/>
                </a:solidFill>
              </a:rPr>
              <a:t>Found</a:t>
            </a:r>
            <a:r>
              <a:rPr sz="2400" lang="en-IN">
                <a:solidFill>
                  <a:srgbClr val="FFFFFF"/>
                </a:solidFill>
              </a:rPr>
              <a:t> in:
</a:t>
            </a:r>
            <a:r>
              <a:rPr altLang="en-IN" sz="2400" lang="en-US">
                <a:solidFill>
                  <a:srgbClr val="FFFFFF"/>
                </a:solidFill>
              </a:rPr>
              <a:t> </a:t>
            </a:r>
            <a:r>
              <a:rPr altLang="en-IN" sz="2400" lang="en-US">
                <a:solidFill>
                  <a:srgbClr val="FFFFFF"/>
                </a:solidFill>
              </a:rPr>
              <a:t> </a:t>
            </a:r>
            <a:r>
              <a:rPr altLang="en-IN" sz="2400" lang="en-US">
                <a:solidFill>
                  <a:srgbClr val="FFFFFF"/>
                </a:solidFill>
              </a:rPr>
              <a:t> </a:t>
            </a:r>
            <a:r>
              <a:rPr altLang="en-IN" sz="2400" lang="en-US">
                <a:solidFill>
                  <a:srgbClr val="FFFFFF"/>
                </a:solidFill>
              </a:rPr>
              <a:t> </a:t>
            </a:r>
            <a:r>
              <a:rPr altLang="en-IN" sz="2400" lang="en-US">
                <a:solidFill>
                  <a:srgbClr val="FFFFFF"/>
                </a:solidFill>
              </a:rPr>
              <a:t> </a:t>
            </a:r>
            <a:r>
              <a:rPr altLang="en-IN" sz="2400" lang="en-US">
                <a:solidFill>
                  <a:srgbClr val="FFFFFF"/>
                </a:solidFill>
              </a:rPr>
              <a:t> </a:t>
            </a:r>
            <a:r>
              <a:rPr altLang="en-IN" sz="2400" lang="en-US">
                <a:solidFill>
                  <a:srgbClr val="FFFFFF"/>
                </a:solidFill>
              </a:rPr>
              <a:t> </a:t>
            </a:r>
            <a:r>
              <a:rPr altLang="en-IN" sz="2400" lang="en-US">
                <a:solidFill>
                  <a:srgbClr val="FFFFFF"/>
                </a:solidFill>
              </a:rPr>
              <a:t> </a:t>
            </a:r>
            <a:r>
              <a:rPr altLang="en-IN" sz="2400" lang="en-US">
                <a:solidFill>
                  <a:srgbClr val="FFFFFF"/>
                </a:solidFill>
              </a:rPr>
              <a:t> </a:t>
            </a:r>
            <a:r>
              <a:rPr altLang="en-IN" sz="2400" lang="en-US">
                <a:solidFill>
                  <a:srgbClr val="FFFFFF"/>
                </a:solidFill>
              </a:rPr>
              <a:t> </a:t>
            </a:r>
            <a:r>
              <a:rPr altLang="en-IN" sz="2400" lang="en-US">
                <a:solidFill>
                  <a:srgbClr val="FFFFFF"/>
                </a:solidFill>
              </a:rPr>
              <a:t> </a:t>
            </a:r>
            <a:r>
              <a:rPr altLang="en-IN" sz="2400" lang="en-US">
                <a:solidFill>
                  <a:srgbClr val="FFFFFF"/>
                </a:solidFill>
              </a:rPr>
              <a:t> </a:t>
            </a:r>
            <a:r>
              <a:rPr altLang="en-IN" sz="2400" lang="en-US">
                <a:solidFill>
                  <a:srgbClr val="FFFFFF"/>
                </a:solidFill>
              </a:rPr>
              <a:t> </a:t>
            </a:r>
            <a:r>
              <a:rPr altLang="en-US" sz="2400" lang="en-IN">
                <a:solidFill>
                  <a:srgbClr val="FFFFFF"/>
                </a:solidFill>
              </a:rPr>
              <a:t>✅</a:t>
            </a:r>
            <a:r>
              <a:rPr altLang="en-IN" sz="2400" lang="en-US">
                <a:solidFill>
                  <a:srgbClr val="FFFFFF"/>
                </a:solidFill>
              </a:rPr>
              <a:t> </a:t>
            </a:r>
            <a:r>
              <a:rPr altLang="en-IN" sz="2400" lang="en-US">
                <a:solidFill>
                  <a:srgbClr val="FFFFFF"/>
                </a:solidFill>
              </a:rPr>
              <a:t>Compiler</a:t>
            </a:r>
            <a:r>
              <a:rPr sz="2400" lang="en-IN">
                <a:solidFill>
                  <a:srgbClr val="FFFFFF"/>
                </a:solidFill>
              </a:rPr>
              <a:t> front ends
</a:t>
            </a:r>
            <a:r>
              <a:rPr altLang="en-IN" sz="2400" lang="en-US">
                <a:solidFill>
                  <a:srgbClr val="FFFFFF"/>
                </a:solidFill>
              </a:rPr>
              <a:t> </a:t>
            </a:r>
            <a:r>
              <a:rPr altLang="en-IN" sz="2400" lang="en-US">
                <a:solidFill>
                  <a:srgbClr val="FFFFFF"/>
                </a:solidFill>
              </a:rPr>
              <a:t> </a:t>
            </a:r>
            <a:r>
              <a:rPr altLang="en-IN" sz="2400" lang="en-US">
                <a:solidFill>
                  <a:srgbClr val="FFFFFF"/>
                </a:solidFill>
              </a:rPr>
              <a:t> </a:t>
            </a:r>
            <a:r>
              <a:rPr altLang="en-IN" sz="2400" lang="en-US">
                <a:solidFill>
                  <a:srgbClr val="FFFFFF"/>
                </a:solidFill>
              </a:rPr>
              <a:t> </a:t>
            </a:r>
            <a:r>
              <a:rPr altLang="en-IN" sz="2400" lang="en-US">
                <a:solidFill>
                  <a:srgbClr val="FFFFFF"/>
                </a:solidFill>
              </a:rPr>
              <a:t> </a:t>
            </a:r>
            <a:r>
              <a:rPr altLang="en-IN" sz="2400" lang="en-US">
                <a:solidFill>
                  <a:srgbClr val="FFFFFF"/>
                </a:solidFill>
              </a:rPr>
              <a:t> </a:t>
            </a:r>
            <a:r>
              <a:rPr altLang="en-IN" sz="2400" lang="en-US">
                <a:solidFill>
                  <a:srgbClr val="FFFFFF"/>
                </a:solidFill>
              </a:rPr>
              <a:t> </a:t>
            </a:r>
            <a:r>
              <a:rPr altLang="en-IN" sz="2400" lang="en-US">
                <a:solidFill>
                  <a:srgbClr val="FFFFFF"/>
                </a:solidFill>
              </a:rPr>
              <a:t> </a:t>
            </a:r>
            <a:r>
              <a:rPr altLang="en-IN" sz="2400" lang="en-US">
                <a:solidFill>
                  <a:srgbClr val="FFFFFF"/>
                </a:solidFill>
              </a:rPr>
              <a:t> </a:t>
            </a:r>
            <a:r>
              <a:rPr altLang="en-IN" sz="2400" lang="en-US">
                <a:solidFill>
                  <a:srgbClr val="FFFFFF"/>
                </a:solidFill>
              </a:rPr>
              <a:t> </a:t>
            </a:r>
            <a:r>
              <a:rPr altLang="en-IN" sz="2400" lang="en-US">
                <a:solidFill>
                  <a:srgbClr val="FFFFFF"/>
                </a:solidFill>
              </a:rPr>
              <a:t> </a:t>
            </a:r>
            <a:r>
              <a:rPr altLang="en-IN" sz="2400" lang="en-US">
                <a:solidFill>
                  <a:srgbClr val="FFFFFF"/>
                </a:solidFill>
              </a:rPr>
              <a:t> </a:t>
            </a:r>
            <a:r>
              <a:rPr altLang="en-IN" sz="2400" lang="en-US">
                <a:solidFill>
                  <a:srgbClr val="FFFFFF"/>
                </a:solidFill>
              </a:rPr>
              <a:t> </a:t>
            </a:r>
            <a:r>
              <a:rPr altLang="en-US" sz="2400" lang="en-IN">
                <a:solidFill>
                  <a:srgbClr val="FFFFFF"/>
                </a:solidFill>
              </a:rPr>
              <a:t>✅</a:t>
            </a:r>
            <a:r>
              <a:rPr altLang="en-IN" sz="2400" lang="en-US">
                <a:solidFill>
                  <a:srgbClr val="FFFFFF"/>
                </a:solidFill>
              </a:rPr>
              <a:t> </a:t>
            </a:r>
            <a:r>
              <a:rPr altLang="en-IN" sz="2400" lang="en-US">
                <a:solidFill>
                  <a:srgbClr val="FFFFFF"/>
                </a:solidFill>
              </a:rPr>
              <a:t>Programming</a:t>
            </a:r>
            <a:r>
              <a:rPr sz="2400" lang="en-IN">
                <a:solidFill>
                  <a:srgbClr val="FFFFFF"/>
                </a:solidFill>
              </a:rPr>
              <a:t> language i</a:t>
            </a:r>
            <a:r>
              <a:rPr altLang="en-IN" sz="2400" lang="en-US">
                <a:solidFill>
                  <a:srgbClr val="FFFFFF"/>
                </a:solidFill>
              </a:rPr>
              <a:t>interpreters</a:t>
            </a:r>
            <a:r>
              <a:rPr altLang="en-IN" sz="2400" lang="en-US">
                <a:solidFill>
                  <a:srgbClr val="FFFFFF"/>
                </a:solidFill>
              </a:rPr>
              <a:t> </a:t>
            </a:r>
            <a:r>
              <a:rPr altLang="en-IN" sz="2400" lang="en-US">
                <a:solidFill>
                  <a:srgbClr val="FFFFFF"/>
                </a:solidFill>
              </a:rPr>
              <a:t> </a:t>
            </a:r>
            <a:endParaRPr sz="2400" lang="en-IN">
              <a:solidFill>
                <a:srgbClr val="FFFFFF"/>
              </a:solidFill>
            </a:endParaRPr>
          </a:p>
          <a:p>
            <a:r>
              <a:rPr altLang="en-IN" sz="2400" lang="en-US">
                <a:solidFill>
                  <a:srgbClr val="FFFFFF"/>
                </a:solidFill>
              </a:rPr>
              <a:t> </a:t>
            </a:r>
            <a:r>
              <a:rPr altLang="en-IN" sz="2400" lang="en-US">
                <a:solidFill>
                  <a:srgbClr val="FFFFFF"/>
                </a:solidFill>
              </a:rPr>
              <a:t> </a:t>
            </a:r>
            <a:r>
              <a:rPr altLang="en-IN" sz="2400" lang="en-US">
                <a:solidFill>
                  <a:srgbClr val="FFFFFF"/>
                </a:solidFill>
              </a:rPr>
              <a:t> </a:t>
            </a:r>
            <a:r>
              <a:rPr altLang="en-IN" sz="2400" lang="en-US">
                <a:solidFill>
                  <a:srgbClr val="FFFFFF"/>
                </a:solidFill>
              </a:rPr>
              <a:t> </a:t>
            </a:r>
            <a:r>
              <a:rPr altLang="en-IN" sz="2400" lang="en-US">
                <a:solidFill>
                  <a:srgbClr val="FFFFFF"/>
                </a:solidFill>
              </a:rPr>
              <a:t> </a:t>
            </a:r>
            <a:r>
              <a:rPr altLang="en-IN" sz="2400" lang="en-US">
                <a:solidFill>
                  <a:srgbClr val="FFFFFF"/>
                </a:solidFill>
              </a:rPr>
              <a:t> </a:t>
            </a:r>
            <a:r>
              <a:rPr altLang="en-IN" sz="2400" lang="en-US">
                <a:solidFill>
                  <a:srgbClr val="FFFFFF"/>
                </a:solidFill>
              </a:rPr>
              <a:t> </a:t>
            </a:r>
            <a:r>
              <a:rPr altLang="en-IN" sz="2400" lang="en-US">
                <a:solidFill>
                  <a:srgbClr val="FFFFFF"/>
                </a:solidFill>
              </a:rPr>
              <a:t> </a:t>
            </a:r>
            <a:r>
              <a:rPr altLang="en-IN" sz="2400" lang="en-US">
                <a:solidFill>
                  <a:srgbClr val="FFFFFF"/>
                </a:solidFill>
              </a:rPr>
              <a:t> </a:t>
            </a:r>
            <a:r>
              <a:rPr altLang="en-IN" sz="2400" lang="en-US">
                <a:solidFill>
                  <a:srgbClr val="FFFFFF"/>
                </a:solidFill>
              </a:rPr>
              <a:t> </a:t>
            </a:r>
            <a:r>
              <a:rPr altLang="en-IN" sz="2400" lang="en-US">
                <a:solidFill>
                  <a:srgbClr val="FFFFFF"/>
                </a:solidFill>
              </a:rPr>
              <a:t> </a:t>
            </a:r>
            <a:r>
              <a:rPr altLang="en-IN" sz="2400" lang="en-US">
                <a:solidFill>
                  <a:srgbClr val="FFFFFF"/>
                </a:solidFill>
              </a:rPr>
              <a:t> </a:t>
            </a:r>
            <a:r>
              <a:rPr altLang="en-IN" sz="2400" lang="en-US">
                <a:solidFill>
                  <a:srgbClr val="FFFFFF"/>
                </a:solidFill>
              </a:rPr>
              <a:t> </a:t>
            </a:r>
            <a:r>
              <a:rPr altLang="en-US" sz="2400" lang="en-IN">
                <a:solidFill>
                  <a:srgbClr val="FFFFFF"/>
                </a:solidFill>
              </a:rPr>
              <a:t>✅</a:t>
            </a:r>
            <a:r>
              <a:rPr altLang="en-IN" sz="2400" lang="en-US">
                <a:solidFill>
                  <a:srgbClr val="FFFFFF"/>
                </a:solidFill>
              </a:rPr>
              <a:t> </a:t>
            </a:r>
            <a:r>
              <a:rPr altLang="en-IN" sz="2400" lang="en-US">
                <a:solidFill>
                  <a:srgbClr val="FFFFFF"/>
                </a:solidFill>
              </a:rPr>
              <a:t> </a:t>
            </a:r>
            <a:r>
              <a:rPr sz="2400" lang="en-IN">
                <a:solidFill>
                  <a:srgbClr val="FFFFFF"/>
                </a:solidFill>
              </a:rPr>
              <a:t>Educational compiler tools
</a:t>
            </a:r>
            <a:r>
              <a:rPr sz="2400" lang="en-IN">
                <a:solidFill>
                  <a:srgbClr val="FFFFFF"/>
                </a:solidFill>
              </a:rPr>
              <a:t>◆</a:t>
            </a:r>
            <a:r>
              <a:rPr altLang="en-IN" sz="2400" lang="en-US">
                <a:solidFill>
                  <a:srgbClr val="FFFFFF"/>
                </a:solidFill>
              </a:rPr>
              <a:t> </a:t>
            </a:r>
            <a:r>
              <a:rPr sz="2400" lang="en-IN">
                <a:solidFill>
                  <a:srgbClr val="FFFFFF"/>
                </a:solidFill>
              </a:rPr>
              <a:t>Helps in error detection and reporting</a:t>
            </a:r>
            <a:endParaRPr sz="2400" lang="en-IN">
              <a:solidFill>
                <a:srgbClr val="FFFFFF"/>
              </a:solidFill>
            </a:endParaRPr>
          </a:p>
          <a:p>
            <a:endParaRPr lang="en-IN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1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045" name="PlaceHolder 1"/>
          <p:cNvSpPr>
            <a:spLocks noGrp="1"/>
          </p:cNvSpPr>
          <p:nvPr>
            <p:ph type="title"/>
          </p:nvPr>
        </p:nvSpPr>
        <p:spPr>
          <a:xfrm>
            <a:off x="2133720" y="362755"/>
            <a:ext cx="4504923" cy="1121988"/>
          </a:xfrm>
          <a:prstGeom prst="rect"/>
          <a:noFill/>
          <a:ln w="0">
            <a:noFill/>
          </a:ln>
        </p:spPr>
        <p:txBody>
          <a:bodyPr anchor="b" bIns="91440" lIns="91440" rIns="91440" tIns="91440">
            <a:noAutofit/>
          </a:bodyPr>
          <a:p>
            <a:pPr algn="ctr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sz="2800" lang="fr-FR" strike="noStrike" u="none">
                <a:solidFill>
                  <a:schemeClr val="dk1"/>
                </a:solidFill>
                <a:effectLst/>
                <a:latin typeface="Arial"/>
              </a:rPr>
              <a:t>Advantages of Predictive Parsing</a:t>
            </a:r>
            <a:endParaRPr b="0" sz="2800" lang="fr-FR" strike="noStrike" u="none">
              <a:solidFill>
                <a:schemeClr val="dk1"/>
              </a:solidFill>
              <a:effectLst/>
              <a:latin typeface="Arial"/>
            </a:endParaRPr>
          </a:p>
        </p:txBody>
      </p:sp>
      <p:sp>
        <p:nvSpPr>
          <p:cNvPr id="1049046" name="PlaceHolder 2"/>
          <p:cNvSpPr>
            <a:spLocks noGrp="1"/>
          </p:cNvSpPr>
          <p:nvPr>
            <p:ph type="subTitle"/>
          </p:nvPr>
        </p:nvSpPr>
        <p:spPr>
          <a:xfrm>
            <a:off x="1628120" y="1663896"/>
            <a:ext cx="5718694" cy="2925275"/>
          </a:xfrm>
          <a:prstGeom prst="rect"/>
          <a:noFill/>
          <a:ln w="50800">
            <a:noFill/>
            <a:prstDash val="solid"/>
            <a:round/>
          </a:ln>
        </p:spPr>
        <p:txBody>
          <a:bodyPr anchor="ctr" bIns="91440" lIns="91440" rIns="91440" tIns="91440">
            <a:normAutofit/>
          </a:bodyPr>
          <a:p>
            <a:pPr algn="l" indent="0">
              <a:lnSpc>
                <a:spcPct val="150000"/>
              </a:lnSpc>
              <a:buNone/>
              <a:tabLst>
                <a:tab algn="l" pos="0"/>
              </a:tabLst>
            </a:pPr>
            <a:r>
              <a:rPr altLang="en-US" b="0" sz="2400" lang="en-US" strike="noStrike" u="none">
                <a:solidFill>
                  <a:srgbClr val="FFFFFF"/>
                </a:solidFill>
                <a:effectLst/>
                <a:latin typeface="Lato"/>
                <a:ea typeface="Lato"/>
              </a:rPr>
              <a:t>◆</a:t>
            </a:r>
            <a:r>
              <a:rPr altLang="en-IN" b="0" sz="2400" lang="en-US" strike="noStrike" u="none">
                <a:solidFill>
                  <a:srgbClr val="FFFFFF"/>
                </a:solidFill>
                <a:effectLst/>
                <a:latin typeface="Lato"/>
                <a:ea typeface="Lato"/>
              </a:rPr>
              <a:t> </a:t>
            </a:r>
            <a:r>
              <a:rPr b="0" sz="2400" lang="en-US" strike="noStrike" u="none">
                <a:solidFill>
                  <a:srgbClr val="FFFFFF"/>
                </a:solidFill>
                <a:effectLst/>
                <a:latin typeface="Lato"/>
                <a:ea typeface="Lato"/>
              </a:rPr>
              <a:t>Simple</a:t>
            </a:r>
            <a:r>
              <a:rPr b="0" sz="2400" lang="en-US" strike="noStrike" u="none">
                <a:solidFill>
                  <a:srgbClr val="FFFFFF"/>
                </a:solidFill>
                <a:effectLst/>
                <a:latin typeface="Lato"/>
                <a:ea typeface="Lato"/>
              </a:rPr>
              <a:t> and fast parsing method
</a:t>
            </a:r>
            <a:r>
              <a:rPr altLang="en-US" b="0" sz="2400" lang="en-US" strike="noStrike" u="none">
                <a:solidFill>
                  <a:srgbClr val="FFFFFF"/>
                </a:solidFill>
                <a:effectLst/>
                <a:latin typeface="Lato"/>
                <a:ea typeface="Lato"/>
              </a:rPr>
              <a:t>◆</a:t>
            </a:r>
            <a:r>
              <a:rPr altLang="en-IN" b="0" sz="2400" lang="en-US" strike="noStrike" u="none">
                <a:solidFill>
                  <a:srgbClr val="FFFFFF"/>
                </a:solidFill>
                <a:effectLst/>
                <a:latin typeface="Lato"/>
                <a:ea typeface="Lato"/>
              </a:rPr>
              <a:t> </a:t>
            </a:r>
            <a:r>
              <a:rPr b="0" sz="2400" lang="en-US" strike="noStrike" u="none">
                <a:solidFill>
                  <a:srgbClr val="FFFFFF"/>
                </a:solidFill>
                <a:effectLst/>
                <a:latin typeface="Lato"/>
                <a:ea typeface="Lato"/>
              </a:rPr>
              <a:t>Easy</a:t>
            </a:r>
            <a:r>
              <a:rPr b="0" sz="2400" lang="en-US" strike="noStrike" u="none">
                <a:solidFill>
                  <a:srgbClr val="FFFFFF"/>
                </a:solidFill>
                <a:effectLst/>
                <a:latin typeface="Lato"/>
                <a:ea typeface="Lato"/>
              </a:rPr>
              <a:t> to implement using a stack
</a:t>
            </a:r>
            <a:r>
              <a:rPr altLang="en-US" b="0" sz="2400" lang="en-US" strike="noStrike" u="none">
                <a:solidFill>
                  <a:srgbClr val="FFFFFF"/>
                </a:solidFill>
                <a:effectLst/>
                <a:latin typeface="Lato"/>
                <a:ea typeface="Lato"/>
              </a:rPr>
              <a:t>◆</a:t>
            </a:r>
            <a:r>
              <a:rPr altLang="en-IN" b="0" sz="2400" lang="en-US" strike="noStrike" u="none">
                <a:solidFill>
                  <a:srgbClr val="FFFFFF"/>
                </a:solidFill>
                <a:effectLst/>
                <a:latin typeface="Lato"/>
                <a:ea typeface="Lato"/>
              </a:rPr>
              <a:t> </a:t>
            </a:r>
            <a:r>
              <a:rPr b="0" sz="2400" lang="en-US" strike="noStrike" u="none">
                <a:solidFill>
                  <a:srgbClr val="FFFFFF"/>
                </a:solidFill>
                <a:effectLst/>
                <a:latin typeface="Lato"/>
                <a:ea typeface="Lato"/>
              </a:rPr>
              <a:t>Efficient</a:t>
            </a:r>
            <a:r>
              <a:rPr b="0" sz="2400" lang="en-US" strike="noStrike" u="none">
                <a:solidFill>
                  <a:srgbClr val="FFFFFF"/>
                </a:solidFill>
                <a:effectLst/>
                <a:latin typeface="Lato"/>
                <a:ea typeface="Lato"/>
              </a:rPr>
              <a:t> for programming language grammars
</a:t>
            </a:r>
            <a:r>
              <a:rPr altLang="en-US" b="0" sz="2400" lang="en-US" strike="noStrike" u="none">
                <a:solidFill>
                  <a:srgbClr val="FFFFFF"/>
                </a:solidFill>
                <a:effectLst/>
                <a:latin typeface="Lato"/>
                <a:ea typeface="Lato"/>
              </a:rPr>
              <a:t>◆</a:t>
            </a:r>
            <a:r>
              <a:rPr altLang="en-IN" b="0" sz="2400" lang="en-US" strike="noStrike" u="none">
                <a:solidFill>
                  <a:srgbClr val="FFFFFF"/>
                </a:solidFill>
                <a:effectLst/>
                <a:latin typeface="Lato"/>
                <a:ea typeface="Lato"/>
              </a:rPr>
              <a:t> </a:t>
            </a:r>
            <a:r>
              <a:rPr b="0" sz="2400" lang="en-US" strike="noStrike" u="none">
                <a:solidFill>
                  <a:srgbClr val="FFFFFF"/>
                </a:solidFill>
                <a:effectLst/>
                <a:latin typeface="Lato"/>
                <a:ea typeface="Lato"/>
              </a:rPr>
              <a:t>Clear</a:t>
            </a:r>
            <a:r>
              <a:rPr b="0" sz="2400" lang="en-US" strike="noStrike" u="none">
                <a:solidFill>
                  <a:srgbClr val="FFFFFF"/>
                </a:solidFill>
                <a:effectLst/>
                <a:latin typeface="Lato"/>
                <a:ea typeface="Lato"/>
              </a:rPr>
              <a:t> structure for syntax validation</a:t>
            </a:r>
            <a:endParaRPr b="0" sz="2400" lang="en-US" strike="noStrike" u="none">
              <a:solidFill>
                <a:srgbClr val="FFFFFF"/>
              </a:solidFill>
              <a:effectLst/>
              <a:latin typeface="OpenSymbol"/>
            </a:endParaRPr>
          </a:p>
        </p:txBody>
      </p:sp>
      <p:grpSp>
        <p:nvGrpSpPr>
          <p:cNvPr id="117" name="Google Shape;3333;p37"/>
          <p:cNvGrpSpPr/>
          <p:nvPr/>
        </p:nvGrpSpPr>
        <p:grpSpPr>
          <a:xfrm>
            <a:off x="1599480" y="-980640"/>
            <a:ext cx="142920" cy="2454120"/>
            <a:chOff x="1599480" y="-980640"/>
            <a:chExt cx="142920" cy="2454120"/>
          </a:xfrm>
        </p:grpSpPr>
        <p:grpSp>
          <p:nvGrpSpPr>
            <p:cNvPr id="118" name="Google Shape;3334;p37"/>
            <p:cNvGrpSpPr/>
            <p:nvPr/>
          </p:nvGrpSpPr>
          <p:grpSpPr>
            <a:xfrm>
              <a:off x="1599480" y="-980640"/>
              <a:ext cx="142920" cy="2454120"/>
              <a:chOff x="1599480" y="-980640"/>
              <a:chExt cx="142920" cy="2454120"/>
            </a:xfrm>
          </p:grpSpPr>
          <p:sp>
            <p:nvSpPr>
              <p:cNvPr id="1049047" name="Google Shape;3335;p37"/>
              <p:cNvSpPr/>
              <p:nvPr/>
            </p:nvSpPr>
            <p:spPr>
              <a:xfrm>
                <a:off x="1599480" y="1330560"/>
                <a:ext cx="142920" cy="142920"/>
              </a:xfrm>
              <a:prstGeom prst="rect"/>
              <a:gradFill rotWithShape="0">
                <a:gsLst>
                  <a:gs pos="0">
                    <a:srgbClr val="7DF3E5"/>
                  </a:gs>
                  <a:gs pos="100000">
                    <a:srgbClr val="02C5AE"/>
                  </a:gs>
                </a:gsLst>
                <a:lin ang="2700000"/>
              </a:gradFill>
              <a:ln w="0">
                <a:noFill/>
              </a:ln>
              <a:effectLst>
                <a:outerShdw algn="bl" blurRad="185760" rotWithShape="0">
                  <a:schemeClr val="dk1">
                    <a:alpha val="31000"/>
                  </a:schemeClr>
                </a:outerShdw>
              </a:effectLst>
            </p:spPr>
            <p:style>
              <a:lnRef idx="0">
                <a:srgbClr val="000000"/>
              </a:lnRef>
              <a:fillRef idx="0">
                <a:srgbClr val="000000"/>
              </a:fillRef>
              <a:effectRef idx="0">
                <a:srgbClr val="000000"/>
              </a:effectRef>
              <a:fontRef idx="minor">
                <a:srgbClr val="000000"/>
              </a:fontRef>
            </p:style>
            <p:txBody>
              <a:bodyPr anchor="ctr" bIns="71640" tIns="71640">
                <a:noAutofit/>
              </a:bodyPr>
              <a:p>
                <a:pPr algn="ctr"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sz="1800" lang="en-US" strike="noStrike" u="none">
                  <a:solidFill>
                    <a:srgbClr val="000000"/>
                  </a:solidFill>
                  <a:effectLst/>
                  <a:latin typeface="OpenSymbol"/>
                </a:endParaRPr>
              </a:p>
            </p:txBody>
          </p:sp>
          <p:sp>
            <p:nvSpPr>
              <p:cNvPr id="1049048" name="Google Shape;3336;p37"/>
              <p:cNvSpPr/>
              <p:nvPr/>
            </p:nvSpPr>
            <p:spPr>
              <a:xfrm>
                <a:off x="1608120" y="1119600"/>
                <a:ext cx="126000" cy="126360"/>
              </a:xfrm>
              <a:prstGeom prst="rect"/>
              <a:gradFill rotWithShape="0">
                <a:gsLst>
                  <a:gs pos="0">
                    <a:srgbClr val="7DF3E5"/>
                  </a:gs>
                  <a:gs pos="100000">
                    <a:srgbClr val="02C5AE"/>
                  </a:gs>
                </a:gsLst>
                <a:lin ang="2700000"/>
              </a:gradFill>
              <a:ln w="0">
                <a:noFill/>
              </a:ln>
              <a:effectLst>
                <a:outerShdw algn="bl" blurRad="185760" rotWithShape="0">
                  <a:schemeClr val="dk1">
                    <a:alpha val="31000"/>
                  </a:schemeClr>
                </a:outerShdw>
              </a:effectLst>
            </p:spPr>
            <p:style>
              <a:lnRef idx="0">
                <a:srgbClr val="000000"/>
              </a:lnRef>
              <a:fillRef idx="0">
                <a:srgbClr val="000000"/>
              </a:fillRef>
              <a:effectRef idx="0">
                <a:srgbClr val="000000"/>
              </a:effectRef>
              <a:fontRef idx="minor">
                <a:srgbClr val="000000"/>
              </a:fontRef>
            </p:style>
            <p:txBody>
              <a:bodyPr anchor="ctr" bIns="63360" tIns="63360">
                <a:noAutofit/>
              </a:bodyPr>
              <a:p>
                <a:pPr algn="ctr"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sz="1800" lang="en-US" strike="noStrike" u="none">
                  <a:solidFill>
                    <a:srgbClr val="000000"/>
                  </a:solidFill>
                  <a:effectLst/>
                  <a:latin typeface="OpenSymbol"/>
                </a:endParaRPr>
              </a:p>
            </p:txBody>
          </p:sp>
          <p:sp>
            <p:nvSpPr>
              <p:cNvPr id="1049049" name="Google Shape;3337;p37"/>
              <p:cNvSpPr/>
              <p:nvPr/>
            </p:nvSpPr>
            <p:spPr>
              <a:xfrm>
                <a:off x="1608120" y="909000"/>
                <a:ext cx="126000" cy="126360"/>
              </a:xfrm>
              <a:prstGeom prst="rect"/>
              <a:gradFill rotWithShape="0">
                <a:gsLst>
                  <a:gs pos="0">
                    <a:srgbClr val="7DF3E5"/>
                  </a:gs>
                  <a:gs pos="100000">
                    <a:srgbClr val="02C5AE"/>
                  </a:gs>
                </a:gsLst>
                <a:lin ang="2700000"/>
              </a:gradFill>
              <a:ln w="0">
                <a:noFill/>
              </a:ln>
              <a:effectLst>
                <a:outerShdw algn="bl" blurRad="185760" rotWithShape="0">
                  <a:schemeClr val="dk1">
                    <a:alpha val="31000"/>
                  </a:schemeClr>
                </a:outerShdw>
              </a:effectLst>
            </p:spPr>
            <p:style>
              <a:lnRef idx="0">
                <a:srgbClr val="000000"/>
              </a:lnRef>
              <a:fillRef idx="0">
                <a:srgbClr val="000000"/>
              </a:fillRef>
              <a:effectRef idx="0">
                <a:srgbClr val="000000"/>
              </a:effectRef>
              <a:fontRef idx="minor">
                <a:srgbClr val="000000"/>
              </a:fontRef>
            </p:style>
            <p:txBody>
              <a:bodyPr anchor="ctr" bIns="63360" tIns="63360">
                <a:noAutofit/>
              </a:bodyPr>
              <a:p>
                <a:pPr algn="ctr"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sz="1800" lang="en-US" strike="noStrike" u="none">
                  <a:solidFill>
                    <a:srgbClr val="000000"/>
                  </a:solidFill>
                  <a:effectLst/>
                  <a:latin typeface="OpenSymbol"/>
                </a:endParaRPr>
              </a:p>
            </p:txBody>
          </p:sp>
          <p:sp>
            <p:nvSpPr>
              <p:cNvPr id="1049050" name="Google Shape;3338;p37"/>
              <p:cNvSpPr/>
              <p:nvPr/>
            </p:nvSpPr>
            <p:spPr>
              <a:xfrm>
                <a:off x="1608120" y="698040"/>
                <a:ext cx="126000" cy="126360"/>
              </a:xfrm>
              <a:prstGeom prst="rect"/>
              <a:gradFill rotWithShape="0">
                <a:gsLst>
                  <a:gs pos="0">
                    <a:srgbClr val="7DF3E5"/>
                  </a:gs>
                  <a:gs pos="100000">
                    <a:srgbClr val="02C5AE"/>
                  </a:gs>
                </a:gsLst>
                <a:lin ang="2700000"/>
              </a:gradFill>
              <a:ln w="0">
                <a:noFill/>
              </a:ln>
              <a:effectLst>
                <a:outerShdw algn="bl" blurRad="185760" rotWithShape="0">
                  <a:schemeClr val="dk1">
                    <a:alpha val="31000"/>
                  </a:schemeClr>
                </a:outerShdw>
              </a:effectLst>
            </p:spPr>
            <p:style>
              <a:lnRef idx="0">
                <a:srgbClr val="000000"/>
              </a:lnRef>
              <a:fillRef idx="0">
                <a:srgbClr val="000000"/>
              </a:fillRef>
              <a:effectRef idx="0">
                <a:srgbClr val="000000"/>
              </a:effectRef>
              <a:fontRef idx="minor">
                <a:srgbClr val="000000"/>
              </a:fontRef>
            </p:style>
            <p:txBody>
              <a:bodyPr anchor="ctr" bIns="63360" tIns="63360">
                <a:noAutofit/>
              </a:bodyPr>
              <a:p>
                <a:pPr algn="ctr"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sz="1800" lang="en-US" strike="noStrike" u="none">
                  <a:solidFill>
                    <a:srgbClr val="000000"/>
                  </a:solidFill>
                  <a:effectLst/>
                  <a:latin typeface="OpenSymbol"/>
                </a:endParaRPr>
              </a:p>
            </p:txBody>
          </p:sp>
          <p:sp>
            <p:nvSpPr>
              <p:cNvPr id="1049051" name="Google Shape;3339;p37"/>
              <p:cNvSpPr/>
              <p:nvPr/>
            </p:nvSpPr>
            <p:spPr>
              <a:xfrm>
                <a:off x="1612440" y="487440"/>
                <a:ext cx="117360" cy="117720"/>
              </a:xfrm>
              <a:prstGeom prst="rect"/>
              <a:gradFill rotWithShape="0">
                <a:gsLst>
                  <a:gs pos="0">
                    <a:srgbClr val="7DF3E5"/>
                  </a:gs>
                  <a:gs pos="100000">
                    <a:srgbClr val="02C5AE"/>
                  </a:gs>
                </a:gsLst>
                <a:lin ang="2700000"/>
              </a:gradFill>
              <a:ln w="0">
                <a:noFill/>
              </a:ln>
              <a:effectLst>
                <a:outerShdw algn="bl" blurRad="185760" rotWithShape="0">
                  <a:schemeClr val="dk1">
                    <a:alpha val="31000"/>
                  </a:schemeClr>
                </a:outerShdw>
              </a:effectLst>
            </p:spPr>
            <p:style>
              <a:lnRef idx="0">
                <a:srgbClr val="000000"/>
              </a:lnRef>
              <a:fillRef idx="0">
                <a:srgbClr val="000000"/>
              </a:fillRef>
              <a:effectRef idx="0">
                <a:srgbClr val="000000"/>
              </a:effectRef>
              <a:fontRef idx="minor">
                <a:srgbClr val="000000"/>
              </a:fontRef>
            </p:style>
            <p:txBody>
              <a:bodyPr anchor="ctr" bIns="59040" tIns="59040">
                <a:noAutofit/>
              </a:bodyPr>
              <a:p>
                <a:pPr algn="ctr"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sz="1800" lang="en-US" strike="noStrike" u="none">
                  <a:solidFill>
                    <a:srgbClr val="000000"/>
                  </a:solidFill>
                  <a:effectLst/>
                  <a:latin typeface="OpenSymbol"/>
                </a:endParaRPr>
              </a:p>
            </p:txBody>
          </p:sp>
          <p:sp>
            <p:nvSpPr>
              <p:cNvPr id="1049052" name="Google Shape;3340;p37"/>
              <p:cNvSpPr/>
              <p:nvPr/>
            </p:nvSpPr>
            <p:spPr>
              <a:xfrm>
                <a:off x="1612440" y="276840"/>
                <a:ext cx="117360" cy="117720"/>
              </a:xfrm>
              <a:prstGeom prst="rect"/>
              <a:gradFill rotWithShape="0">
                <a:gsLst>
                  <a:gs pos="0">
                    <a:srgbClr val="7DF3E5"/>
                  </a:gs>
                  <a:gs pos="100000">
                    <a:srgbClr val="02C5AE"/>
                  </a:gs>
                </a:gsLst>
                <a:lin ang="2700000"/>
              </a:gradFill>
              <a:ln w="0">
                <a:noFill/>
              </a:ln>
              <a:effectLst>
                <a:outerShdw algn="bl" blurRad="185760" rotWithShape="0">
                  <a:schemeClr val="dk1">
                    <a:alpha val="31000"/>
                  </a:schemeClr>
                </a:outerShdw>
              </a:effectLst>
            </p:spPr>
            <p:style>
              <a:lnRef idx="0">
                <a:srgbClr val="000000"/>
              </a:lnRef>
              <a:fillRef idx="0">
                <a:srgbClr val="000000"/>
              </a:fillRef>
              <a:effectRef idx="0">
                <a:srgbClr val="000000"/>
              </a:effectRef>
              <a:fontRef idx="minor">
                <a:srgbClr val="000000"/>
              </a:fontRef>
            </p:style>
            <p:txBody>
              <a:bodyPr anchor="ctr" bIns="59040" tIns="59040">
                <a:noAutofit/>
              </a:bodyPr>
              <a:p>
                <a:pPr algn="ctr"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sz="1800" lang="en-US" strike="noStrike" u="none">
                  <a:solidFill>
                    <a:srgbClr val="000000"/>
                  </a:solidFill>
                  <a:effectLst/>
                  <a:latin typeface="OpenSymbol"/>
                </a:endParaRPr>
              </a:p>
            </p:txBody>
          </p:sp>
          <p:sp>
            <p:nvSpPr>
              <p:cNvPr id="1049053" name="Google Shape;3341;p37"/>
              <p:cNvSpPr/>
              <p:nvPr/>
            </p:nvSpPr>
            <p:spPr>
              <a:xfrm>
                <a:off x="1614600" y="65880"/>
                <a:ext cx="113040" cy="113040"/>
              </a:xfrm>
              <a:prstGeom prst="rect"/>
              <a:gradFill rotWithShape="0">
                <a:gsLst>
                  <a:gs pos="0">
                    <a:srgbClr val="7DF3E5"/>
                  </a:gs>
                  <a:gs pos="100000">
                    <a:srgbClr val="02C5AE"/>
                  </a:gs>
                </a:gsLst>
                <a:lin ang="2700000"/>
              </a:gradFill>
              <a:ln w="0">
                <a:noFill/>
              </a:ln>
              <a:effectLst>
                <a:outerShdw algn="bl" blurRad="185760" rotWithShape="0">
                  <a:schemeClr val="dk1">
                    <a:alpha val="31000"/>
                  </a:schemeClr>
                </a:outerShdw>
              </a:effectLst>
            </p:spPr>
            <p:style>
              <a:lnRef idx="0">
                <a:srgbClr val="000000"/>
              </a:lnRef>
              <a:fillRef idx="0">
                <a:srgbClr val="000000"/>
              </a:fillRef>
              <a:effectRef idx="0">
                <a:srgbClr val="000000"/>
              </a:effectRef>
              <a:fontRef idx="minor">
                <a:srgbClr val="000000"/>
              </a:fontRef>
            </p:style>
            <p:txBody>
              <a:bodyPr anchor="ctr" bIns="56520" tIns="56520">
                <a:noAutofit/>
              </a:bodyPr>
              <a:p>
                <a:pPr algn="ctr"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sz="1800" lang="en-US" strike="noStrike" u="none">
                  <a:solidFill>
                    <a:srgbClr val="000000"/>
                  </a:solidFill>
                  <a:effectLst/>
                  <a:latin typeface="OpenSymbol"/>
                </a:endParaRPr>
              </a:p>
            </p:txBody>
          </p:sp>
          <p:sp>
            <p:nvSpPr>
              <p:cNvPr id="1049054" name="Google Shape;3342;p37"/>
              <p:cNvSpPr/>
              <p:nvPr/>
            </p:nvSpPr>
            <p:spPr>
              <a:xfrm>
                <a:off x="1616760" y="-144720"/>
                <a:ext cx="108720" cy="108720"/>
              </a:xfrm>
              <a:prstGeom prst="rect"/>
              <a:gradFill rotWithShape="0">
                <a:gsLst>
                  <a:gs pos="0">
                    <a:srgbClr val="7DF3E5"/>
                  </a:gs>
                  <a:gs pos="100000">
                    <a:srgbClr val="02C5AE"/>
                  </a:gs>
                </a:gsLst>
                <a:lin ang="2700000"/>
              </a:gradFill>
              <a:ln w="0">
                <a:noFill/>
              </a:ln>
              <a:effectLst>
                <a:outerShdw algn="bl" blurRad="185760" rotWithShape="0">
                  <a:schemeClr val="dk1">
                    <a:alpha val="31000"/>
                  </a:schemeClr>
                </a:outerShdw>
              </a:effectLst>
            </p:spPr>
            <p:style>
              <a:lnRef idx="0">
                <a:srgbClr val="000000"/>
              </a:lnRef>
              <a:fillRef idx="0">
                <a:srgbClr val="000000"/>
              </a:fillRef>
              <a:effectRef idx="0">
                <a:srgbClr val="000000"/>
              </a:effectRef>
              <a:fontRef idx="minor">
                <a:srgbClr val="000000"/>
              </a:fontRef>
            </p:style>
            <p:txBody>
              <a:bodyPr anchor="ctr" bIns="54360" tIns="54360">
                <a:noAutofit/>
              </a:bodyPr>
              <a:p>
                <a:pPr algn="ctr"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sz="1800" lang="en-US" strike="noStrike" u="none">
                  <a:solidFill>
                    <a:srgbClr val="000000"/>
                  </a:solidFill>
                  <a:effectLst/>
                  <a:latin typeface="OpenSymbol"/>
                </a:endParaRPr>
              </a:p>
            </p:txBody>
          </p:sp>
          <p:sp>
            <p:nvSpPr>
              <p:cNvPr id="1049055" name="Google Shape;3343;p37"/>
              <p:cNvSpPr/>
              <p:nvPr/>
            </p:nvSpPr>
            <p:spPr>
              <a:xfrm>
                <a:off x="1621800" y="-351000"/>
                <a:ext cx="98640" cy="98640"/>
              </a:xfrm>
              <a:prstGeom prst="rect"/>
              <a:gradFill rotWithShape="0">
                <a:gsLst>
                  <a:gs pos="0">
                    <a:srgbClr val="7DF3E5"/>
                  </a:gs>
                  <a:gs pos="100000">
                    <a:srgbClr val="02C5AE"/>
                  </a:gs>
                </a:gsLst>
                <a:lin ang="2700000"/>
              </a:gradFill>
              <a:ln w="0">
                <a:noFill/>
              </a:ln>
              <a:effectLst>
                <a:outerShdw algn="bl" blurRad="185760" rotWithShape="0">
                  <a:schemeClr val="dk1">
                    <a:alpha val="31000"/>
                  </a:schemeClr>
                </a:outerShdw>
              </a:effectLst>
            </p:spPr>
            <p:style>
              <a:lnRef idx="0">
                <a:srgbClr val="000000"/>
              </a:lnRef>
              <a:fillRef idx="0">
                <a:srgbClr val="000000"/>
              </a:fillRef>
              <a:effectRef idx="0">
                <a:srgbClr val="000000"/>
              </a:effectRef>
              <a:fontRef idx="minor">
                <a:srgbClr val="000000"/>
              </a:fontRef>
            </p:style>
            <p:txBody>
              <a:bodyPr anchor="ctr" bIns="49320" tIns="49320">
                <a:noAutofit/>
              </a:bodyPr>
              <a:p>
                <a:pPr algn="ctr"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sz="1800" lang="en-US" strike="noStrike" u="none">
                  <a:solidFill>
                    <a:srgbClr val="000000"/>
                  </a:solidFill>
                  <a:effectLst/>
                  <a:latin typeface="OpenSymbol"/>
                </a:endParaRPr>
              </a:p>
            </p:txBody>
          </p:sp>
          <p:sp>
            <p:nvSpPr>
              <p:cNvPr id="1049056" name="Google Shape;3344;p37"/>
              <p:cNvSpPr/>
              <p:nvPr/>
            </p:nvSpPr>
            <p:spPr>
              <a:xfrm>
                <a:off x="1626480" y="-557280"/>
                <a:ext cx="88920" cy="88920"/>
              </a:xfrm>
              <a:prstGeom prst="rect"/>
              <a:gradFill rotWithShape="0">
                <a:gsLst>
                  <a:gs pos="0">
                    <a:srgbClr val="7DF3E5"/>
                  </a:gs>
                  <a:gs pos="100000">
                    <a:srgbClr val="02C5AE"/>
                  </a:gs>
                </a:gsLst>
                <a:lin ang="2700000"/>
              </a:gradFill>
              <a:ln w="0">
                <a:noFill/>
              </a:ln>
              <a:effectLst>
                <a:outerShdw algn="bl" blurRad="185760" rotWithShape="0">
                  <a:schemeClr val="dk1">
                    <a:alpha val="31000"/>
                  </a:schemeClr>
                </a:outerShdw>
              </a:effectLst>
            </p:spPr>
            <p:style>
              <a:lnRef idx="0">
                <a:srgbClr val="000000"/>
              </a:lnRef>
              <a:fillRef idx="0">
                <a:srgbClr val="000000"/>
              </a:fillRef>
              <a:effectRef idx="0">
                <a:srgbClr val="000000"/>
              </a:effectRef>
              <a:fontRef idx="minor">
                <a:srgbClr val="000000"/>
              </a:fontRef>
            </p:style>
            <p:txBody>
              <a:bodyPr anchor="ctr" bIns="44640" tIns="44640">
                <a:noAutofit/>
              </a:bodyPr>
              <a:p>
                <a:pPr algn="ctr"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sz="1800" lang="en-US" strike="noStrike" u="none">
                  <a:solidFill>
                    <a:srgbClr val="000000"/>
                  </a:solidFill>
                  <a:effectLst/>
                  <a:latin typeface="OpenSymbol"/>
                </a:endParaRPr>
              </a:p>
            </p:txBody>
          </p:sp>
          <p:sp>
            <p:nvSpPr>
              <p:cNvPr id="1049057" name="Google Shape;3345;p37"/>
              <p:cNvSpPr/>
              <p:nvPr/>
            </p:nvSpPr>
            <p:spPr>
              <a:xfrm>
                <a:off x="1626480" y="-763200"/>
                <a:ext cx="88920" cy="88920"/>
              </a:xfrm>
              <a:prstGeom prst="rect"/>
              <a:gradFill rotWithShape="0">
                <a:gsLst>
                  <a:gs pos="0">
                    <a:srgbClr val="7DF3E5"/>
                  </a:gs>
                  <a:gs pos="100000">
                    <a:srgbClr val="02C5AE"/>
                  </a:gs>
                </a:gsLst>
                <a:lin ang="2700000"/>
              </a:gradFill>
              <a:ln w="0">
                <a:noFill/>
              </a:ln>
              <a:effectLst>
                <a:outerShdw algn="bl" blurRad="185760" rotWithShape="0">
                  <a:schemeClr val="dk1">
                    <a:alpha val="31000"/>
                  </a:schemeClr>
                </a:outerShdw>
              </a:effectLst>
            </p:spPr>
            <p:style>
              <a:lnRef idx="0">
                <a:srgbClr val="000000"/>
              </a:lnRef>
              <a:fillRef idx="0">
                <a:srgbClr val="000000"/>
              </a:fillRef>
              <a:effectRef idx="0">
                <a:srgbClr val="000000"/>
              </a:effectRef>
              <a:fontRef idx="minor">
                <a:srgbClr val="000000"/>
              </a:fontRef>
            </p:style>
            <p:txBody>
              <a:bodyPr anchor="ctr" bIns="44640" tIns="44640">
                <a:noAutofit/>
              </a:bodyPr>
              <a:p>
                <a:pPr algn="ctr"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sz="1800" lang="en-US" strike="noStrike" u="none">
                  <a:solidFill>
                    <a:srgbClr val="000000"/>
                  </a:solidFill>
                  <a:effectLst/>
                  <a:latin typeface="OpenSymbol"/>
                </a:endParaRPr>
              </a:p>
            </p:txBody>
          </p:sp>
          <p:sp>
            <p:nvSpPr>
              <p:cNvPr id="1049058" name="Google Shape;3346;p37"/>
              <p:cNvSpPr/>
              <p:nvPr/>
            </p:nvSpPr>
            <p:spPr>
              <a:xfrm>
                <a:off x="1631520" y="-980640"/>
                <a:ext cx="79200" cy="79200"/>
              </a:xfrm>
              <a:prstGeom prst="rect"/>
              <a:gradFill rotWithShape="0">
                <a:gsLst>
                  <a:gs pos="0">
                    <a:srgbClr val="7DF3E5"/>
                  </a:gs>
                  <a:gs pos="100000">
                    <a:srgbClr val="02C5AE"/>
                  </a:gs>
                </a:gsLst>
                <a:lin ang="2700000"/>
              </a:gradFill>
              <a:ln w="0">
                <a:noFill/>
              </a:ln>
              <a:effectLst>
                <a:outerShdw algn="bl" blurRad="185760" rotWithShape="0">
                  <a:schemeClr val="dk1">
                    <a:alpha val="31000"/>
                  </a:schemeClr>
                </a:outerShdw>
              </a:effectLst>
            </p:spPr>
            <p:style>
              <a:lnRef idx="0">
                <a:srgbClr val="000000"/>
              </a:lnRef>
              <a:fillRef idx="0">
                <a:srgbClr val="000000"/>
              </a:fillRef>
              <a:effectRef idx="0">
                <a:srgbClr val="000000"/>
              </a:effectRef>
              <a:fontRef idx="minor">
                <a:srgbClr val="000000"/>
              </a:fontRef>
            </p:style>
            <p:txBody>
              <a:bodyPr anchor="ctr" bIns="39600" tIns="39600">
                <a:noAutofit/>
              </a:bodyPr>
              <a:p>
                <a:pPr algn="ctr"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sz="1800" lang="en-US" strike="noStrike" u="none">
                  <a:solidFill>
                    <a:srgbClr val="000000"/>
                  </a:solidFill>
                  <a:effectLst/>
                  <a:latin typeface="OpenSymbol"/>
                </a:endParaRPr>
              </a:p>
            </p:txBody>
          </p:sp>
        </p:grpSp>
        <p:grpSp>
          <p:nvGrpSpPr>
            <p:cNvPr id="119" name="Google Shape;3347;p37"/>
            <p:cNvGrpSpPr/>
            <p:nvPr/>
          </p:nvGrpSpPr>
          <p:grpSpPr>
            <a:xfrm>
              <a:off x="1599480" y="-980640"/>
              <a:ext cx="142920" cy="2454120"/>
              <a:chOff x="1599480" y="-980640"/>
              <a:chExt cx="142920" cy="2454120"/>
            </a:xfrm>
          </p:grpSpPr>
          <p:sp>
            <p:nvSpPr>
              <p:cNvPr id="1049059" name="Google Shape;3348;p37"/>
              <p:cNvSpPr/>
              <p:nvPr/>
            </p:nvSpPr>
            <p:spPr>
              <a:xfrm>
                <a:off x="1599480" y="1330560"/>
                <a:ext cx="142920" cy="142920"/>
              </a:xfrm>
              <a:prstGeom prst="rect"/>
              <a:noFill/>
              <a:ln w="0">
                <a:noFill/>
              </a:ln>
            </p:spPr>
            <p:style>
              <a:lnRef idx="0">
                <a:srgbClr val="000000"/>
              </a:lnRef>
              <a:fillRef idx="0">
                <a:srgbClr val="000000"/>
              </a:fillRef>
              <a:effectRef idx="0">
                <a:srgbClr val="000000"/>
              </a:effectRef>
              <a:fontRef idx="minor">
                <a:srgbClr val="000000"/>
              </a:fontRef>
            </p:style>
            <p:txBody>
              <a:bodyPr anchor="ctr" bIns="71640" tIns="71640">
                <a:noAutofit/>
              </a:bodyPr>
              <a:p>
                <a:pPr algn="ctr"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sz="1800" lang="en-US" strike="noStrike" u="none">
                  <a:solidFill>
                    <a:srgbClr val="FFFFFF"/>
                  </a:solidFill>
                  <a:effectLst/>
                  <a:latin typeface="OpenSymbol"/>
                </a:endParaRPr>
              </a:p>
            </p:txBody>
          </p:sp>
          <p:sp>
            <p:nvSpPr>
              <p:cNvPr id="1049060" name="Google Shape;3349;p37"/>
              <p:cNvSpPr/>
              <p:nvPr/>
            </p:nvSpPr>
            <p:spPr>
              <a:xfrm>
                <a:off x="1608120" y="1119600"/>
                <a:ext cx="126000" cy="126360"/>
              </a:xfrm>
              <a:prstGeom prst="rect"/>
              <a:solidFill>
                <a:srgbClr val="009F8C">
                  <a:alpha val="5000"/>
                </a:srgbClr>
              </a:solidFill>
              <a:ln w="0">
                <a:noFill/>
              </a:ln>
            </p:spPr>
            <p:style>
              <a:lnRef idx="0">
                <a:srgbClr val="000000"/>
              </a:lnRef>
              <a:fillRef idx="0">
                <a:srgbClr val="000000"/>
              </a:fillRef>
              <a:effectRef idx="0">
                <a:srgbClr val="000000"/>
              </a:effectRef>
              <a:fontRef idx="minor">
                <a:srgbClr val="000000"/>
              </a:fontRef>
            </p:style>
            <p:txBody>
              <a:bodyPr anchor="ctr" bIns="63360" tIns="63360">
                <a:noAutofit/>
              </a:bodyPr>
              <a:p>
                <a:pPr algn="ctr"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sz="1800" lang="en-US" strike="noStrike" u="none">
                  <a:solidFill>
                    <a:srgbClr val="FFFFFF"/>
                  </a:solidFill>
                  <a:effectLst/>
                  <a:latin typeface="OpenSymbol"/>
                </a:endParaRPr>
              </a:p>
            </p:txBody>
          </p:sp>
          <p:sp>
            <p:nvSpPr>
              <p:cNvPr id="1049061" name="Google Shape;3350;p37"/>
              <p:cNvSpPr/>
              <p:nvPr/>
            </p:nvSpPr>
            <p:spPr>
              <a:xfrm>
                <a:off x="1608120" y="909000"/>
                <a:ext cx="126000" cy="126360"/>
              </a:xfrm>
              <a:prstGeom prst="rect"/>
              <a:solidFill>
                <a:srgbClr val="009F8C">
                  <a:alpha val="10000"/>
                </a:srgbClr>
              </a:solidFill>
              <a:ln w="0">
                <a:noFill/>
              </a:ln>
            </p:spPr>
            <p:style>
              <a:lnRef idx="0">
                <a:srgbClr val="000000"/>
              </a:lnRef>
              <a:fillRef idx="0">
                <a:srgbClr val="000000"/>
              </a:fillRef>
              <a:effectRef idx="0">
                <a:srgbClr val="000000"/>
              </a:effectRef>
              <a:fontRef idx="minor">
                <a:srgbClr val="000000"/>
              </a:fontRef>
            </p:style>
            <p:txBody>
              <a:bodyPr anchor="ctr" bIns="63360" tIns="63360">
                <a:noAutofit/>
              </a:bodyPr>
              <a:p>
                <a:pPr algn="ctr"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sz="1800" lang="en-US" strike="noStrike" u="none">
                  <a:solidFill>
                    <a:srgbClr val="FFFFFF"/>
                  </a:solidFill>
                  <a:effectLst/>
                  <a:latin typeface="OpenSymbol"/>
                </a:endParaRPr>
              </a:p>
            </p:txBody>
          </p:sp>
          <p:sp>
            <p:nvSpPr>
              <p:cNvPr id="1049062" name="Google Shape;3351;p37"/>
              <p:cNvSpPr/>
              <p:nvPr/>
            </p:nvSpPr>
            <p:spPr>
              <a:xfrm>
                <a:off x="1608120" y="698040"/>
                <a:ext cx="126000" cy="126360"/>
              </a:xfrm>
              <a:prstGeom prst="rect"/>
              <a:solidFill>
                <a:srgbClr val="009F8C">
                  <a:alpha val="20000"/>
                </a:srgbClr>
              </a:solidFill>
              <a:ln w="0">
                <a:noFill/>
              </a:ln>
            </p:spPr>
            <p:style>
              <a:lnRef idx="0">
                <a:srgbClr val="000000"/>
              </a:lnRef>
              <a:fillRef idx="0">
                <a:srgbClr val="000000"/>
              </a:fillRef>
              <a:effectRef idx="0">
                <a:srgbClr val="000000"/>
              </a:effectRef>
              <a:fontRef idx="minor">
                <a:srgbClr val="000000"/>
              </a:fontRef>
            </p:style>
            <p:txBody>
              <a:bodyPr anchor="ctr" bIns="63360" tIns="63360">
                <a:noAutofit/>
              </a:bodyPr>
              <a:p>
                <a:pPr algn="ctr"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sz="1800" lang="en-US" strike="noStrike" u="none">
                  <a:solidFill>
                    <a:srgbClr val="FFFFFF"/>
                  </a:solidFill>
                  <a:effectLst/>
                  <a:latin typeface="OpenSymbol"/>
                </a:endParaRPr>
              </a:p>
            </p:txBody>
          </p:sp>
          <p:sp>
            <p:nvSpPr>
              <p:cNvPr id="1049063" name="Google Shape;3352;p37"/>
              <p:cNvSpPr/>
              <p:nvPr/>
            </p:nvSpPr>
            <p:spPr>
              <a:xfrm>
                <a:off x="1612440" y="487440"/>
                <a:ext cx="117360" cy="117720"/>
              </a:xfrm>
              <a:prstGeom prst="rect"/>
              <a:solidFill>
                <a:srgbClr val="009F8C">
                  <a:alpha val="30000"/>
                </a:srgbClr>
              </a:solidFill>
              <a:ln w="0">
                <a:noFill/>
              </a:ln>
            </p:spPr>
            <p:style>
              <a:lnRef idx="0">
                <a:srgbClr val="000000"/>
              </a:lnRef>
              <a:fillRef idx="0">
                <a:srgbClr val="000000"/>
              </a:fillRef>
              <a:effectRef idx="0">
                <a:srgbClr val="000000"/>
              </a:effectRef>
              <a:fontRef idx="minor">
                <a:srgbClr val="000000"/>
              </a:fontRef>
            </p:style>
            <p:txBody>
              <a:bodyPr anchor="ctr" bIns="59040" tIns="59040">
                <a:noAutofit/>
              </a:bodyPr>
              <a:p>
                <a:pPr algn="ctr"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sz="1800" lang="en-US" strike="noStrike" u="none">
                  <a:solidFill>
                    <a:srgbClr val="FFFFFF"/>
                  </a:solidFill>
                  <a:effectLst/>
                  <a:latin typeface="OpenSymbol"/>
                </a:endParaRPr>
              </a:p>
            </p:txBody>
          </p:sp>
          <p:sp>
            <p:nvSpPr>
              <p:cNvPr id="1049064" name="Google Shape;3353;p37"/>
              <p:cNvSpPr/>
              <p:nvPr/>
            </p:nvSpPr>
            <p:spPr>
              <a:xfrm>
                <a:off x="1612440" y="276840"/>
                <a:ext cx="117360" cy="117720"/>
              </a:xfrm>
              <a:prstGeom prst="rect"/>
              <a:solidFill>
                <a:srgbClr val="009F8C">
                  <a:alpha val="40000"/>
                </a:srgbClr>
              </a:solidFill>
              <a:ln w="0">
                <a:noFill/>
              </a:ln>
            </p:spPr>
            <p:style>
              <a:lnRef idx="0">
                <a:srgbClr val="000000"/>
              </a:lnRef>
              <a:fillRef idx="0">
                <a:srgbClr val="000000"/>
              </a:fillRef>
              <a:effectRef idx="0">
                <a:srgbClr val="000000"/>
              </a:effectRef>
              <a:fontRef idx="minor">
                <a:srgbClr val="000000"/>
              </a:fontRef>
            </p:style>
            <p:txBody>
              <a:bodyPr anchor="ctr" bIns="59040" tIns="59040">
                <a:noAutofit/>
              </a:bodyPr>
              <a:p>
                <a:pPr algn="ctr"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sz="1800" lang="en-US" strike="noStrike" u="none">
                  <a:solidFill>
                    <a:srgbClr val="FFFFFF"/>
                  </a:solidFill>
                  <a:effectLst/>
                  <a:latin typeface="OpenSymbol"/>
                </a:endParaRPr>
              </a:p>
            </p:txBody>
          </p:sp>
          <p:sp>
            <p:nvSpPr>
              <p:cNvPr id="1049065" name="Google Shape;3354;p37"/>
              <p:cNvSpPr/>
              <p:nvPr/>
            </p:nvSpPr>
            <p:spPr>
              <a:xfrm>
                <a:off x="1614600" y="65880"/>
                <a:ext cx="113040" cy="113040"/>
              </a:xfrm>
              <a:prstGeom prst="rect"/>
              <a:solidFill>
                <a:srgbClr val="009F8C">
                  <a:alpha val="50000"/>
                </a:srgbClr>
              </a:solidFill>
              <a:ln w="0">
                <a:noFill/>
              </a:ln>
            </p:spPr>
            <p:style>
              <a:lnRef idx="0">
                <a:srgbClr val="000000"/>
              </a:lnRef>
              <a:fillRef idx="0">
                <a:srgbClr val="000000"/>
              </a:fillRef>
              <a:effectRef idx="0">
                <a:srgbClr val="000000"/>
              </a:effectRef>
              <a:fontRef idx="minor">
                <a:srgbClr val="000000"/>
              </a:fontRef>
            </p:style>
            <p:txBody>
              <a:bodyPr anchor="ctr" bIns="56520" tIns="56520">
                <a:noAutofit/>
              </a:bodyPr>
              <a:p>
                <a:pPr algn="ctr"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sz="1800" lang="en-US" strike="noStrike" u="none">
                  <a:solidFill>
                    <a:srgbClr val="FFFFFF"/>
                  </a:solidFill>
                  <a:effectLst/>
                  <a:latin typeface="OpenSymbol"/>
                </a:endParaRPr>
              </a:p>
            </p:txBody>
          </p:sp>
          <p:sp>
            <p:nvSpPr>
              <p:cNvPr id="1049066" name="Google Shape;3355;p37"/>
              <p:cNvSpPr/>
              <p:nvPr/>
            </p:nvSpPr>
            <p:spPr>
              <a:xfrm>
                <a:off x="1616760" y="-144720"/>
                <a:ext cx="108720" cy="108720"/>
              </a:xfrm>
              <a:prstGeom prst="rect"/>
              <a:solidFill>
                <a:srgbClr val="009F8C">
                  <a:alpha val="55000"/>
                </a:srgbClr>
              </a:solidFill>
              <a:ln w="0">
                <a:noFill/>
              </a:ln>
            </p:spPr>
            <p:style>
              <a:lnRef idx="0">
                <a:srgbClr val="000000"/>
              </a:lnRef>
              <a:fillRef idx="0">
                <a:srgbClr val="000000"/>
              </a:fillRef>
              <a:effectRef idx="0">
                <a:srgbClr val="000000"/>
              </a:effectRef>
              <a:fontRef idx="minor">
                <a:srgbClr val="000000"/>
              </a:fontRef>
            </p:style>
            <p:txBody>
              <a:bodyPr anchor="ctr" bIns="54360" tIns="54360">
                <a:noAutofit/>
              </a:bodyPr>
              <a:p>
                <a:pPr algn="ctr"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sz="1800" lang="en-US" strike="noStrike" u="none">
                  <a:solidFill>
                    <a:srgbClr val="FFFFFF"/>
                  </a:solidFill>
                  <a:effectLst/>
                  <a:latin typeface="OpenSymbol"/>
                </a:endParaRPr>
              </a:p>
            </p:txBody>
          </p:sp>
          <p:sp>
            <p:nvSpPr>
              <p:cNvPr id="1049067" name="Google Shape;3356;p37"/>
              <p:cNvSpPr/>
              <p:nvPr/>
            </p:nvSpPr>
            <p:spPr>
              <a:xfrm>
                <a:off x="1621800" y="-351000"/>
                <a:ext cx="98640" cy="98640"/>
              </a:xfrm>
              <a:prstGeom prst="rect"/>
              <a:solidFill>
                <a:srgbClr val="009F8C">
                  <a:alpha val="60000"/>
                </a:srgbClr>
              </a:solidFill>
              <a:ln w="0">
                <a:noFill/>
              </a:ln>
            </p:spPr>
            <p:style>
              <a:lnRef idx="0">
                <a:srgbClr val="000000"/>
              </a:lnRef>
              <a:fillRef idx="0">
                <a:srgbClr val="000000"/>
              </a:fillRef>
              <a:effectRef idx="0">
                <a:srgbClr val="000000"/>
              </a:effectRef>
              <a:fontRef idx="minor">
                <a:srgbClr val="000000"/>
              </a:fontRef>
            </p:style>
            <p:txBody>
              <a:bodyPr anchor="ctr" bIns="49320" tIns="49320">
                <a:noAutofit/>
              </a:bodyPr>
              <a:p>
                <a:pPr algn="ctr"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sz="1800" lang="en-US" strike="noStrike" u="none">
                  <a:solidFill>
                    <a:srgbClr val="FFFFFF"/>
                  </a:solidFill>
                  <a:effectLst/>
                  <a:latin typeface="OpenSymbol"/>
                </a:endParaRPr>
              </a:p>
            </p:txBody>
          </p:sp>
          <p:sp>
            <p:nvSpPr>
              <p:cNvPr id="1049068" name="Google Shape;3357;p37"/>
              <p:cNvSpPr/>
              <p:nvPr/>
            </p:nvSpPr>
            <p:spPr>
              <a:xfrm>
                <a:off x="1626480" y="-557280"/>
                <a:ext cx="88920" cy="88920"/>
              </a:xfrm>
              <a:prstGeom prst="rect"/>
              <a:solidFill>
                <a:srgbClr val="009F8C">
                  <a:alpha val="65000"/>
                </a:srgbClr>
              </a:solidFill>
              <a:ln w="0">
                <a:noFill/>
              </a:ln>
            </p:spPr>
            <p:style>
              <a:lnRef idx="0">
                <a:srgbClr val="000000"/>
              </a:lnRef>
              <a:fillRef idx="0">
                <a:srgbClr val="000000"/>
              </a:fillRef>
              <a:effectRef idx="0">
                <a:srgbClr val="000000"/>
              </a:effectRef>
              <a:fontRef idx="minor">
                <a:srgbClr val="000000"/>
              </a:fontRef>
            </p:style>
            <p:txBody>
              <a:bodyPr anchor="ctr" bIns="44640" tIns="44640">
                <a:noAutofit/>
              </a:bodyPr>
              <a:p>
                <a:pPr algn="ctr"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sz="1800" lang="en-US" strike="noStrike" u="none">
                  <a:solidFill>
                    <a:srgbClr val="FFFFFF"/>
                  </a:solidFill>
                  <a:effectLst/>
                  <a:latin typeface="OpenSymbol"/>
                </a:endParaRPr>
              </a:p>
            </p:txBody>
          </p:sp>
          <p:sp>
            <p:nvSpPr>
              <p:cNvPr id="1049069" name="Google Shape;3358;p37"/>
              <p:cNvSpPr/>
              <p:nvPr/>
            </p:nvSpPr>
            <p:spPr>
              <a:xfrm>
                <a:off x="1626480" y="-763200"/>
                <a:ext cx="88920" cy="88920"/>
              </a:xfrm>
              <a:prstGeom prst="rect"/>
              <a:solidFill>
                <a:srgbClr val="009F8C">
                  <a:alpha val="70000"/>
                </a:srgbClr>
              </a:solidFill>
              <a:ln w="0">
                <a:noFill/>
              </a:ln>
            </p:spPr>
            <p:style>
              <a:lnRef idx="0">
                <a:srgbClr val="000000"/>
              </a:lnRef>
              <a:fillRef idx="0">
                <a:srgbClr val="000000"/>
              </a:fillRef>
              <a:effectRef idx="0">
                <a:srgbClr val="000000"/>
              </a:effectRef>
              <a:fontRef idx="minor">
                <a:srgbClr val="000000"/>
              </a:fontRef>
            </p:style>
            <p:txBody>
              <a:bodyPr anchor="ctr" bIns="44640" tIns="44640">
                <a:noAutofit/>
              </a:bodyPr>
              <a:p>
                <a:pPr algn="ctr"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sz="1800" lang="en-US" strike="noStrike" u="none">
                  <a:solidFill>
                    <a:srgbClr val="FFFFFF"/>
                  </a:solidFill>
                  <a:effectLst/>
                  <a:latin typeface="OpenSymbol"/>
                </a:endParaRPr>
              </a:p>
            </p:txBody>
          </p:sp>
          <p:sp>
            <p:nvSpPr>
              <p:cNvPr id="1049070" name="Google Shape;3359;p37"/>
              <p:cNvSpPr/>
              <p:nvPr/>
            </p:nvSpPr>
            <p:spPr>
              <a:xfrm>
                <a:off x="1631520" y="-980640"/>
                <a:ext cx="79200" cy="79200"/>
              </a:xfrm>
              <a:prstGeom prst="rect"/>
              <a:solidFill>
                <a:srgbClr val="009F8C">
                  <a:alpha val="80000"/>
                </a:srgbClr>
              </a:solidFill>
              <a:ln w="0">
                <a:noFill/>
              </a:ln>
            </p:spPr>
            <p:style>
              <a:lnRef idx="0">
                <a:srgbClr val="000000"/>
              </a:lnRef>
              <a:fillRef idx="0">
                <a:srgbClr val="000000"/>
              </a:fillRef>
              <a:effectRef idx="0">
                <a:srgbClr val="000000"/>
              </a:effectRef>
              <a:fontRef idx="minor">
                <a:srgbClr val="000000"/>
              </a:fontRef>
            </p:style>
            <p:txBody>
              <a:bodyPr anchor="ctr" bIns="39600" tIns="39600">
                <a:noAutofit/>
              </a:bodyPr>
              <a:p>
                <a:pPr algn="ctr"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sz="1800" lang="en-US" strike="noStrike" u="none">
                  <a:solidFill>
                    <a:srgbClr val="FFFFFF"/>
                  </a:solidFill>
                  <a:effectLst/>
                  <a:latin typeface="OpenSymbol"/>
                </a:endParaRPr>
              </a:p>
            </p:txBody>
          </p:sp>
        </p:grpSp>
      </p:grpSp>
      <p:grpSp>
        <p:nvGrpSpPr>
          <p:cNvPr id="120" name="Google Shape;3360;p37"/>
          <p:cNvGrpSpPr/>
          <p:nvPr/>
        </p:nvGrpSpPr>
        <p:grpSpPr>
          <a:xfrm>
            <a:off x="1046160" y="2149560"/>
            <a:ext cx="142920" cy="2454120"/>
            <a:chOff x="1046160" y="2149560"/>
            <a:chExt cx="142920" cy="2454120"/>
          </a:xfrm>
        </p:grpSpPr>
        <p:grpSp>
          <p:nvGrpSpPr>
            <p:cNvPr id="121" name="Google Shape;3361;p37"/>
            <p:cNvGrpSpPr/>
            <p:nvPr/>
          </p:nvGrpSpPr>
          <p:grpSpPr>
            <a:xfrm>
              <a:off x="1046160" y="2149560"/>
              <a:ext cx="142920" cy="2454120"/>
              <a:chOff x="1046160" y="2149560"/>
              <a:chExt cx="142920" cy="2454120"/>
            </a:xfrm>
          </p:grpSpPr>
          <p:sp>
            <p:nvSpPr>
              <p:cNvPr id="1049071" name="Google Shape;3362;p37"/>
              <p:cNvSpPr/>
              <p:nvPr/>
            </p:nvSpPr>
            <p:spPr>
              <a:xfrm>
                <a:off x="1046160" y="4460760"/>
                <a:ext cx="142920" cy="142920"/>
              </a:xfrm>
              <a:prstGeom prst="rect"/>
              <a:gradFill rotWithShape="0">
                <a:gsLst>
                  <a:gs pos="0">
                    <a:srgbClr val="B6F8F0"/>
                  </a:gs>
                  <a:gs pos="100000">
                    <a:srgbClr val="7DF3E5"/>
                  </a:gs>
                </a:gsLst>
                <a:lin ang="2700000"/>
              </a:gradFill>
              <a:ln w="0">
                <a:noFill/>
              </a:ln>
              <a:effectLst>
                <a:outerShdw algn="bl" blurRad="185760" rotWithShape="0">
                  <a:schemeClr val="dk1">
                    <a:alpha val="31000"/>
                  </a:schemeClr>
                </a:outerShdw>
              </a:effectLst>
            </p:spPr>
            <p:style>
              <a:lnRef idx="0">
                <a:srgbClr val="000000"/>
              </a:lnRef>
              <a:fillRef idx="0">
                <a:srgbClr val="000000"/>
              </a:fillRef>
              <a:effectRef idx="0">
                <a:srgbClr val="000000"/>
              </a:effectRef>
              <a:fontRef idx="minor">
                <a:srgbClr val="000000"/>
              </a:fontRef>
            </p:style>
            <p:txBody>
              <a:bodyPr anchor="ctr" bIns="71640" tIns="71640">
                <a:noAutofit/>
              </a:bodyPr>
              <a:p>
                <a:pPr algn="ctr"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sz="1800" lang="en-US" strike="noStrike" u="none">
                  <a:solidFill>
                    <a:srgbClr val="000000"/>
                  </a:solidFill>
                  <a:effectLst/>
                  <a:latin typeface="OpenSymbol"/>
                </a:endParaRPr>
              </a:p>
            </p:txBody>
          </p:sp>
          <p:sp>
            <p:nvSpPr>
              <p:cNvPr id="1049072" name="Google Shape;3363;p37"/>
              <p:cNvSpPr/>
              <p:nvPr/>
            </p:nvSpPr>
            <p:spPr>
              <a:xfrm>
                <a:off x="1054800" y="4249800"/>
                <a:ext cx="126000" cy="126360"/>
              </a:xfrm>
              <a:prstGeom prst="rect"/>
              <a:gradFill rotWithShape="0">
                <a:gsLst>
                  <a:gs pos="0">
                    <a:srgbClr val="B6F8F0"/>
                  </a:gs>
                  <a:gs pos="100000">
                    <a:srgbClr val="7DF3E5"/>
                  </a:gs>
                </a:gsLst>
                <a:lin ang="2700000"/>
              </a:gradFill>
              <a:ln w="0">
                <a:noFill/>
              </a:ln>
              <a:effectLst>
                <a:outerShdw algn="bl" blurRad="185760" rotWithShape="0">
                  <a:schemeClr val="dk1">
                    <a:alpha val="31000"/>
                  </a:schemeClr>
                </a:outerShdw>
              </a:effectLst>
            </p:spPr>
            <p:style>
              <a:lnRef idx="0">
                <a:srgbClr val="000000"/>
              </a:lnRef>
              <a:fillRef idx="0">
                <a:srgbClr val="000000"/>
              </a:fillRef>
              <a:effectRef idx="0">
                <a:srgbClr val="000000"/>
              </a:effectRef>
              <a:fontRef idx="minor">
                <a:srgbClr val="000000"/>
              </a:fontRef>
            </p:style>
            <p:txBody>
              <a:bodyPr anchor="ctr" bIns="63360" tIns="63360">
                <a:noAutofit/>
              </a:bodyPr>
              <a:p>
                <a:pPr algn="ctr"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sz="1800" lang="en-US" strike="noStrike" u="none">
                  <a:solidFill>
                    <a:srgbClr val="000000"/>
                  </a:solidFill>
                  <a:effectLst/>
                  <a:latin typeface="OpenSymbol"/>
                </a:endParaRPr>
              </a:p>
            </p:txBody>
          </p:sp>
          <p:sp>
            <p:nvSpPr>
              <p:cNvPr id="1049073" name="Google Shape;3364;p37"/>
              <p:cNvSpPr/>
              <p:nvPr/>
            </p:nvSpPr>
            <p:spPr>
              <a:xfrm>
                <a:off x="1054800" y="4039200"/>
                <a:ext cx="126000" cy="126360"/>
              </a:xfrm>
              <a:prstGeom prst="rect"/>
              <a:gradFill rotWithShape="0">
                <a:gsLst>
                  <a:gs pos="0">
                    <a:srgbClr val="B6F8F0"/>
                  </a:gs>
                  <a:gs pos="100000">
                    <a:srgbClr val="7DF3E5"/>
                  </a:gs>
                </a:gsLst>
                <a:lin ang="2700000"/>
              </a:gradFill>
              <a:ln w="0">
                <a:noFill/>
              </a:ln>
              <a:effectLst>
                <a:outerShdw algn="bl" blurRad="185760" rotWithShape="0">
                  <a:schemeClr val="dk1">
                    <a:alpha val="31000"/>
                  </a:schemeClr>
                </a:outerShdw>
              </a:effectLst>
            </p:spPr>
            <p:style>
              <a:lnRef idx="0">
                <a:srgbClr val="000000"/>
              </a:lnRef>
              <a:fillRef idx="0">
                <a:srgbClr val="000000"/>
              </a:fillRef>
              <a:effectRef idx="0">
                <a:srgbClr val="000000"/>
              </a:effectRef>
              <a:fontRef idx="minor">
                <a:srgbClr val="000000"/>
              </a:fontRef>
            </p:style>
            <p:txBody>
              <a:bodyPr anchor="ctr" bIns="63360" tIns="63360">
                <a:noAutofit/>
              </a:bodyPr>
              <a:p>
                <a:pPr algn="ctr"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sz="1800" lang="en-US" strike="noStrike" u="none">
                  <a:solidFill>
                    <a:srgbClr val="000000"/>
                  </a:solidFill>
                  <a:effectLst/>
                  <a:latin typeface="OpenSymbol"/>
                </a:endParaRPr>
              </a:p>
            </p:txBody>
          </p:sp>
          <p:sp>
            <p:nvSpPr>
              <p:cNvPr id="1049074" name="Google Shape;3365;p37"/>
              <p:cNvSpPr/>
              <p:nvPr/>
            </p:nvSpPr>
            <p:spPr>
              <a:xfrm>
                <a:off x="1054800" y="3828600"/>
                <a:ext cx="126000" cy="126360"/>
              </a:xfrm>
              <a:prstGeom prst="rect"/>
              <a:gradFill rotWithShape="0">
                <a:gsLst>
                  <a:gs pos="0">
                    <a:srgbClr val="B6F8F0"/>
                  </a:gs>
                  <a:gs pos="100000">
                    <a:srgbClr val="7DF3E5"/>
                  </a:gs>
                </a:gsLst>
                <a:lin ang="2700000"/>
              </a:gradFill>
              <a:ln w="0">
                <a:noFill/>
              </a:ln>
              <a:effectLst>
                <a:outerShdw algn="bl" blurRad="185760" rotWithShape="0">
                  <a:schemeClr val="dk1">
                    <a:alpha val="31000"/>
                  </a:schemeClr>
                </a:outerShdw>
              </a:effectLst>
            </p:spPr>
            <p:style>
              <a:lnRef idx="0">
                <a:srgbClr val="000000"/>
              </a:lnRef>
              <a:fillRef idx="0">
                <a:srgbClr val="000000"/>
              </a:fillRef>
              <a:effectRef idx="0">
                <a:srgbClr val="000000"/>
              </a:effectRef>
              <a:fontRef idx="minor">
                <a:srgbClr val="000000"/>
              </a:fontRef>
            </p:style>
            <p:txBody>
              <a:bodyPr anchor="ctr" bIns="63360" tIns="63360">
                <a:noAutofit/>
              </a:bodyPr>
              <a:p>
                <a:pPr algn="ctr"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sz="1800" lang="en-US" strike="noStrike" u="none">
                  <a:solidFill>
                    <a:srgbClr val="000000"/>
                  </a:solidFill>
                  <a:effectLst/>
                  <a:latin typeface="OpenSymbol"/>
                </a:endParaRPr>
              </a:p>
            </p:txBody>
          </p:sp>
          <p:sp>
            <p:nvSpPr>
              <p:cNvPr id="1049075" name="Google Shape;3366;p37"/>
              <p:cNvSpPr/>
              <p:nvPr/>
            </p:nvSpPr>
            <p:spPr>
              <a:xfrm>
                <a:off x="1059120" y="3617640"/>
                <a:ext cx="117360" cy="117720"/>
              </a:xfrm>
              <a:prstGeom prst="rect"/>
              <a:gradFill rotWithShape="0">
                <a:gsLst>
                  <a:gs pos="0">
                    <a:srgbClr val="B6F8F0"/>
                  </a:gs>
                  <a:gs pos="100000">
                    <a:srgbClr val="7DF3E5"/>
                  </a:gs>
                </a:gsLst>
                <a:lin ang="2700000"/>
              </a:gradFill>
              <a:ln w="0">
                <a:noFill/>
              </a:ln>
              <a:effectLst>
                <a:outerShdw algn="bl" blurRad="185760" rotWithShape="0">
                  <a:schemeClr val="dk1">
                    <a:alpha val="31000"/>
                  </a:schemeClr>
                </a:outerShdw>
              </a:effectLst>
            </p:spPr>
            <p:style>
              <a:lnRef idx="0">
                <a:srgbClr val="000000"/>
              </a:lnRef>
              <a:fillRef idx="0">
                <a:srgbClr val="000000"/>
              </a:fillRef>
              <a:effectRef idx="0">
                <a:srgbClr val="000000"/>
              </a:effectRef>
              <a:fontRef idx="minor">
                <a:srgbClr val="000000"/>
              </a:fontRef>
            </p:style>
            <p:txBody>
              <a:bodyPr anchor="ctr" bIns="59040" tIns="59040">
                <a:noAutofit/>
              </a:bodyPr>
              <a:p>
                <a:pPr algn="ctr"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sz="1800" lang="en-US" strike="noStrike" u="none">
                  <a:solidFill>
                    <a:srgbClr val="000000"/>
                  </a:solidFill>
                  <a:effectLst/>
                  <a:latin typeface="OpenSymbol"/>
                </a:endParaRPr>
              </a:p>
            </p:txBody>
          </p:sp>
          <p:sp>
            <p:nvSpPr>
              <p:cNvPr id="1049076" name="Google Shape;3367;p37"/>
              <p:cNvSpPr/>
              <p:nvPr/>
            </p:nvSpPr>
            <p:spPr>
              <a:xfrm>
                <a:off x="1059120" y="3407040"/>
                <a:ext cx="117360" cy="117720"/>
              </a:xfrm>
              <a:prstGeom prst="rect"/>
              <a:gradFill rotWithShape="0">
                <a:gsLst>
                  <a:gs pos="0">
                    <a:srgbClr val="B6F8F0"/>
                  </a:gs>
                  <a:gs pos="100000">
                    <a:srgbClr val="7DF3E5"/>
                  </a:gs>
                </a:gsLst>
                <a:lin ang="2700000"/>
              </a:gradFill>
              <a:ln w="0">
                <a:noFill/>
              </a:ln>
              <a:effectLst>
                <a:outerShdw algn="bl" blurRad="185760" rotWithShape="0">
                  <a:schemeClr val="dk1">
                    <a:alpha val="31000"/>
                  </a:schemeClr>
                </a:outerShdw>
              </a:effectLst>
            </p:spPr>
            <p:style>
              <a:lnRef idx="0">
                <a:srgbClr val="000000"/>
              </a:lnRef>
              <a:fillRef idx="0">
                <a:srgbClr val="000000"/>
              </a:fillRef>
              <a:effectRef idx="0">
                <a:srgbClr val="000000"/>
              </a:effectRef>
              <a:fontRef idx="minor">
                <a:srgbClr val="000000"/>
              </a:fontRef>
            </p:style>
            <p:txBody>
              <a:bodyPr anchor="ctr" bIns="59040" tIns="59040">
                <a:noAutofit/>
              </a:bodyPr>
              <a:p>
                <a:pPr algn="ctr"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sz="1800" lang="en-US" strike="noStrike" u="none">
                  <a:solidFill>
                    <a:srgbClr val="000000"/>
                  </a:solidFill>
                  <a:effectLst/>
                  <a:latin typeface="OpenSymbol"/>
                </a:endParaRPr>
              </a:p>
            </p:txBody>
          </p:sp>
          <p:sp>
            <p:nvSpPr>
              <p:cNvPr id="1049077" name="Google Shape;3368;p37"/>
              <p:cNvSpPr/>
              <p:nvPr/>
            </p:nvSpPr>
            <p:spPr>
              <a:xfrm>
                <a:off x="1060920" y="3196080"/>
                <a:ext cx="113040" cy="113040"/>
              </a:xfrm>
              <a:prstGeom prst="rect"/>
              <a:gradFill rotWithShape="0">
                <a:gsLst>
                  <a:gs pos="0">
                    <a:srgbClr val="B6F8F0"/>
                  </a:gs>
                  <a:gs pos="100000">
                    <a:srgbClr val="7DF3E5"/>
                  </a:gs>
                </a:gsLst>
                <a:lin ang="2700000"/>
              </a:gradFill>
              <a:ln w="0">
                <a:noFill/>
              </a:ln>
              <a:effectLst>
                <a:outerShdw algn="bl" blurRad="185760" rotWithShape="0">
                  <a:schemeClr val="dk1">
                    <a:alpha val="31000"/>
                  </a:schemeClr>
                </a:outerShdw>
              </a:effectLst>
            </p:spPr>
            <p:style>
              <a:lnRef idx="0">
                <a:srgbClr val="000000"/>
              </a:lnRef>
              <a:fillRef idx="0">
                <a:srgbClr val="000000"/>
              </a:fillRef>
              <a:effectRef idx="0">
                <a:srgbClr val="000000"/>
              </a:effectRef>
              <a:fontRef idx="minor">
                <a:srgbClr val="000000"/>
              </a:fontRef>
            </p:style>
            <p:txBody>
              <a:bodyPr anchor="ctr" bIns="56520" tIns="56520">
                <a:noAutofit/>
              </a:bodyPr>
              <a:p>
                <a:pPr algn="ctr"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sz="1800" lang="en-US" strike="noStrike" u="none">
                  <a:solidFill>
                    <a:srgbClr val="000000"/>
                  </a:solidFill>
                  <a:effectLst/>
                  <a:latin typeface="OpenSymbol"/>
                </a:endParaRPr>
              </a:p>
            </p:txBody>
          </p:sp>
          <p:sp>
            <p:nvSpPr>
              <p:cNvPr id="1049078" name="Google Shape;3369;p37"/>
              <p:cNvSpPr/>
              <p:nvPr/>
            </p:nvSpPr>
            <p:spPr>
              <a:xfrm>
                <a:off x="1063440" y="2985480"/>
                <a:ext cx="108720" cy="108720"/>
              </a:xfrm>
              <a:prstGeom prst="rect"/>
              <a:gradFill rotWithShape="0">
                <a:gsLst>
                  <a:gs pos="0">
                    <a:srgbClr val="B6F8F0"/>
                  </a:gs>
                  <a:gs pos="100000">
                    <a:srgbClr val="7DF3E5"/>
                  </a:gs>
                </a:gsLst>
                <a:lin ang="2700000"/>
              </a:gradFill>
              <a:ln w="0">
                <a:noFill/>
              </a:ln>
              <a:effectLst>
                <a:outerShdw algn="bl" blurRad="185760" rotWithShape="0">
                  <a:schemeClr val="dk1">
                    <a:alpha val="31000"/>
                  </a:schemeClr>
                </a:outerShdw>
              </a:effectLst>
            </p:spPr>
            <p:style>
              <a:lnRef idx="0">
                <a:srgbClr val="000000"/>
              </a:lnRef>
              <a:fillRef idx="0">
                <a:srgbClr val="000000"/>
              </a:fillRef>
              <a:effectRef idx="0">
                <a:srgbClr val="000000"/>
              </a:effectRef>
              <a:fontRef idx="minor">
                <a:srgbClr val="000000"/>
              </a:fontRef>
            </p:style>
            <p:txBody>
              <a:bodyPr anchor="ctr" bIns="54360" tIns="54360">
                <a:noAutofit/>
              </a:bodyPr>
              <a:p>
                <a:pPr algn="ctr"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sz="1800" lang="en-US" strike="noStrike" u="none">
                  <a:solidFill>
                    <a:srgbClr val="000000"/>
                  </a:solidFill>
                  <a:effectLst/>
                  <a:latin typeface="OpenSymbol"/>
                </a:endParaRPr>
              </a:p>
            </p:txBody>
          </p:sp>
          <p:sp>
            <p:nvSpPr>
              <p:cNvPr id="1049079" name="Google Shape;3370;p37"/>
              <p:cNvSpPr/>
              <p:nvPr/>
            </p:nvSpPr>
            <p:spPr>
              <a:xfrm>
                <a:off x="1068120" y="2779200"/>
                <a:ext cx="98640" cy="98640"/>
              </a:xfrm>
              <a:prstGeom prst="rect"/>
              <a:gradFill rotWithShape="0">
                <a:gsLst>
                  <a:gs pos="0">
                    <a:srgbClr val="B6F8F0"/>
                  </a:gs>
                  <a:gs pos="100000">
                    <a:srgbClr val="7DF3E5"/>
                  </a:gs>
                </a:gsLst>
                <a:lin ang="2700000"/>
              </a:gradFill>
              <a:ln w="0">
                <a:noFill/>
              </a:ln>
              <a:effectLst>
                <a:outerShdw algn="bl" blurRad="185760" rotWithShape="0">
                  <a:schemeClr val="dk1">
                    <a:alpha val="31000"/>
                  </a:schemeClr>
                </a:outerShdw>
              </a:effectLst>
            </p:spPr>
            <p:style>
              <a:lnRef idx="0">
                <a:srgbClr val="000000"/>
              </a:lnRef>
              <a:fillRef idx="0">
                <a:srgbClr val="000000"/>
              </a:fillRef>
              <a:effectRef idx="0">
                <a:srgbClr val="000000"/>
              </a:effectRef>
              <a:fontRef idx="minor">
                <a:srgbClr val="000000"/>
              </a:fontRef>
            </p:style>
            <p:txBody>
              <a:bodyPr anchor="ctr" bIns="49320" tIns="49320">
                <a:noAutofit/>
              </a:bodyPr>
              <a:p>
                <a:pPr algn="ctr"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sz="1800" lang="en-US" strike="noStrike" u="none">
                  <a:solidFill>
                    <a:srgbClr val="000000"/>
                  </a:solidFill>
                  <a:effectLst/>
                  <a:latin typeface="OpenSymbol"/>
                </a:endParaRPr>
              </a:p>
            </p:txBody>
          </p:sp>
          <p:sp>
            <p:nvSpPr>
              <p:cNvPr id="1049080" name="Google Shape;3371;p37"/>
              <p:cNvSpPr/>
              <p:nvPr/>
            </p:nvSpPr>
            <p:spPr>
              <a:xfrm>
                <a:off x="1073160" y="2572920"/>
                <a:ext cx="88920" cy="88920"/>
              </a:xfrm>
              <a:prstGeom prst="rect"/>
              <a:gradFill rotWithShape="0">
                <a:gsLst>
                  <a:gs pos="0">
                    <a:srgbClr val="B6F8F0"/>
                  </a:gs>
                  <a:gs pos="100000">
                    <a:srgbClr val="7DF3E5"/>
                  </a:gs>
                </a:gsLst>
                <a:lin ang="2700000"/>
              </a:gradFill>
              <a:ln w="0">
                <a:noFill/>
              </a:ln>
              <a:effectLst>
                <a:outerShdw algn="bl" blurRad="185760" rotWithShape="0">
                  <a:schemeClr val="dk1">
                    <a:alpha val="31000"/>
                  </a:schemeClr>
                </a:outerShdw>
              </a:effectLst>
            </p:spPr>
            <p:style>
              <a:lnRef idx="0">
                <a:srgbClr val="000000"/>
              </a:lnRef>
              <a:fillRef idx="0">
                <a:srgbClr val="000000"/>
              </a:fillRef>
              <a:effectRef idx="0">
                <a:srgbClr val="000000"/>
              </a:effectRef>
              <a:fontRef idx="minor">
                <a:srgbClr val="000000"/>
              </a:fontRef>
            </p:style>
            <p:txBody>
              <a:bodyPr anchor="ctr" bIns="44640" tIns="44640">
                <a:noAutofit/>
              </a:bodyPr>
              <a:p>
                <a:pPr algn="ctr"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sz="1800" lang="en-US" strike="noStrike" u="none">
                  <a:solidFill>
                    <a:srgbClr val="000000"/>
                  </a:solidFill>
                  <a:effectLst/>
                  <a:latin typeface="OpenSymbol"/>
                </a:endParaRPr>
              </a:p>
            </p:txBody>
          </p:sp>
          <p:sp>
            <p:nvSpPr>
              <p:cNvPr id="1049081" name="Google Shape;3372;p37"/>
              <p:cNvSpPr/>
              <p:nvPr/>
            </p:nvSpPr>
            <p:spPr>
              <a:xfrm>
                <a:off x="1073160" y="2367000"/>
                <a:ext cx="88920" cy="88920"/>
              </a:xfrm>
              <a:prstGeom prst="rect"/>
              <a:gradFill rotWithShape="0">
                <a:gsLst>
                  <a:gs pos="0">
                    <a:srgbClr val="B6F8F0"/>
                  </a:gs>
                  <a:gs pos="100000">
                    <a:srgbClr val="7DF3E5"/>
                  </a:gs>
                </a:gsLst>
                <a:lin ang="2700000"/>
              </a:gradFill>
              <a:ln w="0">
                <a:noFill/>
              </a:ln>
              <a:effectLst>
                <a:outerShdw algn="bl" blurRad="185760" rotWithShape="0">
                  <a:schemeClr val="dk1">
                    <a:alpha val="31000"/>
                  </a:schemeClr>
                </a:outerShdw>
              </a:effectLst>
            </p:spPr>
            <p:style>
              <a:lnRef idx="0">
                <a:srgbClr val="000000"/>
              </a:lnRef>
              <a:fillRef idx="0">
                <a:srgbClr val="000000"/>
              </a:fillRef>
              <a:effectRef idx="0">
                <a:srgbClr val="000000"/>
              </a:effectRef>
              <a:fontRef idx="minor">
                <a:srgbClr val="000000"/>
              </a:fontRef>
            </p:style>
            <p:txBody>
              <a:bodyPr anchor="ctr" bIns="44640" tIns="44640">
                <a:noAutofit/>
              </a:bodyPr>
              <a:p>
                <a:pPr algn="ctr"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sz="1800" lang="en-US" strike="noStrike" u="none">
                  <a:solidFill>
                    <a:srgbClr val="000000"/>
                  </a:solidFill>
                  <a:effectLst/>
                  <a:latin typeface="OpenSymbol"/>
                </a:endParaRPr>
              </a:p>
            </p:txBody>
          </p:sp>
          <p:sp>
            <p:nvSpPr>
              <p:cNvPr id="1049082" name="Google Shape;3373;p37"/>
              <p:cNvSpPr/>
              <p:nvPr/>
            </p:nvSpPr>
            <p:spPr>
              <a:xfrm>
                <a:off x="1078200" y="2149560"/>
                <a:ext cx="79200" cy="79200"/>
              </a:xfrm>
              <a:prstGeom prst="rect"/>
              <a:gradFill rotWithShape="0">
                <a:gsLst>
                  <a:gs pos="0">
                    <a:srgbClr val="B6F8F0"/>
                  </a:gs>
                  <a:gs pos="100000">
                    <a:srgbClr val="7DF3E5"/>
                  </a:gs>
                </a:gsLst>
                <a:lin ang="2700000"/>
              </a:gradFill>
              <a:ln w="0">
                <a:noFill/>
              </a:ln>
              <a:effectLst>
                <a:outerShdw algn="bl" blurRad="185760" rotWithShape="0">
                  <a:schemeClr val="dk1">
                    <a:alpha val="31000"/>
                  </a:schemeClr>
                </a:outerShdw>
              </a:effectLst>
            </p:spPr>
            <p:style>
              <a:lnRef idx="0">
                <a:srgbClr val="000000"/>
              </a:lnRef>
              <a:fillRef idx="0">
                <a:srgbClr val="000000"/>
              </a:fillRef>
              <a:effectRef idx="0">
                <a:srgbClr val="000000"/>
              </a:effectRef>
              <a:fontRef idx="minor">
                <a:srgbClr val="000000"/>
              </a:fontRef>
            </p:style>
            <p:txBody>
              <a:bodyPr anchor="ctr" bIns="39600" tIns="39600">
                <a:noAutofit/>
              </a:bodyPr>
              <a:p>
                <a:pPr algn="ctr"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sz="1800" lang="en-US" strike="noStrike" u="none">
                  <a:solidFill>
                    <a:srgbClr val="000000"/>
                  </a:solidFill>
                  <a:effectLst/>
                  <a:latin typeface="OpenSymbol"/>
                </a:endParaRPr>
              </a:p>
            </p:txBody>
          </p:sp>
        </p:grpSp>
        <p:grpSp>
          <p:nvGrpSpPr>
            <p:cNvPr id="122" name="Google Shape;3374;p37"/>
            <p:cNvGrpSpPr/>
            <p:nvPr/>
          </p:nvGrpSpPr>
          <p:grpSpPr>
            <a:xfrm>
              <a:off x="1046160" y="2149560"/>
              <a:ext cx="142920" cy="2454120"/>
              <a:chOff x="1046160" y="2149560"/>
              <a:chExt cx="142920" cy="2454120"/>
            </a:xfrm>
          </p:grpSpPr>
          <p:sp>
            <p:nvSpPr>
              <p:cNvPr id="1049083" name="Google Shape;3375;p37"/>
              <p:cNvSpPr/>
              <p:nvPr/>
            </p:nvSpPr>
            <p:spPr>
              <a:xfrm>
                <a:off x="1046160" y="4460760"/>
                <a:ext cx="142920" cy="142920"/>
              </a:xfrm>
              <a:prstGeom prst="rect"/>
              <a:noFill/>
              <a:ln w="0">
                <a:noFill/>
              </a:ln>
            </p:spPr>
            <p:style>
              <a:lnRef idx="0">
                <a:srgbClr val="000000"/>
              </a:lnRef>
              <a:fillRef idx="0">
                <a:srgbClr val="000000"/>
              </a:fillRef>
              <a:effectRef idx="0">
                <a:srgbClr val="000000"/>
              </a:effectRef>
              <a:fontRef idx="minor">
                <a:srgbClr val="000000"/>
              </a:fontRef>
            </p:style>
            <p:txBody>
              <a:bodyPr anchor="ctr" bIns="71640" tIns="71640">
                <a:noAutofit/>
              </a:bodyPr>
              <a:p>
                <a:pPr algn="ctr"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sz="1800" lang="en-US" strike="noStrike" u="none">
                  <a:solidFill>
                    <a:srgbClr val="FFFFFF"/>
                  </a:solidFill>
                  <a:effectLst/>
                  <a:latin typeface="OpenSymbol"/>
                </a:endParaRPr>
              </a:p>
            </p:txBody>
          </p:sp>
          <p:sp>
            <p:nvSpPr>
              <p:cNvPr id="1049084" name="Google Shape;3376;p37"/>
              <p:cNvSpPr/>
              <p:nvPr/>
            </p:nvSpPr>
            <p:spPr>
              <a:xfrm>
                <a:off x="1054800" y="4249800"/>
                <a:ext cx="126000" cy="126360"/>
              </a:xfrm>
              <a:prstGeom prst="rect"/>
              <a:solidFill>
                <a:srgbClr val="009F8C">
                  <a:alpha val="5000"/>
                </a:srgbClr>
              </a:solidFill>
              <a:ln w="0">
                <a:noFill/>
              </a:ln>
            </p:spPr>
            <p:style>
              <a:lnRef idx="0">
                <a:srgbClr val="000000"/>
              </a:lnRef>
              <a:fillRef idx="0">
                <a:srgbClr val="000000"/>
              </a:fillRef>
              <a:effectRef idx="0">
                <a:srgbClr val="000000"/>
              </a:effectRef>
              <a:fontRef idx="minor">
                <a:srgbClr val="000000"/>
              </a:fontRef>
            </p:style>
            <p:txBody>
              <a:bodyPr anchor="ctr" bIns="63360" tIns="63360">
                <a:noAutofit/>
              </a:bodyPr>
              <a:p>
                <a:pPr algn="ctr"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sz="1800" lang="en-US" strike="noStrike" u="none">
                  <a:solidFill>
                    <a:srgbClr val="FFFFFF"/>
                  </a:solidFill>
                  <a:effectLst/>
                  <a:latin typeface="OpenSymbol"/>
                </a:endParaRPr>
              </a:p>
            </p:txBody>
          </p:sp>
          <p:sp>
            <p:nvSpPr>
              <p:cNvPr id="1049085" name="Google Shape;3377;p37"/>
              <p:cNvSpPr/>
              <p:nvPr/>
            </p:nvSpPr>
            <p:spPr>
              <a:xfrm>
                <a:off x="1054800" y="4039200"/>
                <a:ext cx="126000" cy="126360"/>
              </a:xfrm>
              <a:prstGeom prst="rect"/>
              <a:solidFill>
                <a:srgbClr val="009F8C">
                  <a:alpha val="10000"/>
                </a:srgbClr>
              </a:solidFill>
              <a:ln w="0">
                <a:noFill/>
              </a:ln>
            </p:spPr>
            <p:style>
              <a:lnRef idx="0">
                <a:srgbClr val="000000"/>
              </a:lnRef>
              <a:fillRef idx="0">
                <a:srgbClr val="000000"/>
              </a:fillRef>
              <a:effectRef idx="0">
                <a:srgbClr val="000000"/>
              </a:effectRef>
              <a:fontRef idx="minor">
                <a:srgbClr val="000000"/>
              </a:fontRef>
            </p:style>
            <p:txBody>
              <a:bodyPr anchor="ctr" bIns="63360" tIns="63360">
                <a:noAutofit/>
              </a:bodyPr>
              <a:p>
                <a:pPr algn="ctr"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sz="1800" lang="en-US" strike="noStrike" u="none">
                  <a:solidFill>
                    <a:srgbClr val="FFFFFF"/>
                  </a:solidFill>
                  <a:effectLst/>
                  <a:latin typeface="OpenSymbol"/>
                </a:endParaRPr>
              </a:p>
            </p:txBody>
          </p:sp>
          <p:sp>
            <p:nvSpPr>
              <p:cNvPr id="1049086" name="Google Shape;3378;p37"/>
              <p:cNvSpPr/>
              <p:nvPr/>
            </p:nvSpPr>
            <p:spPr>
              <a:xfrm>
                <a:off x="1054800" y="3828600"/>
                <a:ext cx="126000" cy="126360"/>
              </a:xfrm>
              <a:prstGeom prst="rect"/>
              <a:solidFill>
                <a:srgbClr val="009F8C">
                  <a:alpha val="20000"/>
                </a:srgbClr>
              </a:solidFill>
              <a:ln w="0">
                <a:noFill/>
              </a:ln>
            </p:spPr>
            <p:style>
              <a:lnRef idx="0">
                <a:srgbClr val="000000"/>
              </a:lnRef>
              <a:fillRef idx="0">
                <a:srgbClr val="000000"/>
              </a:fillRef>
              <a:effectRef idx="0">
                <a:srgbClr val="000000"/>
              </a:effectRef>
              <a:fontRef idx="minor">
                <a:srgbClr val="000000"/>
              </a:fontRef>
            </p:style>
            <p:txBody>
              <a:bodyPr anchor="ctr" bIns="63360" tIns="63360">
                <a:noAutofit/>
              </a:bodyPr>
              <a:p>
                <a:pPr algn="ctr"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sz="1800" lang="en-US" strike="noStrike" u="none">
                  <a:solidFill>
                    <a:srgbClr val="FFFFFF"/>
                  </a:solidFill>
                  <a:effectLst/>
                  <a:latin typeface="OpenSymbol"/>
                </a:endParaRPr>
              </a:p>
            </p:txBody>
          </p:sp>
          <p:sp>
            <p:nvSpPr>
              <p:cNvPr id="1049087" name="Google Shape;3379;p37"/>
              <p:cNvSpPr/>
              <p:nvPr/>
            </p:nvSpPr>
            <p:spPr>
              <a:xfrm>
                <a:off x="1059120" y="3617640"/>
                <a:ext cx="117360" cy="117720"/>
              </a:xfrm>
              <a:prstGeom prst="rect"/>
              <a:solidFill>
                <a:srgbClr val="009F8C">
                  <a:alpha val="30000"/>
                </a:srgbClr>
              </a:solidFill>
              <a:ln w="0">
                <a:noFill/>
              </a:ln>
            </p:spPr>
            <p:style>
              <a:lnRef idx="0">
                <a:srgbClr val="000000"/>
              </a:lnRef>
              <a:fillRef idx="0">
                <a:srgbClr val="000000"/>
              </a:fillRef>
              <a:effectRef idx="0">
                <a:srgbClr val="000000"/>
              </a:effectRef>
              <a:fontRef idx="minor">
                <a:srgbClr val="000000"/>
              </a:fontRef>
            </p:style>
            <p:txBody>
              <a:bodyPr anchor="ctr" bIns="59040" tIns="59040">
                <a:noAutofit/>
              </a:bodyPr>
              <a:p>
                <a:pPr algn="ctr"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sz="1800" lang="en-US" strike="noStrike" u="none">
                  <a:solidFill>
                    <a:srgbClr val="FFFFFF"/>
                  </a:solidFill>
                  <a:effectLst/>
                  <a:latin typeface="OpenSymbol"/>
                </a:endParaRPr>
              </a:p>
            </p:txBody>
          </p:sp>
          <p:sp>
            <p:nvSpPr>
              <p:cNvPr id="1049088" name="Google Shape;3380;p37"/>
              <p:cNvSpPr/>
              <p:nvPr/>
            </p:nvSpPr>
            <p:spPr>
              <a:xfrm>
                <a:off x="1059120" y="3407040"/>
                <a:ext cx="117360" cy="117720"/>
              </a:xfrm>
              <a:prstGeom prst="rect"/>
              <a:solidFill>
                <a:srgbClr val="009F8C">
                  <a:alpha val="40000"/>
                </a:srgbClr>
              </a:solidFill>
              <a:ln w="0">
                <a:noFill/>
              </a:ln>
            </p:spPr>
            <p:style>
              <a:lnRef idx="0">
                <a:srgbClr val="000000"/>
              </a:lnRef>
              <a:fillRef idx="0">
                <a:srgbClr val="000000"/>
              </a:fillRef>
              <a:effectRef idx="0">
                <a:srgbClr val="000000"/>
              </a:effectRef>
              <a:fontRef idx="minor">
                <a:srgbClr val="000000"/>
              </a:fontRef>
            </p:style>
            <p:txBody>
              <a:bodyPr anchor="ctr" bIns="59040" tIns="59040">
                <a:noAutofit/>
              </a:bodyPr>
              <a:p>
                <a:pPr algn="ctr"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sz="1800" lang="en-US" strike="noStrike" u="none">
                  <a:solidFill>
                    <a:srgbClr val="FFFFFF"/>
                  </a:solidFill>
                  <a:effectLst/>
                  <a:latin typeface="OpenSymbol"/>
                </a:endParaRPr>
              </a:p>
            </p:txBody>
          </p:sp>
          <p:sp>
            <p:nvSpPr>
              <p:cNvPr id="1049089" name="Google Shape;3381;p37"/>
              <p:cNvSpPr/>
              <p:nvPr/>
            </p:nvSpPr>
            <p:spPr>
              <a:xfrm>
                <a:off x="1060920" y="3196080"/>
                <a:ext cx="113040" cy="113040"/>
              </a:xfrm>
              <a:prstGeom prst="rect"/>
              <a:solidFill>
                <a:srgbClr val="009F8C">
                  <a:alpha val="50000"/>
                </a:srgbClr>
              </a:solidFill>
              <a:ln w="0">
                <a:noFill/>
              </a:ln>
            </p:spPr>
            <p:style>
              <a:lnRef idx="0">
                <a:srgbClr val="000000"/>
              </a:lnRef>
              <a:fillRef idx="0">
                <a:srgbClr val="000000"/>
              </a:fillRef>
              <a:effectRef idx="0">
                <a:srgbClr val="000000"/>
              </a:effectRef>
              <a:fontRef idx="minor">
                <a:srgbClr val="000000"/>
              </a:fontRef>
            </p:style>
            <p:txBody>
              <a:bodyPr anchor="ctr" bIns="56520" tIns="56520">
                <a:noAutofit/>
              </a:bodyPr>
              <a:p>
                <a:pPr algn="ctr"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sz="1800" lang="en-US" strike="noStrike" u="none">
                  <a:solidFill>
                    <a:srgbClr val="FFFFFF"/>
                  </a:solidFill>
                  <a:effectLst/>
                  <a:latin typeface="OpenSymbol"/>
                </a:endParaRPr>
              </a:p>
            </p:txBody>
          </p:sp>
          <p:sp>
            <p:nvSpPr>
              <p:cNvPr id="1049090" name="Google Shape;3382;p37"/>
              <p:cNvSpPr/>
              <p:nvPr/>
            </p:nvSpPr>
            <p:spPr>
              <a:xfrm>
                <a:off x="1063440" y="2985480"/>
                <a:ext cx="108720" cy="108720"/>
              </a:xfrm>
              <a:prstGeom prst="rect"/>
              <a:solidFill>
                <a:srgbClr val="009F8C">
                  <a:alpha val="55000"/>
                </a:srgbClr>
              </a:solidFill>
              <a:ln w="0">
                <a:noFill/>
              </a:ln>
            </p:spPr>
            <p:style>
              <a:lnRef idx="0">
                <a:srgbClr val="000000"/>
              </a:lnRef>
              <a:fillRef idx="0">
                <a:srgbClr val="000000"/>
              </a:fillRef>
              <a:effectRef idx="0">
                <a:srgbClr val="000000"/>
              </a:effectRef>
              <a:fontRef idx="minor">
                <a:srgbClr val="000000"/>
              </a:fontRef>
            </p:style>
            <p:txBody>
              <a:bodyPr anchor="ctr" bIns="54360" tIns="54360">
                <a:noAutofit/>
              </a:bodyPr>
              <a:p>
                <a:pPr algn="ctr"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sz="1800" lang="en-US" strike="noStrike" u="none">
                  <a:solidFill>
                    <a:srgbClr val="FFFFFF"/>
                  </a:solidFill>
                  <a:effectLst/>
                  <a:latin typeface="OpenSymbol"/>
                </a:endParaRPr>
              </a:p>
            </p:txBody>
          </p:sp>
          <p:sp>
            <p:nvSpPr>
              <p:cNvPr id="1049091" name="Google Shape;3383;p37"/>
              <p:cNvSpPr/>
              <p:nvPr/>
            </p:nvSpPr>
            <p:spPr>
              <a:xfrm>
                <a:off x="1068120" y="2779200"/>
                <a:ext cx="98640" cy="98640"/>
              </a:xfrm>
              <a:prstGeom prst="rect"/>
              <a:solidFill>
                <a:srgbClr val="009F8C">
                  <a:alpha val="60000"/>
                </a:srgbClr>
              </a:solidFill>
              <a:ln w="0">
                <a:noFill/>
              </a:ln>
            </p:spPr>
            <p:style>
              <a:lnRef idx="0">
                <a:srgbClr val="000000"/>
              </a:lnRef>
              <a:fillRef idx="0">
                <a:srgbClr val="000000"/>
              </a:fillRef>
              <a:effectRef idx="0">
                <a:srgbClr val="000000"/>
              </a:effectRef>
              <a:fontRef idx="minor">
                <a:srgbClr val="000000"/>
              </a:fontRef>
            </p:style>
            <p:txBody>
              <a:bodyPr anchor="ctr" bIns="49320" tIns="49320">
                <a:noAutofit/>
              </a:bodyPr>
              <a:p>
                <a:pPr algn="ctr"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sz="1800" lang="en-US" strike="noStrike" u="none">
                  <a:solidFill>
                    <a:srgbClr val="FFFFFF"/>
                  </a:solidFill>
                  <a:effectLst/>
                  <a:latin typeface="OpenSymbol"/>
                </a:endParaRPr>
              </a:p>
            </p:txBody>
          </p:sp>
          <p:sp>
            <p:nvSpPr>
              <p:cNvPr id="1049092" name="Google Shape;3384;p37"/>
              <p:cNvSpPr/>
              <p:nvPr/>
            </p:nvSpPr>
            <p:spPr>
              <a:xfrm>
                <a:off x="1073160" y="2572920"/>
                <a:ext cx="88920" cy="88920"/>
              </a:xfrm>
              <a:prstGeom prst="rect"/>
              <a:solidFill>
                <a:srgbClr val="009F8C">
                  <a:alpha val="65000"/>
                </a:srgbClr>
              </a:solidFill>
              <a:ln w="0">
                <a:noFill/>
              </a:ln>
            </p:spPr>
            <p:style>
              <a:lnRef idx="0">
                <a:srgbClr val="000000"/>
              </a:lnRef>
              <a:fillRef idx="0">
                <a:srgbClr val="000000"/>
              </a:fillRef>
              <a:effectRef idx="0">
                <a:srgbClr val="000000"/>
              </a:effectRef>
              <a:fontRef idx="minor">
                <a:srgbClr val="000000"/>
              </a:fontRef>
            </p:style>
            <p:txBody>
              <a:bodyPr anchor="ctr" bIns="44640" tIns="44640">
                <a:noAutofit/>
              </a:bodyPr>
              <a:p>
                <a:pPr algn="ctr"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sz="1800" lang="en-US" strike="noStrike" u="none">
                  <a:solidFill>
                    <a:srgbClr val="FFFFFF"/>
                  </a:solidFill>
                  <a:effectLst/>
                  <a:latin typeface="OpenSymbol"/>
                </a:endParaRPr>
              </a:p>
            </p:txBody>
          </p:sp>
          <p:sp>
            <p:nvSpPr>
              <p:cNvPr id="1049093" name="Google Shape;3385;p37"/>
              <p:cNvSpPr/>
              <p:nvPr/>
            </p:nvSpPr>
            <p:spPr>
              <a:xfrm>
                <a:off x="1073160" y="2367000"/>
                <a:ext cx="88920" cy="88920"/>
              </a:xfrm>
              <a:prstGeom prst="rect"/>
              <a:solidFill>
                <a:srgbClr val="009F8C">
                  <a:alpha val="70000"/>
                </a:srgbClr>
              </a:solidFill>
              <a:ln w="0">
                <a:noFill/>
              </a:ln>
            </p:spPr>
            <p:style>
              <a:lnRef idx="0">
                <a:srgbClr val="000000"/>
              </a:lnRef>
              <a:fillRef idx="0">
                <a:srgbClr val="000000"/>
              </a:fillRef>
              <a:effectRef idx="0">
                <a:srgbClr val="000000"/>
              </a:effectRef>
              <a:fontRef idx="minor">
                <a:srgbClr val="000000"/>
              </a:fontRef>
            </p:style>
            <p:txBody>
              <a:bodyPr anchor="ctr" bIns="44640" tIns="44640">
                <a:noAutofit/>
              </a:bodyPr>
              <a:p>
                <a:pPr algn="ctr"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sz="1800" lang="en-US" strike="noStrike" u="none">
                  <a:solidFill>
                    <a:srgbClr val="FFFFFF"/>
                  </a:solidFill>
                  <a:effectLst/>
                  <a:latin typeface="OpenSymbol"/>
                </a:endParaRPr>
              </a:p>
            </p:txBody>
          </p:sp>
          <p:sp>
            <p:nvSpPr>
              <p:cNvPr id="1049094" name="Google Shape;3386;p37"/>
              <p:cNvSpPr/>
              <p:nvPr/>
            </p:nvSpPr>
            <p:spPr>
              <a:xfrm>
                <a:off x="1078200" y="2149560"/>
                <a:ext cx="79200" cy="79200"/>
              </a:xfrm>
              <a:prstGeom prst="rect"/>
              <a:solidFill>
                <a:srgbClr val="009F8C">
                  <a:alpha val="80000"/>
                </a:srgbClr>
              </a:solidFill>
              <a:ln w="0">
                <a:noFill/>
              </a:ln>
            </p:spPr>
            <p:style>
              <a:lnRef idx="0">
                <a:srgbClr val="000000"/>
              </a:lnRef>
              <a:fillRef idx="0">
                <a:srgbClr val="000000"/>
              </a:fillRef>
              <a:effectRef idx="0">
                <a:srgbClr val="000000"/>
              </a:effectRef>
              <a:fontRef idx="minor">
                <a:srgbClr val="000000"/>
              </a:fontRef>
            </p:style>
            <p:txBody>
              <a:bodyPr anchor="ctr" bIns="39600" tIns="39600">
                <a:noAutofit/>
              </a:bodyPr>
              <a:p>
                <a:pPr algn="ctr"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sz="1800" lang="en-US" strike="noStrike" u="none">
                  <a:solidFill>
                    <a:srgbClr val="FFFFFF"/>
                  </a:solidFill>
                  <a:effectLst/>
                  <a:latin typeface="OpenSymbol"/>
                </a:endParaRPr>
              </a:p>
            </p:txBody>
          </p:sp>
        </p:grpSp>
      </p:grpSp>
    </p:spTree>
  </p:cSld>
  <p:clrMapOvr>
    <a:masterClrMapping/>
  </p:clrMapOvr>
  <p:transition spd="slow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3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152" name="Google Shape;3775;p48" descr=""/>
          <p:cNvPicPr>
            <a:picLocks/>
          </p:cNvPicPr>
          <p:nvPr/>
        </p:nvPicPr>
        <p:blipFill>
          <a:blip xmlns:r="http://schemas.openxmlformats.org/officeDocument/2006/relationships" r:embed="rId1"/>
          <a:srcRect l="24286" t="0" r="5842" b="0"/>
          <a:stretch>
            <a:fillRect/>
          </a:stretch>
        </p:blipFill>
        <p:spPr>
          <a:xfrm>
            <a:off x="7566144" y="795959"/>
            <a:ext cx="1172834" cy="3275359"/>
          </a:xfrm>
          <a:prstGeom prst="rect"/>
          <a:noFill/>
          <a:ln w="0">
            <a:noFill/>
          </a:ln>
        </p:spPr>
      </p:pic>
      <p:sp>
        <p:nvSpPr>
          <p:cNvPr id="1049193" name="PlaceHolder 1"/>
          <p:cNvSpPr>
            <a:spLocks noGrp="1"/>
          </p:cNvSpPr>
          <p:nvPr>
            <p:ph type="title"/>
          </p:nvPr>
        </p:nvSpPr>
        <p:spPr>
          <a:xfrm>
            <a:off x="723960" y="383675"/>
            <a:ext cx="3847680" cy="1130318"/>
          </a:xfrm>
          <a:prstGeom prst="rect"/>
          <a:noFill/>
          <a:ln w="0">
            <a:noFill/>
          </a:ln>
        </p:spPr>
        <p:txBody>
          <a:bodyPr anchor="b" bIns="91440" lIns="91440" rIns="91440" tIns="91440">
            <a:norm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sz="2800" lang="en-US" strike="noStrike" u="none">
                <a:solidFill>
                  <a:schemeClr val="dk1"/>
                </a:solidFill>
                <a:effectLst/>
                <a:latin typeface="Outfit"/>
                <a:ea typeface="Outfit"/>
              </a:rPr>
              <a:t>C++ Program to Count Identifiers</a:t>
            </a:r>
            <a:endParaRPr b="0" sz="2800" lang="fr-FR" strike="noStrike" u="none">
              <a:solidFill>
                <a:schemeClr val="dk1"/>
              </a:solidFill>
              <a:effectLst/>
              <a:latin typeface="Arial"/>
            </a:endParaRPr>
          </a:p>
        </p:txBody>
      </p:sp>
      <p:sp>
        <p:nvSpPr>
          <p:cNvPr id="1049194" name="PlaceHolder 2"/>
          <p:cNvSpPr>
            <a:spLocks noGrp="1"/>
          </p:cNvSpPr>
          <p:nvPr>
            <p:ph type="subTitle"/>
          </p:nvPr>
        </p:nvSpPr>
        <p:spPr>
          <a:xfrm>
            <a:off x="723960" y="1731789"/>
            <a:ext cx="6790223" cy="3189053"/>
          </a:xfrm>
          <a:prstGeom prst="rect"/>
          <a:noFill/>
          <a:ln w="0">
            <a:noFill/>
          </a:ln>
        </p:spPr>
        <p:txBody>
          <a:bodyPr anchor="t" bIns="91440" lIns="91440" rIns="91440" tIns="91440">
            <a:noAutofit/>
          </a:bodyPr>
          <a:p>
            <a:pPr indent="0">
              <a:lnSpc>
                <a:spcPct val="150000"/>
              </a:lnSpc>
              <a:buNone/>
              <a:tabLst>
                <a:tab algn="l" pos="0"/>
              </a:tabLst>
            </a:pPr>
            <a:r>
              <a:rPr b="1" sz="2000" lang="en-US" strike="noStrike" u="none">
                <a:solidFill>
                  <a:srgbClr val="FFFFFF"/>
                </a:solidFill>
                <a:effectLst/>
                <a:latin typeface="OpenSymbol"/>
              </a:rPr>
              <a:t>Concept</a:t>
            </a:r>
            <a:r>
              <a:rPr b="0" sz="2000" lang="en-US" strike="noStrike" u="none">
                <a:solidFill>
                  <a:srgbClr val="FFFFFF"/>
                </a:solidFill>
                <a:effectLst/>
                <a:latin typeface="OpenSymbol"/>
              </a:rPr>
              <a:t>
</a:t>
            </a:r>
            <a:r>
              <a:rPr altLang="en-US" b="0" sz="2000" lang="en-US" strike="noStrike" u="none">
                <a:solidFill>
                  <a:srgbClr val="FFFFFF"/>
                </a:solidFill>
                <a:effectLst/>
                <a:latin typeface="OpenSymbol"/>
              </a:rPr>
              <a:t>◆</a:t>
            </a:r>
            <a:r>
              <a:rPr b="0" sz="2000" lang="en-US" strike="noStrike" u="none">
                <a:solidFill>
                  <a:srgbClr val="FFFFFF"/>
                </a:solidFill>
                <a:effectLst/>
                <a:latin typeface="OpenSymbol"/>
              </a:rPr>
              <a:t>Identifiers are names given to variables, functions, etc.
</a:t>
            </a:r>
            <a:r>
              <a:rPr altLang="en-US" b="0" sz="2000" lang="en-US" strike="noStrike" u="none">
                <a:solidFill>
                  <a:srgbClr val="FFFFFF"/>
                </a:solidFill>
                <a:effectLst/>
                <a:latin typeface="OpenSymbol"/>
              </a:rPr>
              <a:t>◆</a:t>
            </a:r>
            <a:r>
              <a:rPr b="0" sz="2000" lang="en-US" strike="noStrike" u="none">
                <a:solidFill>
                  <a:srgbClr val="FFFFFF"/>
                </a:solidFill>
                <a:effectLst/>
                <a:latin typeface="OpenSymbol"/>
              </a:rPr>
              <a:t>Rules</a:t>
            </a:r>
            <a:r>
              <a:rPr b="0" sz="2000" lang="en-US" strike="noStrike" u="none">
                <a:solidFill>
                  <a:srgbClr val="FFFFFF"/>
                </a:solidFill>
                <a:effectLst/>
                <a:latin typeface="OpenSymbol"/>
              </a:rPr>
              <a:t>:
</a:t>
            </a:r>
            <a:r>
              <a:rPr b="0" sz="2000" lang="en-US" strike="noStrike" u="none">
                <a:solidFill>
                  <a:srgbClr val="FFFFFF"/>
                </a:solidFill>
                <a:effectLst/>
                <a:latin typeface="OpenSymbol"/>
              </a:rPr>
              <a:t> </a:t>
            </a:r>
            <a:r>
              <a:rPr b="0" sz="2000" lang="en-US" strike="noStrike" u="none">
                <a:solidFill>
                  <a:srgbClr val="FFFFFF"/>
                </a:solidFill>
                <a:effectLst/>
                <a:latin typeface="OpenSymbol"/>
              </a:rPr>
              <a:t> </a:t>
            </a:r>
            <a:r>
              <a:rPr b="0" sz="2000" lang="en-US" strike="noStrike" u="none">
                <a:solidFill>
                  <a:srgbClr val="FFFFFF"/>
                </a:solidFill>
                <a:effectLst/>
                <a:latin typeface="OpenSymbol"/>
              </a:rPr>
              <a:t> </a:t>
            </a:r>
            <a:r>
              <a:rPr b="0" sz="2000" lang="en-US" strike="noStrike" u="none">
                <a:solidFill>
                  <a:srgbClr val="FFFFFF"/>
                </a:solidFill>
                <a:effectLst/>
                <a:latin typeface="OpenSymbol"/>
              </a:rPr>
              <a:t> </a:t>
            </a:r>
            <a:r>
              <a:rPr b="0" sz="2000" lang="en-US" strike="noStrike" u="none">
                <a:solidFill>
                  <a:srgbClr val="FFFFFF"/>
                </a:solidFill>
                <a:effectLst/>
                <a:latin typeface="OpenSymbol"/>
              </a:rPr>
              <a:t> </a:t>
            </a:r>
            <a:r>
              <a:rPr b="0" sz="2000" lang="en-US" strike="noStrike" u="none">
                <a:solidFill>
                  <a:srgbClr val="FFFFFF"/>
                </a:solidFill>
                <a:effectLst/>
                <a:latin typeface="OpenSymbol"/>
              </a:rPr>
              <a:t> </a:t>
            </a:r>
            <a:r>
              <a:rPr b="0" sz="2000" lang="en-US" strike="noStrike" u="none">
                <a:solidFill>
                  <a:srgbClr val="FFFFFF"/>
                </a:solidFill>
                <a:effectLst/>
                <a:latin typeface="OpenSymbol"/>
              </a:rPr>
              <a:t> </a:t>
            </a:r>
            <a:r>
              <a:rPr b="0" sz="2000" lang="en-US" strike="noStrike" u="none">
                <a:solidFill>
                  <a:srgbClr val="FFFFFF"/>
                </a:solidFill>
                <a:effectLst/>
                <a:latin typeface="OpenSymbol"/>
              </a:rPr>
              <a:t> </a:t>
            </a:r>
            <a:r>
              <a:rPr b="0" sz="2000" lang="en-US" strike="noStrike" u="none">
                <a:solidFill>
                  <a:srgbClr val="FFFFFF"/>
                </a:solidFill>
                <a:effectLst/>
                <a:latin typeface="OpenSymbol"/>
              </a:rPr>
              <a:t> </a:t>
            </a:r>
            <a:r>
              <a:rPr altLang="en-US" b="0" sz="2000" lang="en-US" strike="noStrike" u="none">
                <a:solidFill>
                  <a:srgbClr val="FFFFFF"/>
                </a:solidFill>
                <a:effectLst/>
                <a:latin typeface="OpenSymbol"/>
              </a:rPr>
              <a:t>✅</a:t>
            </a:r>
            <a:r>
              <a:rPr altLang="en-IN" b="0" sz="2000" lang="en-US" strike="noStrike" u="none">
                <a:solidFill>
                  <a:srgbClr val="FFFFFF"/>
                </a:solidFill>
                <a:effectLst/>
                <a:latin typeface="OpenSymbol"/>
              </a:rPr>
              <a:t> </a:t>
            </a:r>
            <a:r>
              <a:rPr b="0" sz="2000" lang="en-US" strike="noStrike" u="none">
                <a:solidFill>
                  <a:srgbClr val="FFFFFF"/>
                </a:solidFill>
                <a:effectLst/>
                <a:latin typeface="OpenSymbol"/>
              </a:rPr>
              <a:t>Must</a:t>
            </a:r>
            <a:r>
              <a:rPr b="0" sz="2000" lang="en-US" strike="noStrike" u="none">
                <a:solidFill>
                  <a:srgbClr val="FFFFFF"/>
                </a:solidFill>
                <a:effectLst/>
                <a:latin typeface="OpenSymbol"/>
              </a:rPr>
              <a:t> start with a letter or underscore
</a:t>
            </a:r>
            <a:r>
              <a:rPr b="0" sz="2000" lang="en-US" strike="noStrike" u="none">
                <a:solidFill>
                  <a:srgbClr val="FFFFFF"/>
                </a:solidFill>
                <a:effectLst/>
                <a:latin typeface="OpenSymbol"/>
              </a:rPr>
              <a:t> </a:t>
            </a:r>
            <a:r>
              <a:rPr b="0" sz="2000" lang="en-US" strike="noStrike" u="none">
                <a:solidFill>
                  <a:srgbClr val="FFFFFF"/>
                </a:solidFill>
                <a:effectLst/>
                <a:latin typeface="OpenSymbol"/>
              </a:rPr>
              <a:t> </a:t>
            </a:r>
            <a:r>
              <a:rPr b="0" sz="2000" lang="en-US" strike="noStrike" u="none">
                <a:solidFill>
                  <a:srgbClr val="FFFFFF"/>
                </a:solidFill>
                <a:effectLst/>
                <a:latin typeface="OpenSymbol"/>
              </a:rPr>
              <a:t> </a:t>
            </a:r>
            <a:r>
              <a:rPr b="0" sz="2000" lang="en-US" strike="noStrike" u="none">
                <a:solidFill>
                  <a:srgbClr val="FFFFFF"/>
                </a:solidFill>
                <a:effectLst/>
                <a:latin typeface="OpenSymbol"/>
              </a:rPr>
              <a:t> </a:t>
            </a:r>
            <a:r>
              <a:rPr b="0" sz="2000" lang="en-US" strike="noStrike" u="none">
                <a:solidFill>
                  <a:srgbClr val="FFFFFF"/>
                </a:solidFill>
                <a:effectLst/>
                <a:latin typeface="OpenSymbol"/>
              </a:rPr>
              <a:t> </a:t>
            </a:r>
            <a:r>
              <a:rPr b="0" sz="2000" lang="en-US" strike="noStrike" u="none">
                <a:solidFill>
                  <a:srgbClr val="FFFFFF"/>
                </a:solidFill>
                <a:effectLst/>
                <a:latin typeface="OpenSymbol"/>
              </a:rPr>
              <a:t> </a:t>
            </a:r>
            <a:r>
              <a:rPr b="0" sz="2000" lang="en-US" strike="noStrike" u="none">
                <a:solidFill>
                  <a:srgbClr val="FFFFFF"/>
                </a:solidFill>
                <a:effectLst/>
                <a:latin typeface="OpenSymbol"/>
              </a:rPr>
              <a:t> </a:t>
            </a:r>
            <a:r>
              <a:rPr b="0" sz="2000" lang="en-US" strike="noStrike" u="none">
                <a:solidFill>
                  <a:srgbClr val="FFFFFF"/>
                </a:solidFill>
                <a:effectLst/>
                <a:latin typeface="OpenSymbol"/>
              </a:rPr>
              <a:t> </a:t>
            </a:r>
            <a:r>
              <a:rPr b="0" sz="2000" lang="en-US" strike="noStrike" u="none">
                <a:solidFill>
                  <a:srgbClr val="FFFFFF"/>
                </a:solidFill>
                <a:effectLst/>
                <a:latin typeface="OpenSymbol"/>
              </a:rPr>
              <a:t> </a:t>
            </a:r>
            <a:r>
              <a:rPr altLang="en-US" b="0" sz="2000" lang="en-US" strike="noStrike" u="none">
                <a:solidFill>
                  <a:srgbClr val="FFFFFF"/>
                </a:solidFill>
                <a:effectLst/>
                <a:latin typeface="OpenSymbol"/>
              </a:rPr>
              <a:t>✅</a:t>
            </a:r>
            <a:r>
              <a:rPr altLang="en-IN" b="0" sz="2000" lang="en-US" strike="noStrike" u="none">
                <a:solidFill>
                  <a:srgbClr val="FFFFFF"/>
                </a:solidFill>
                <a:effectLst/>
                <a:latin typeface="OpenSymbol"/>
              </a:rPr>
              <a:t> </a:t>
            </a:r>
            <a:r>
              <a:rPr b="0" sz="2000" lang="en-US" strike="noStrike" u="none">
                <a:solidFill>
                  <a:srgbClr val="FFFFFF"/>
                </a:solidFill>
                <a:effectLst/>
                <a:latin typeface="OpenSymbol"/>
              </a:rPr>
              <a:t>Can</a:t>
            </a:r>
            <a:r>
              <a:rPr b="0" sz="2000" lang="en-US" strike="noStrike" u="none">
                <a:solidFill>
                  <a:srgbClr val="FFFFFF"/>
                </a:solidFill>
                <a:effectLst/>
                <a:latin typeface="OpenSymbol"/>
              </a:rPr>
              <a:t> contain letters, digits, and underscores
</a:t>
            </a:r>
            <a:r>
              <a:rPr b="0" sz="2000" lang="en-US" strike="noStrike" u="none">
                <a:solidFill>
                  <a:srgbClr val="FFFFFF"/>
                </a:solidFill>
                <a:effectLst/>
                <a:latin typeface="OpenSymbol"/>
              </a:rPr>
              <a:t> </a:t>
            </a:r>
            <a:r>
              <a:rPr b="0" sz="2000" lang="en-US" strike="noStrike" u="none">
                <a:solidFill>
                  <a:srgbClr val="FFFFFF"/>
                </a:solidFill>
                <a:effectLst/>
                <a:latin typeface="OpenSymbol"/>
              </a:rPr>
              <a:t> </a:t>
            </a:r>
            <a:r>
              <a:rPr b="0" sz="2000" lang="en-US" strike="noStrike" u="none">
                <a:solidFill>
                  <a:srgbClr val="FFFFFF"/>
                </a:solidFill>
                <a:effectLst/>
                <a:latin typeface="OpenSymbol"/>
              </a:rPr>
              <a:t> </a:t>
            </a:r>
            <a:r>
              <a:rPr b="0" sz="2000" lang="en-US" strike="noStrike" u="none">
                <a:solidFill>
                  <a:srgbClr val="FFFFFF"/>
                </a:solidFill>
                <a:effectLst/>
                <a:latin typeface="OpenSymbol"/>
              </a:rPr>
              <a:t> </a:t>
            </a:r>
            <a:r>
              <a:rPr b="0" sz="2000" lang="en-US" strike="noStrike" u="none">
                <a:solidFill>
                  <a:srgbClr val="FFFFFF"/>
                </a:solidFill>
                <a:effectLst/>
                <a:latin typeface="OpenSymbol"/>
              </a:rPr>
              <a:t> </a:t>
            </a:r>
            <a:r>
              <a:rPr b="0" sz="2000" lang="en-US" strike="noStrike" u="none">
                <a:solidFill>
                  <a:srgbClr val="FFFFFF"/>
                </a:solidFill>
                <a:effectLst/>
                <a:latin typeface="OpenSymbol"/>
              </a:rPr>
              <a:t> </a:t>
            </a:r>
            <a:r>
              <a:rPr b="0" sz="2000" lang="en-US" strike="noStrike" u="none">
                <a:solidFill>
                  <a:srgbClr val="FFFFFF"/>
                </a:solidFill>
                <a:effectLst/>
                <a:latin typeface="OpenSymbol"/>
              </a:rPr>
              <a:t> </a:t>
            </a:r>
            <a:r>
              <a:rPr b="0" sz="2000" lang="en-US" strike="noStrike" u="none">
                <a:solidFill>
                  <a:srgbClr val="FFFFFF"/>
                </a:solidFill>
                <a:effectLst/>
                <a:latin typeface="OpenSymbol"/>
              </a:rPr>
              <a:t> </a:t>
            </a:r>
            <a:r>
              <a:rPr b="0" sz="2000" lang="en-US" strike="noStrike" u="none">
                <a:solidFill>
                  <a:srgbClr val="FFFFFF"/>
                </a:solidFill>
                <a:effectLst/>
                <a:latin typeface="OpenSymbol"/>
              </a:rPr>
              <a:t> </a:t>
            </a:r>
            <a:r>
              <a:rPr altLang="en-US" b="0" sz="2000" lang="en-US" strike="noStrike" u="none">
                <a:solidFill>
                  <a:srgbClr val="FFFFFF"/>
                </a:solidFill>
                <a:effectLst/>
                <a:latin typeface="OpenSymbol"/>
              </a:rPr>
              <a:t>✅</a:t>
            </a:r>
            <a:r>
              <a:rPr altLang="en-IN" b="0" sz="2000" lang="en-US" strike="noStrike" u="none">
                <a:solidFill>
                  <a:srgbClr val="FFFFFF"/>
                </a:solidFill>
                <a:effectLst/>
                <a:latin typeface="OpenSymbol"/>
              </a:rPr>
              <a:t> </a:t>
            </a:r>
            <a:r>
              <a:rPr b="0" sz="2000" lang="en-US" strike="noStrike" u="none">
                <a:solidFill>
                  <a:srgbClr val="FFFFFF"/>
                </a:solidFill>
                <a:effectLst/>
                <a:latin typeface="OpenSymbol"/>
              </a:rPr>
              <a:t>Keywords</a:t>
            </a:r>
            <a:r>
              <a:rPr b="0" sz="2000" lang="en-US" strike="noStrike" u="none">
                <a:solidFill>
                  <a:srgbClr val="FFFFFF"/>
                </a:solidFill>
                <a:effectLst/>
                <a:latin typeface="OpenSymbol"/>
              </a:rPr>
              <a:t> are not identifiers</a:t>
            </a:r>
            <a:endParaRPr b="0" sz="2000" lang="en-US" strike="noStrike" u="none">
              <a:solidFill>
                <a:srgbClr val="FFFFFF"/>
              </a:solidFill>
              <a:effectLst/>
              <a:latin typeface="OpenSymbol"/>
            </a:endParaRPr>
          </a:p>
        </p:txBody>
      </p:sp>
    </p:spTree>
  </p:cSld>
  <p:clrMapOvr>
    <a:masterClrMapping/>
  </p:clrMapOvr>
  <p:transition spd="slow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3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195" name="PlaceHolder 1"/>
          <p:cNvSpPr>
            <a:spLocks noGrp="1"/>
          </p:cNvSpPr>
          <p:nvPr>
            <p:ph type="title"/>
          </p:nvPr>
        </p:nvSpPr>
        <p:spPr>
          <a:xfrm>
            <a:off x="2133720" y="104980"/>
            <a:ext cx="4876560" cy="1009696"/>
          </a:xfrm>
          <a:prstGeom prst="rect"/>
          <a:noFill/>
          <a:ln w="0">
            <a:noFill/>
          </a:ln>
        </p:spPr>
        <p:txBody>
          <a:bodyPr anchor="b" bIns="91440" lIns="91440" rIns="91440" tIns="91440">
            <a:noAutofit/>
          </a:bodyPr>
          <a:p>
            <a:pPr algn="ctr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sz="3200" lang="en-US" strike="noStrike" u="none">
                <a:solidFill>
                  <a:schemeClr val="dk1"/>
                </a:solidFill>
                <a:effectLst/>
                <a:latin typeface="Outfit"/>
                <a:ea typeface="Outfit"/>
              </a:rPr>
              <a:t>C++ Program</a:t>
            </a:r>
            <a:endParaRPr b="0" sz="3200" lang="fr-FR" strike="noStrike" u="none">
              <a:solidFill>
                <a:schemeClr val="dk1"/>
              </a:solidFill>
              <a:effectLst/>
              <a:latin typeface="Arial"/>
            </a:endParaRPr>
          </a:p>
        </p:txBody>
      </p:sp>
      <p:sp>
        <p:nvSpPr>
          <p:cNvPr id="1049196" name="PlaceHolder 2"/>
          <p:cNvSpPr>
            <a:spLocks noGrp="1"/>
          </p:cNvSpPr>
          <p:nvPr>
            <p:ph type="subTitle"/>
          </p:nvPr>
        </p:nvSpPr>
        <p:spPr>
          <a:xfrm>
            <a:off x="1762083" y="1629009"/>
            <a:ext cx="5503157" cy="3190869"/>
          </a:xfrm>
          <a:prstGeom prst="rect"/>
          <a:noFill/>
          <a:ln w="9360">
            <a:solidFill>
              <a:schemeClr val="dk2"/>
            </a:solidFill>
            <a:round/>
          </a:ln>
        </p:spPr>
        <p:txBody>
          <a:bodyPr anchor="ctr" bIns="91440" lIns="91440" rIns="91440" tIns="91440">
            <a:noAutofit/>
          </a:bodyPr>
          <a:p>
            <a:pPr algn="ctr" indent="0">
              <a:lnSpc>
                <a:spcPct val="150000"/>
              </a:lnSpc>
              <a:buNone/>
              <a:tabLst>
                <a:tab algn="l" pos="0"/>
              </a:tabLst>
            </a:pPr>
            <a:endParaRPr b="0" sz="800" lang="en-US" strike="noStrike" u="none">
              <a:solidFill>
                <a:srgbClr val="FFFFFF"/>
              </a:solidFill>
              <a:effectLst/>
              <a:latin typeface="OpenSymbol"/>
            </a:endParaRPr>
          </a:p>
        </p:txBody>
      </p:sp>
      <p:grpSp>
        <p:nvGrpSpPr>
          <p:cNvPr id="139" name="Google Shape;3333;p37"/>
          <p:cNvGrpSpPr/>
          <p:nvPr/>
        </p:nvGrpSpPr>
        <p:grpSpPr>
          <a:xfrm>
            <a:off x="1599480" y="-980640"/>
            <a:ext cx="142920" cy="2454120"/>
            <a:chOff x="1599480" y="-980640"/>
            <a:chExt cx="142920" cy="2454120"/>
          </a:xfrm>
        </p:grpSpPr>
        <p:grpSp>
          <p:nvGrpSpPr>
            <p:cNvPr id="140" name="Google Shape;3334;p37"/>
            <p:cNvGrpSpPr/>
            <p:nvPr/>
          </p:nvGrpSpPr>
          <p:grpSpPr>
            <a:xfrm>
              <a:off x="1599480" y="-980640"/>
              <a:ext cx="142920" cy="2454120"/>
              <a:chOff x="1599480" y="-980640"/>
              <a:chExt cx="142920" cy="2454120"/>
            </a:xfrm>
          </p:grpSpPr>
          <p:sp>
            <p:nvSpPr>
              <p:cNvPr id="1049197" name="Google Shape;3335;p37"/>
              <p:cNvSpPr/>
              <p:nvPr/>
            </p:nvSpPr>
            <p:spPr>
              <a:xfrm>
                <a:off x="1599480" y="1330560"/>
                <a:ext cx="142920" cy="142920"/>
              </a:xfrm>
              <a:prstGeom prst="rect"/>
              <a:gradFill rotWithShape="0">
                <a:gsLst>
                  <a:gs pos="0">
                    <a:srgbClr val="7DF3E5"/>
                  </a:gs>
                  <a:gs pos="100000">
                    <a:srgbClr val="02C5AE"/>
                  </a:gs>
                </a:gsLst>
                <a:lin ang="2700000"/>
              </a:gradFill>
              <a:ln w="0">
                <a:noFill/>
              </a:ln>
              <a:effectLst>
                <a:outerShdw algn="bl" blurRad="185760" rotWithShape="0">
                  <a:schemeClr val="dk1">
                    <a:alpha val="31000"/>
                  </a:schemeClr>
                </a:outerShdw>
              </a:effectLst>
            </p:spPr>
            <p:style>
              <a:lnRef idx="0">
                <a:srgbClr val="000000"/>
              </a:lnRef>
              <a:fillRef idx="0">
                <a:srgbClr val="000000"/>
              </a:fillRef>
              <a:effectRef idx="0">
                <a:srgbClr val="000000"/>
              </a:effectRef>
              <a:fontRef idx="minor">
                <a:srgbClr val="000000"/>
              </a:fontRef>
            </p:style>
            <p:txBody>
              <a:bodyPr anchor="ctr" bIns="71640" tIns="71640">
                <a:noAutofit/>
              </a:bodyPr>
              <a:p>
                <a:pPr algn="ctr"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sz="1800" lang="en-US" strike="noStrike" u="none">
                  <a:solidFill>
                    <a:srgbClr val="000000"/>
                  </a:solidFill>
                  <a:effectLst/>
                  <a:latin typeface="OpenSymbol"/>
                </a:endParaRPr>
              </a:p>
            </p:txBody>
          </p:sp>
          <p:sp>
            <p:nvSpPr>
              <p:cNvPr id="1049198" name="Google Shape;3336;p37"/>
              <p:cNvSpPr/>
              <p:nvPr/>
            </p:nvSpPr>
            <p:spPr>
              <a:xfrm>
                <a:off x="1608120" y="1119600"/>
                <a:ext cx="126000" cy="126360"/>
              </a:xfrm>
              <a:prstGeom prst="rect"/>
              <a:gradFill rotWithShape="0">
                <a:gsLst>
                  <a:gs pos="0">
                    <a:srgbClr val="7DF3E5"/>
                  </a:gs>
                  <a:gs pos="100000">
                    <a:srgbClr val="02C5AE"/>
                  </a:gs>
                </a:gsLst>
                <a:lin ang="2700000"/>
              </a:gradFill>
              <a:ln w="0">
                <a:noFill/>
              </a:ln>
              <a:effectLst>
                <a:outerShdw algn="bl" blurRad="185760" rotWithShape="0">
                  <a:schemeClr val="dk1">
                    <a:alpha val="31000"/>
                  </a:schemeClr>
                </a:outerShdw>
              </a:effectLst>
            </p:spPr>
            <p:style>
              <a:lnRef idx="0">
                <a:srgbClr val="000000"/>
              </a:lnRef>
              <a:fillRef idx="0">
                <a:srgbClr val="000000"/>
              </a:fillRef>
              <a:effectRef idx="0">
                <a:srgbClr val="000000"/>
              </a:effectRef>
              <a:fontRef idx="minor">
                <a:srgbClr val="000000"/>
              </a:fontRef>
            </p:style>
            <p:txBody>
              <a:bodyPr anchor="ctr" bIns="63360" tIns="63360">
                <a:noAutofit/>
              </a:bodyPr>
              <a:p>
                <a:pPr algn="ctr"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sz="1800" lang="en-US" strike="noStrike" u="none">
                  <a:solidFill>
                    <a:srgbClr val="000000"/>
                  </a:solidFill>
                  <a:effectLst/>
                  <a:latin typeface="OpenSymbol"/>
                </a:endParaRPr>
              </a:p>
            </p:txBody>
          </p:sp>
          <p:sp>
            <p:nvSpPr>
              <p:cNvPr id="1049199" name="Google Shape;3337;p37"/>
              <p:cNvSpPr/>
              <p:nvPr/>
            </p:nvSpPr>
            <p:spPr>
              <a:xfrm>
                <a:off x="1608120" y="909000"/>
                <a:ext cx="126000" cy="126360"/>
              </a:xfrm>
              <a:prstGeom prst="rect"/>
              <a:gradFill rotWithShape="0">
                <a:gsLst>
                  <a:gs pos="0">
                    <a:srgbClr val="7DF3E5"/>
                  </a:gs>
                  <a:gs pos="100000">
                    <a:srgbClr val="02C5AE"/>
                  </a:gs>
                </a:gsLst>
                <a:lin ang="2700000"/>
              </a:gradFill>
              <a:ln w="0">
                <a:noFill/>
              </a:ln>
              <a:effectLst>
                <a:outerShdw algn="bl" blurRad="185760" rotWithShape="0">
                  <a:schemeClr val="dk1">
                    <a:alpha val="31000"/>
                  </a:schemeClr>
                </a:outerShdw>
              </a:effectLst>
            </p:spPr>
            <p:style>
              <a:lnRef idx="0">
                <a:srgbClr val="000000"/>
              </a:lnRef>
              <a:fillRef idx="0">
                <a:srgbClr val="000000"/>
              </a:fillRef>
              <a:effectRef idx="0">
                <a:srgbClr val="000000"/>
              </a:effectRef>
              <a:fontRef idx="minor">
                <a:srgbClr val="000000"/>
              </a:fontRef>
            </p:style>
            <p:txBody>
              <a:bodyPr anchor="ctr" bIns="63360" tIns="63360">
                <a:noAutofit/>
              </a:bodyPr>
              <a:p>
                <a:pPr algn="ctr"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sz="1800" lang="en-US" strike="noStrike" u="none">
                  <a:solidFill>
                    <a:srgbClr val="000000"/>
                  </a:solidFill>
                  <a:effectLst/>
                  <a:latin typeface="OpenSymbol"/>
                </a:endParaRPr>
              </a:p>
            </p:txBody>
          </p:sp>
          <p:sp>
            <p:nvSpPr>
              <p:cNvPr id="1049200" name="Google Shape;3338;p37"/>
              <p:cNvSpPr/>
              <p:nvPr/>
            </p:nvSpPr>
            <p:spPr>
              <a:xfrm>
                <a:off x="1608120" y="698040"/>
                <a:ext cx="126000" cy="126360"/>
              </a:xfrm>
              <a:prstGeom prst="rect"/>
              <a:gradFill rotWithShape="0">
                <a:gsLst>
                  <a:gs pos="0">
                    <a:srgbClr val="7DF3E5"/>
                  </a:gs>
                  <a:gs pos="100000">
                    <a:srgbClr val="02C5AE"/>
                  </a:gs>
                </a:gsLst>
                <a:lin ang="2700000"/>
              </a:gradFill>
              <a:ln w="0">
                <a:noFill/>
              </a:ln>
              <a:effectLst>
                <a:outerShdw algn="bl" blurRad="185760" rotWithShape="0">
                  <a:schemeClr val="dk1">
                    <a:alpha val="31000"/>
                  </a:schemeClr>
                </a:outerShdw>
              </a:effectLst>
            </p:spPr>
            <p:style>
              <a:lnRef idx="0">
                <a:srgbClr val="000000"/>
              </a:lnRef>
              <a:fillRef idx="0">
                <a:srgbClr val="000000"/>
              </a:fillRef>
              <a:effectRef idx="0">
                <a:srgbClr val="000000"/>
              </a:effectRef>
              <a:fontRef idx="minor">
                <a:srgbClr val="000000"/>
              </a:fontRef>
            </p:style>
            <p:txBody>
              <a:bodyPr anchor="ctr" bIns="63360" tIns="63360">
                <a:noAutofit/>
              </a:bodyPr>
              <a:p>
                <a:pPr algn="ctr"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sz="1800" lang="en-US" strike="noStrike" u="none">
                  <a:solidFill>
                    <a:srgbClr val="000000"/>
                  </a:solidFill>
                  <a:effectLst/>
                  <a:latin typeface="OpenSymbol"/>
                </a:endParaRPr>
              </a:p>
            </p:txBody>
          </p:sp>
          <p:sp>
            <p:nvSpPr>
              <p:cNvPr id="1049201" name="Google Shape;3339;p37"/>
              <p:cNvSpPr/>
              <p:nvPr/>
            </p:nvSpPr>
            <p:spPr>
              <a:xfrm>
                <a:off x="1612440" y="487440"/>
                <a:ext cx="117360" cy="117720"/>
              </a:xfrm>
              <a:prstGeom prst="rect"/>
              <a:gradFill rotWithShape="0">
                <a:gsLst>
                  <a:gs pos="0">
                    <a:srgbClr val="7DF3E5"/>
                  </a:gs>
                  <a:gs pos="100000">
                    <a:srgbClr val="02C5AE"/>
                  </a:gs>
                </a:gsLst>
                <a:lin ang="2700000"/>
              </a:gradFill>
              <a:ln w="0">
                <a:noFill/>
              </a:ln>
              <a:effectLst>
                <a:outerShdw algn="bl" blurRad="185760" rotWithShape="0">
                  <a:schemeClr val="dk1">
                    <a:alpha val="31000"/>
                  </a:schemeClr>
                </a:outerShdw>
              </a:effectLst>
            </p:spPr>
            <p:style>
              <a:lnRef idx="0">
                <a:srgbClr val="000000"/>
              </a:lnRef>
              <a:fillRef idx="0">
                <a:srgbClr val="000000"/>
              </a:fillRef>
              <a:effectRef idx="0">
                <a:srgbClr val="000000"/>
              </a:effectRef>
              <a:fontRef idx="minor">
                <a:srgbClr val="000000"/>
              </a:fontRef>
            </p:style>
            <p:txBody>
              <a:bodyPr anchor="ctr" bIns="59040" tIns="59040">
                <a:noAutofit/>
              </a:bodyPr>
              <a:p>
                <a:pPr algn="ctr"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sz="1800" lang="en-US" strike="noStrike" u="none">
                  <a:solidFill>
                    <a:srgbClr val="000000"/>
                  </a:solidFill>
                  <a:effectLst/>
                  <a:latin typeface="OpenSymbol"/>
                </a:endParaRPr>
              </a:p>
            </p:txBody>
          </p:sp>
          <p:sp>
            <p:nvSpPr>
              <p:cNvPr id="1049202" name="Google Shape;3340;p37"/>
              <p:cNvSpPr/>
              <p:nvPr/>
            </p:nvSpPr>
            <p:spPr>
              <a:xfrm>
                <a:off x="1612440" y="276840"/>
                <a:ext cx="117360" cy="117720"/>
              </a:xfrm>
              <a:prstGeom prst="rect"/>
              <a:gradFill rotWithShape="0">
                <a:gsLst>
                  <a:gs pos="0">
                    <a:srgbClr val="7DF3E5"/>
                  </a:gs>
                  <a:gs pos="100000">
                    <a:srgbClr val="02C5AE"/>
                  </a:gs>
                </a:gsLst>
                <a:lin ang="2700000"/>
              </a:gradFill>
              <a:ln w="0">
                <a:noFill/>
              </a:ln>
              <a:effectLst>
                <a:outerShdw algn="bl" blurRad="185760" rotWithShape="0">
                  <a:schemeClr val="dk1">
                    <a:alpha val="31000"/>
                  </a:schemeClr>
                </a:outerShdw>
              </a:effectLst>
            </p:spPr>
            <p:style>
              <a:lnRef idx="0">
                <a:srgbClr val="000000"/>
              </a:lnRef>
              <a:fillRef idx="0">
                <a:srgbClr val="000000"/>
              </a:fillRef>
              <a:effectRef idx="0">
                <a:srgbClr val="000000"/>
              </a:effectRef>
              <a:fontRef idx="minor">
                <a:srgbClr val="000000"/>
              </a:fontRef>
            </p:style>
            <p:txBody>
              <a:bodyPr anchor="ctr" bIns="59040" tIns="59040">
                <a:noAutofit/>
              </a:bodyPr>
              <a:p>
                <a:pPr algn="ctr"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sz="1800" lang="en-US" strike="noStrike" u="none">
                  <a:solidFill>
                    <a:srgbClr val="000000"/>
                  </a:solidFill>
                  <a:effectLst/>
                  <a:latin typeface="OpenSymbol"/>
                </a:endParaRPr>
              </a:p>
            </p:txBody>
          </p:sp>
          <p:sp>
            <p:nvSpPr>
              <p:cNvPr id="1049203" name="Google Shape;3341;p37"/>
              <p:cNvSpPr/>
              <p:nvPr/>
            </p:nvSpPr>
            <p:spPr>
              <a:xfrm>
                <a:off x="1614600" y="65880"/>
                <a:ext cx="113040" cy="113040"/>
              </a:xfrm>
              <a:prstGeom prst="rect"/>
              <a:gradFill rotWithShape="0">
                <a:gsLst>
                  <a:gs pos="0">
                    <a:srgbClr val="7DF3E5"/>
                  </a:gs>
                  <a:gs pos="100000">
                    <a:srgbClr val="02C5AE"/>
                  </a:gs>
                </a:gsLst>
                <a:lin ang="2700000"/>
              </a:gradFill>
              <a:ln w="0">
                <a:noFill/>
              </a:ln>
              <a:effectLst>
                <a:outerShdw algn="bl" blurRad="185760" rotWithShape="0">
                  <a:schemeClr val="dk1">
                    <a:alpha val="31000"/>
                  </a:schemeClr>
                </a:outerShdw>
              </a:effectLst>
            </p:spPr>
            <p:style>
              <a:lnRef idx="0">
                <a:srgbClr val="000000"/>
              </a:lnRef>
              <a:fillRef idx="0">
                <a:srgbClr val="000000"/>
              </a:fillRef>
              <a:effectRef idx="0">
                <a:srgbClr val="000000"/>
              </a:effectRef>
              <a:fontRef idx="minor">
                <a:srgbClr val="000000"/>
              </a:fontRef>
            </p:style>
            <p:txBody>
              <a:bodyPr anchor="ctr" bIns="56520" tIns="56520">
                <a:noAutofit/>
              </a:bodyPr>
              <a:p>
                <a:pPr algn="ctr"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sz="1800" lang="en-US" strike="noStrike" u="none">
                  <a:solidFill>
                    <a:srgbClr val="000000"/>
                  </a:solidFill>
                  <a:effectLst/>
                  <a:latin typeface="OpenSymbol"/>
                </a:endParaRPr>
              </a:p>
            </p:txBody>
          </p:sp>
          <p:sp>
            <p:nvSpPr>
              <p:cNvPr id="1049204" name="Google Shape;3342;p37"/>
              <p:cNvSpPr/>
              <p:nvPr/>
            </p:nvSpPr>
            <p:spPr>
              <a:xfrm>
                <a:off x="1616760" y="-144720"/>
                <a:ext cx="108720" cy="108720"/>
              </a:xfrm>
              <a:prstGeom prst="rect"/>
              <a:gradFill rotWithShape="0">
                <a:gsLst>
                  <a:gs pos="0">
                    <a:srgbClr val="7DF3E5"/>
                  </a:gs>
                  <a:gs pos="100000">
                    <a:srgbClr val="02C5AE"/>
                  </a:gs>
                </a:gsLst>
                <a:lin ang="2700000"/>
              </a:gradFill>
              <a:ln w="0">
                <a:noFill/>
              </a:ln>
              <a:effectLst>
                <a:outerShdw algn="bl" blurRad="185760" rotWithShape="0">
                  <a:schemeClr val="dk1">
                    <a:alpha val="31000"/>
                  </a:schemeClr>
                </a:outerShdw>
              </a:effectLst>
            </p:spPr>
            <p:style>
              <a:lnRef idx="0">
                <a:srgbClr val="000000"/>
              </a:lnRef>
              <a:fillRef idx="0">
                <a:srgbClr val="000000"/>
              </a:fillRef>
              <a:effectRef idx="0">
                <a:srgbClr val="000000"/>
              </a:effectRef>
              <a:fontRef idx="minor">
                <a:srgbClr val="000000"/>
              </a:fontRef>
            </p:style>
            <p:txBody>
              <a:bodyPr anchor="ctr" bIns="54360" tIns="54360">
                <a:noAutofit/>
              </a:bodyPr>
              <a:p>
                <a:pPr algn="ctr"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sz="1800" lang="en-US" strike="noStrike" u="none">
                  <a:solidFill>
                    <a:srgbClr val="000000"/>
                  </a:solidFill>
                  <a:effectLst/>
                  <a:latin typeface="OpenSymbol"/>
                </a:endParaRPr>
              </a:p>
            </p:txBody>
          </p:sp>
          <p:sp>
            <p:nvSpPr>
              <p:cNvPr id="1049205" name="Google Shape;3343;p37"/>
              <p:cNvSpPr/>
              <p:nvPr/>
            </p:nvSpPr>
            <p:spPr>
              <a:xfrm>
                <a:off x="1621800" y="-351000"/>
                <a:ext cx="98640" cy="98640"/>
              </a:xfrm>
              <a:prstGeom prst="rect"/>
              <a:gradFill rotWithShape="0">
                <a:gsLst>
                  <a:gs pos="0">
                    <a:srgbClr val="7DF3E5"/>
                  </a:gs>
                  <a:gs pos="100000">
                    <a:srgbClr val="02C5AE"/>
                  </a:gs>
                </a:gsLst>
                <a:lin ang="2700000"/>
              </a:gradFill>
              <a:ln w="0">
                <a:noFill/>
              </a:ln>
              <a:effectLst>
                <a:outerShdw algn="bl" blurRad="185760" rotWithShape="0">
                  <a:schemeClr val="dk1">
                    <a:alpha val="31000"/>
                  </a:schemeClr>
                </a:outerShdw>
              </a:effectLst>
            </p:spPr>
            <p:style>
              <a:lnRef idx="0">
                <a:srgbClr val="000000"/>
              </a:lnRef>
              <a:fillRef idx="0">
                <a:srgbClr val="000000"/>
              </a:fillRef>
              <a:effectRef idx="0">
                <a:srgbClr val="000000"/>
              </a:effectRef>
              <a:fontRef idx="minor">
                <a:srgbClr val="000000"/>
              </a:fontRef>
            </p:style>
            <p:txBody>
              <a:bodyPr anchor="ctr" bIns="49320" tIns="49320">
                <a:noAutofit/>
              </a:bodyPr>
              <a:p>
                <a:pPr algn="ctr"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sz="1800" lang="en-US" strike="noStrike" u="none">
                  <a:solidFill>
                    <a:srgbClr val="000000"/>
                  </a:solidFill>
                  <a:effectLst/>
                  <a:latin typeface="OpenSymbol"/>
                </a:endParaRPr>
              </a:p>
            </p:txBody>
          </p:sp>
          <p:sp>
            <p:nvSpPr>
              <p:cNvPr id="1049206" name="Google Shape;3344;p37"/>
              <p:cNvSpPr/>
              <p:nvPr/>
            </p:nvSpPr>
            <p:spPr>
              <a:xfrm>
                <a:off x="1626480" y="-557280"/>
                <a:ext cx="88920" cy="88920"/>
              </a:xfrm>
              <a:prstGeom prst="rect"/>
              <a:gradFill rotWithShape="0">
                <a:gsLst>
                  <a:gs pos="0">
                    <a:srgbClr val="7DF3E5"/>
                  </a:gs>
                  <a:gs pos="100000">
                    <a:srgbClr val="02C5AE"/>
                  </a:gs>
                </a:gsLst>
                <a:lin ang="2700000"/>
              </a:gradFill>
              <a:ln w="0">
                <a:noFill/>
              </a:ln>
              <a:effectLst>
                <a:outerShdw algn="bl" blurRad="185760" rotWithShape="0">
                  <a:schemeClr val="dk1">
                    <a:alpha val="31000"/>
                  </a:schemeClr>
                </a:outerShdw>
              </a:effectLst>
            </p:spPr>
            <p:style>
              <a:lnRef idx="0">
                <a:srgbClr val="000000"/>
              </a:lnRef>
              <a:fillRef idx="0">
                <a:srgbClr val="000000"/>
              </a:fillRef>
              <a:effectRef idx="0">
                <a:srgbClr val="000000"/>
              </a:effectRef>
              <a:fontRef idx="minor">
                <a:srgbClr val="000000"/>
              </a:fontRef>
            </p:style>
            <p:txBody>
              <a:bodyPr anchor="ctr" bIns="44640" tIns="44640">
                <a:noAutofit/>
              </a:bodyPr>
              <a:p>
                <a:pPr algn="ctr"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sz="1800" lang="en-US" strike="noStrike" u="none">
                  <a:solidFill>
                    <a:srgbClr val="000000"/>
                  </a:solidFill>
                  <a:effectLst/>
                  <a:latin typeface="OpenSymbol"/>
                </a:endParaRPr>
              </a:p>
            </p:txBody>
          </p:sp>
          <p:sp>
            <p:nvSpPr>
              <p:cNvPr id="1049207" name="Google Shape;3345;p37"/>
              <p:cNvSpPr/>
              <p:nvPr/>
            </p:nvSpPr>
            <p:spPr>
              <a:xfrm>
                <a:off x="1626480" y="-763200"/>
                <a:ext cx="88920" cy="88920"/>
              </a:xfrm>
              <a:prstGeom prst="rect"/>
              <a:gradFill rotWithShape="0">
                <a:gsLst>
                  <a:gs pos="0">
                    <a:srgbClr val="7DF3E5"/>
                  </a:gs>
                  <a:gs pos="100000">
                    <a:srgbClr val="02C5AE"/>
                  </a:gs>
                </a:gsLst>
                <a:lin ang="2700000"/>
              </a:gradFill>
              <a:ln w="0">
                <a:noFill/>
              </a:ln>
              <a:effectLst>
                <a:outerShdw algn="bl" blurRad="185760" rotWithShape="0">
                  <a:schemeClr val="dk1">
                    <a:alpha val="31000"/>
                  </a:schemeClr>
                </a:outerShdw>
              </a:effectLst>
            </p:spPr>
            <p:style>
              <a:lnRef idx="0">
                <a:srgbClr val="000000"/>
              </a:lnRef>
              <a:fillRef idx="0">
                <a:srgbClr val="000000"/>
              </a:fillRef>
              <a:effectRef idx="0">
                <a:srgbClr val="000000"/>
              </a:effectRef>
              <a:fontRef idx="minor">
                <a:srgbClr val="000000"/>
              </a:fontRef>
            </p:style>
            <p:txBody>
              <a:bodyPr anchor="ctr" bIns="44640" tIns="44640">
                <a:noAutofit/>
              </a:bodyPr>
              <a:p>
                <a:pPr algn="ctr"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sz="1800" lang="en-US" strike="noStrike" u="none">
                  <a:solidFill>
                    <a:srgbClr val="000000"/>
                  </a:solidFill>
                  <a:effectLst/>
                  <a:latin typeface="OpenSymbol"/>
                </a:endParaRPr>
              </a:p>
            </p:txBody>
          </p:sp>
          <p:sp>
            <p:nvSpPr>
              <p:cNvPr id="1049208" name="Google Shape;3346;p37"/>
              <p:cNvSpPr/>
              <p:nvPr/>
            </p:nvSpPr>
            <p:spPr>
              <a:xfrm>
                <a:off x="1631520" y="-980640"/>
                <a:ext cx="79200" cy="79200"/>
              </a:xfrm>
              <a:prstGeom prst="rect"/>
              <a:gradFill rotWithShape="0">
                <a:gsLst>
                  <a:gs pos="0">
                    <a:srgbClr val="7DF3E5"/>
                  </a:gs>
                  <a:gs pos="100000">
                    <a:srgbClr val="02C5AE"/>
                  </a:gs>
                </a:gsLst>
                <a:lin ang="2700000"/>
              </a:gradFill>
              <a:ln w="0">
                <a:noFill/>
              </a:ln>
              <a:effectLst>
                <a:outerShdw algn="bl" blurRad="185760" rotWithShape="0">
                  <a:schemeClr val="dk1">
                    <a:alpha val="31000"/>
                  </a:schemeClr>
                </a:outerShdw>
              </a:effectLst>
            </p:spPr>
            <p:style>
              <a:lnRef idx="0">
                <a:srgbClr val="000000"/>
              </a:lnRef>
              <a:fillRef idx="0">
                <a:srgbClr val="000000"/>
              </a:fillRef>
              <a:effectRef idx="0">
                <a:srgbClr val="000000"/>
              </a:effectRef>
              <a:fontRef idx="minor">
                <a:srgbClr val="000000"/>
              </a:fontRef>
            </p:style>
            <p:txBody>
              <a:bodyPr anchor="ctr" bIns="39600" tIns="39600">
                <a:noAutofit/>
              </a:bodyPr>
              <a:p>
                <a:pPr algn="ctr"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sz="1800" lang="en-US" strike="noStrike" u="none">
                  <a:solidFill>
                    <a:srgbClr val="000000"/>
                  </a:solidFill>
                  <a:effectLst/>
                  <a:latin typeface="OpenSymbol"/>
                </a:endParaRPr>
              </a:p>
            </p:txBody>
          </p:sp>
        </p:grpSp>
        <p:grpSp>
          <p:nvGrpSpPr>
            <p:cNvPr id="141" name="Google Shape;3347;p37"/>
            <p:cNvGrpSpPr/>
            <p:nvPr/>
          </p:nvGrpSpPr>
          <p:grpSpPr>
            <a:xfrm>
              <a:off x="1599480" y="-980640"/>
              <a:ext cx="142920" cy="2454120"/>
              <a:chOff x="1599480" y="-980640"/>
              <a:chExt cx="142920" cy="2454120"/>
            </a:xfrm>
          </p:grpSpPr>
          <p:sp>
            <p:nvSpPr>
              <p:cNvPr id="1049209" name="Google Shape;3348;p37"/>
              <p:cNvSpPr/>
              <p:nvPr/>
            </p:nvSpPr>
            <p:spPr>
              <a:xfrm>
                <a:off x="1599480" y="1330560"/>
                <a:ext cx="142920" cy="142920"/>
              </a:xfrm>
              <a:prstGeom prst="rect"/>
              <a:noFill/>
              <a:ln w="0">
                <a:noFill/>
              </a:ln>
            </p:spPr>
            <p:style>
              <a:lnRef idx="0">
                <a:srgbClr val="000000"/>
              </a:lnRef>
              <a:fillRef idx="0">
                <a:srgbClr val="000000"/>
              </a:fillRef>
              <a:effectRef idx="0">
                <a:srgbClr val="000000"/>
              </a:effectRef>
              <a:fontRef idx="minor">
                <a:srgbClr val="000000"/>
              </a:fontRef>
            </p:style>
            <p:txBody>
              <a:bodyPr anchor="ctr" bIns="71640" tIns="71640">
                <a:noAutofit/>
              </a:bodyPr>
              <a:p>
                <a:pPr algn="ctr"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sz="1800" lang="en-US" strike="noStrike" u="none">
                  <a:solidFill>
                    <a:srgbClr val="FFFFFF"/>
                  </a:solidFill>
                  <a:effectLst/>
                  <a:latin typeface="OpenSymbol"/>
                </a:endParaRPr>
              </a:p>
            </p:txBody>
          </p:sp>
          <p:sp>
            <p:nvSpPr>
              <p:cNvPr id="1049210" name="Google Shape;3349;p37"/>
              <p:cNvSpPr/>
              <p:nvPr/>
            </p:nvSpPr>
            <p:spPr>
              <a:xfrm>
                <a:off x="1608120" y="1119600"/>
                <a:ext cx="126000" cy="126360"/>
              </a:xfrm>
              <a:prstGeom prst="rect"/>
              <a:solidFill>
                <a:srgbClr val="009F8C">
                  <a:alpha val="5000"/>
                </a:srgbClr>
              </a:solidFill>
              <a:ln w="0">
                <a:noFill/>
              </a:ln>
            </p:spPr>
            <p:style>
              <a:lnRef idx="0">
                <a:srgbClr val="000000"/>
              </a:lnRef>
              <a:fillRef idx="0">
                <a:srgbClr val="000000"/>
              </a:fillRef>
              <a:effectRef idx="0">
                <a:srgbClr val="000000"/>
              </a:effectRef>
              <a:fontRef idx="minor">
                <a:srgbClr val="000000"/>
              </a:fontRef>
            </p:style>
            <p:txBody>
              <a:bodyPr anchor="ctr" bIns="63360" tIns="63360">
                <a:noAutofit/>
              </a:bodyPr>
              <a:p>
                <a:pPr algn="ctr"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sz="1800" lang="en-US" strike="noStrike" u="none">
                  <a:solidFill>
                    <a:srgbClr val="FFFFFF"/>
                  </a:solidFill>
                  <a:effectLst/>
                  <a:latin typeface="OpenSymbol"/>
                </a:endParaRPr>
              </a:p>
            </p:txBody>
          </p:sp>
          <p:sp>
            <p:nvSpPr>
              <p:cNvPr id="1049211" name="Google Shape;3350;p37"/>
              <p:cNvSpPr/>
              <p:nvPr/>
            </p:nvSpPr>
            <p:spPr>
              <a:xfrm>
                <a:off x="1608120" y="909000"/>
                <a:ext cx="126000" cy="126360"/>
              </a:xfrm>
              <a:prstGeom prst="rect"/>
              <a:solidFill>
                <a:srgbClr val="009F8C">
                  <a:alpha val="10000"/>
                </a:srgbClr>
              </a:solidFill>
              <a:ln w="0">
                <a:noFill/>
              </a:ln>
            </p:spPr>
            <p:style>
              <a:lnRef idx="0">
                <a:srgbClr val="000000"/>
              </a:lnRef>
              <a:fillRef idx="0">
                <a:srgbClr val="000000"/>
              </a:fillRef>
              <a:effectRef idx="0">
                <a:srgbClr val="000000"/>
              </a:effectRef>
              <a:fontRef idx="minor">
                <a:srgbClr val="000000"/>
              </a:fontRef>
            </p:style>
            <p:txBody>
              <a:bodyPr anchor="ctr" bIns="63360" tIns="63360">
                <a:noAutofit/>
              </a:bodyPr>
              <a:p>
                <a:pPr algn="ctr"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sz="1800" lang="en-US" strike="noStrike" u="none">
                  <a:solidFill>
                    <a:srgbClr val="FFFFFF"/>
                  </a:solidFill>
                  <a:effectLst/>
                  <a:latin typeface="OpenSymbol"/>
                </a:endParaRPr>
              </a:p>
            </p:txBody>
          </p:sp>
          <p:sp>
            <p:nvSpPr>
              <p:cNvPr id="1049212" name="Google Shape;3351;p37"/>
              <p:cNvSpPr/>
              <p:nvPr/>
            </p:nvSpPr>
            <p:spPr>
              <a:xfrm>
                <a:off x="1608120" y="698040"/>
                <a:ext cx="126000" cy="126360"/>
              </a:xfrm>
              <a:prstGeom prst="rect"/>
              <a:solidFill>
                <a:srgbClr val="009F8C">
                  <a:alpha val="20000"/>
                </a:srgbClr>
              </a:solidFill>
              <a:ln w="0">
                <a:noFill/>
              </a:ln>
            </p:spPr>
            <p:style>
              <a:lnRef idx="0">
                <a:srgbClr val="000000"/>
              </a:lnRef>
              <a:fillRef idx="0">
                <a:srgbClr val="000000"/>
              </a:fillRef>
              <a:effectRef idx="0">
                <a:srgbClr val="000000"/>
              </a:effectRef>
              <a:fontRef idx="minor">
                <a:srgbClr val="000000"/>
              </a:fontRef>
            </p:style>
            <p:txBody>
              <a:bodyPr anchor="ctr" bIns="63360" tIns="63360">
                <a:noAutofit/>
              </a:bodyPr>
              <a:p>
                <a:pPr algn="ctr"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sz="1800" lang="en-US" strike="noStrike" u="none">
                  <a:solidFill>
                    <a:srgbClr val="FFFFFF"/>
                  </a:solidFill>
                  <a:effectLst/>
                  <a:latin typeface="OpenSymbol"/>
                </a:endParaRPr>
              </a:p>
            </p:txBody>
          </p:sp>
          <p:sp>
            <p:nvSpPr>
              <p:cNvPr id="1049213" name="Google Shape;3352;p37"/>
              <p:cNvSpPr/>
              <p:nvPr/>
            </p:nvSpPr>
            <p:spPr>
              <a:xfrm>
                <a:off x="1612440" y="487440"/>
                <a:ext cx="117360" cy="117720"/>
              </a:xfrm>
              <a:prstGeom prst="rect"/>
              <a:solidFill>
                <a:srgbClr val="009F8C">
                  <a:alpha val="30000"/>
                </a:srgbClr>
              </a:solidFill>
              <a:ln w="0">
                <a:noFill/>
              </a:ln>
            </p:spPr>
            <p:style>
              <a:lnRef idx="0">
                <a:srgbClr val="000000"/>
              </a:lnRef>
              <a:fillRef idx="0">
                <a:srgbClr val="000000"/>
              </a:fillRef>
              <a:effectRef idx="0">
                <a:srgbClr val="000000"/>
              </a:effectRef>
              <a:fontRef idx="minor">
                <a:srgbClr val="000000"/>
              </a:fontRef>
            </p:style>
            <p:txBody>
              <a:bodyPr anchor="ctr" bIns="59040" tIns="59040">
                <a:noAutofit/>
              </a:bodyPr>
              <a:p>
                <a:pPr algn="ctr"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sz="1800" lang="en-US" strike="noStrike" u="none">
                  <a:solidFill>
                    <a:srgbClr val="FFFFFF"/>
                  </a:solidFill>
                  <a:effectLst/>
                  <a:latin typeface="OpenSymbol"/>
                </a:endParaRPr>
              </a:p>
            </p:txBody>
          </p:sp>
          <p:sp>
            <p:nvSpPr>
              <p:cNvPr id="1049214" name="Google Shape;3353;p37"/>
              <p:cNvSpPr/>
              <p:nvPr/>
            </p:nvSpPr>
            <p:spPr>
              <a:xfrm>
                <a:off x="1612440" y="276840"/>
                <a:ext cx="117360" cy="117720"/>
              </a:xfrm>
              <a:prstGeom prst="rect"/>
              <a:solidFill>
                <a:srgbClr val="009F8C">
                  <a:alpha val="40000"/>
                </a:srgbClr>
              </a:solidFill>
              <a:ln w="0">
                <a:noFill/>
              </a:ln>
            </p:spPr>
            <p:style>
              <a:lnRef idx="0">
                <a:srgbClr val="000000"/>
              </a:lnRef>
              <a:fillRef idx="0">
                <a:srgbClr val="000000"/>
              </a:fillRef>
              <a:effectRef idx="0">
                <a:srgbClr val="000000"/>
              </a:effectRef>
              <a:fontRef idx="minor">
                <a:srgbClr val="000000"/>
              </a:fontRef>
            </p:style>
            <p:txBody>
              <a:bodyPr anchor="ctr" bIns="59040" tIns="59040">
                <a:noAutofit/>
              </a:bodyPr>
              <a:p>
                <a:pPr algn="ctr"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sz="1800" lang="en-US" strike="noStrike" u="none">
                  <a:solidFill>
                    <a:srgbClr val="FFFFFF"/>
                  </a:solidFill>
                  <a:effectLst/>
                  <a:latin typeface="OpenSymbol"/>
                </a:endParaRPr>
              </a:p>
            </p:txBody>
          </p:sp>
          <p:sp>
            <p:nvSpPr>
              <p:cNvPr id="1049215" name="Google Shape;3354;p37"/>
              <p:cNvSpPr/>
              <p:nvPr/>
            </p:nvSpPr>
            <p:spPr>
              <a:xfrm>
                <a:off x="1614600" y="65880"/>
                <a:ext cx="113040" cy="113040"/>
              </a:xfrm>
              <a:prstGeom prst="rect"/>
              <a:solidFill>
                <a:srgbClr val="009F8C">
                  <a:alpha val="50000"/>
                </a:srgbClr>
              </a:solidFill>
              <a:ln w="0">
                <a:noFill/>
              </a:ln>
            </p:spPr>
            <p:style>
              <a:lnRef idx="0">
                <a:srgbClr val="000000"/>
              </a:lnRef>
              <a:fillRef idx="0">
                <a:srgbClr val="000000"/>
              </a:fillRef>
              <a:effectRef idx="0">
                <a:srgbClr val="000000"/>
              </a:effectRef>
              <a:fontRef idx="minor">
                <a:srgbClr val="000000"/>
              </a:fontRef>
            </p:style>
            <p:txBody>
              <a:bodyPr anchor="ctr" bIns="56520" tIns="56520">
                <a:noAutofit/>
              </a:bodyPr>
              <a:p>
                <a:pPr algn="ctr"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sz="1800" lang="en-US" strike="noStrike" u="none">
                  <a:solidFill>
                    <a:srgbClr val="FFFFFF"/>
                  </a:solidFill>
                  <a:effectLst/>
                  <a:latin typeface="OpenSymbol"/>
                </a:endParaRPr>
              </a:p>
            </p:txBody>
          </p:sp>
          <p:sp>
            <p:nvSpPr>
              <p:cNvPr id="1049216" name="Google Shape;3355;p37"/>
              <p:cNvSpPr/>
              <p:nvPr/>
            </p:nvSpPr>
            <p:spPr>
              <a:xfrm>
                <a:off x="1616760" y="-144720"/>
                <a:ext cx="108720" cy="108720"/>
              </a:xfrm>
              <a:prstGeom prst="rect"/>
              <a:solidFill>
                <a:srgbClr val="009F8C">
                  <a:alpha val="55000"/>
                </a:srgbClr>
              </a:solidFill>
              <a:ln w="0">
                <a:noFill/>
              </a:ln>
            </p:spPr>
            <p:style>
              <a:lnRef idx="0">
                <a:srgbClr val="000000"/>
              </a:lnRef>
              <a:fillRef idx="0">
                <a:srgbClr val="000000"/>
              </a:fillRef>
              <a:effectRef idx="0">
                <a:srgbClr val="000000"/>
              </a:effectRef>
              <a:fontRef idx="minor">
                <a:srgbClr val="000000"/>
              </a:fontRef>
            </p:style>
            <p:txBody>
              <a:bodyPr anchor="ctr" bIns="54360" tIns="54360">
                <a:noAutofit/>
              </a:bodyPr>
              <a:p>
                <a:pPr algn="ctr"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sz="1800" lang="en-US" strike="noStrike" u="none">
                  <a:solidFill>
                    <a:srgbClr val="FFFFFF"/>
                  </a:solidFill>
                  <a:effectLst/>
                  <a:latin typeface="OpenSymbol"/>
                </a:endParaRPr>
              </a:p>
            </p:txBody>
          </p:sp>
          <p:sp>
            <p:nvSpPr>
              <p:cNvPr id="1049217" name="Google Shape;3356;p37"/>
              <p:cNvSpPr/>
              <p:nvPr/>
            </p:nvSpPr>
            <p:spPr>
              <a:xfrm>
                <a:off x="1621800" y="-351000"/>
                <a:ext cx="98640" cy="98640"/>
              </a:xfrm>
              <a:prstGeom prst="rect"/>
              <a:solidFill>
                <a:srgbClr val="009F8C">
                  <a:alpha val="60000"/>
                </a:srgbClr>
              </a:solidFill>
              <a:ln w="0">
                <a:noFill/>
              </a:ln>
            </p:spPr>
            <p:style>
              <a:lnRef idx="0">
                <a:srgbClr val="000000"/>
              </a:lnRef>
              <a:fillRef idx="0">
                <a:srgbClr val="000000"/>
              </a:fillRef>
              <a:effectRef idx="0">
                <a:srgbClr val="000000"/>
              </a:effectRef>
              <a:fontRef idx="minor">
                <a:srgbClr val="000000"/>
              </a:fontRef>
            </p:style>
            <p:txBody>
              <a:bodyPr anchor="ctr" bIns="49320" tIns="49320">
                <a:noAutofit/>
              </a:bodyPr>
              <a:p>
                <a:pPr algn="ctr"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sz="1800" lang="en-US" strike="noStrike" u="none">
                  <a:solidFill>
                    <a:srgbClr val="FFFFFF"/>
                  </a:solidFill>
                  <a:effectLst/>
                  <a:latin typeface="OpenSymbol"/>
                </a:endParaRPr>
              </a:p>
            </p:txBody>
          </p:sp>
          <p:sp>
            <p:nvSpPr>
              <p:cNvPr id="1049218" name="Google Shape;3357;p37"/>
              <p:cNvSpPr/>
              <p:nvPr/>
            </p:nvSpPr>
            <p:spPr>
              <a:xfrm>
                <a:off x="1626480" y="-557280"/>
                <a:ext cx="88920" cy="88920"/>
              </a:xfrm>
              <a:prstGeom prst="rect"/>
              <a:solidFill>
                <a:srgbClr val="009F8C">
                  <a:alpha val="65000"/>
                </a:srgbClr>
              </a:solidFill>
              <a:ln w="0">
                <a:noFill/>
              </a:ln>
            </p:spPr>
            <p:style>
              <a:lnRef idx="0">
                <a:srgbClr val="000000"/>
              </a:lnRef>
              <a:fillRef idx="0">
                <a:srgbClr val="000000"/>
              </a:fillRef>
              <a:effectRef idx="0">
                <a:srgbClr val="000000"/>
              </a:effectRef>
              <a:fontRef idx="minor">
                <a:srgbClr val="000000"/>
              </a:fontRef>
            </p:style>
            <p:txBody>
              <a:bodyPr anchor="ctr" bIns="44640" tIns="44640">
                <a:noAutofit/>
              </a:bodyPr>
              <a:p>
                <a:pPr algn="ctr"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sz="1800" lang="en-US" strike="noStrike" u="none">
                  <a:solidFill>
                    <a:srgbClr val="FFFFFF"/>
                  </a:solidFill>
                  <a:effectLst/>
                  <a:latin typeface="OpenSymbol"/>
                </a:endParaRPr>
              </a:p>
            </p:txBody>
          </p:sp>
          <p:sp>
            <p:nvSpPr>
              <p:cNvPr id="1049219" name="Google Shape;3358;p37"/>
              <p:cNvSpPr/>
              <p:nvPr/>
            </p:nvSpPr>
            <p:spPr>
              <a:xfrm>
                <a:off x="1626480" y="-763200"/>
                <a:ext cx="88920" cy="88920"/>
              </a:xfrm>
              <a:prstGeom prst="rect"/>
              <a:solidFill>
                <a:srgbClr val="009F8C">
                  <a:alpha val="70000"/>
                </a:srgbClr>
              </a:solidFill>
              <a:ln w="0">
                <a:noFill/>
              </a:ln>
            </p:spPr>
            <p:style>
              <a:lnRef idx="0">
                <a:srgbClr val="000000"/>
              </a:lnRef>
              <a:fillRef idx="0">
                <a:srgbClr val="000000"/>
              </a:fillRef>
              <a:effectRef idx="0">
                <a:srgbClr val="000000"/>
              </a:effectRef>
              <a:fontRef idx="minor">
                <a:srgbClr val="000000"/>
              </a:fontRef>
            </p:style>
            <p:txBody>
              <a:bodyPr anchor="ctr" bIns="44640" tIns="44640">
                <a:noAutofit/>
              </a:bodyPr>
              <a:p>
                <a:pPr algn="ctr"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sz="1800" lang="en-US" strike="noStrike" u="none">
                  <a:solidFill>
                    <a:srgbClr val="FFFFFF"/>
                  </a:solidFill>
                  <a:effectLst/>
                  <a:latin typeface="OpenSymbol"/>
                </a:endParaRPr>
              </a:p>
            </p:txBody>
          </p:sp>
          <p:sp>
            <p:nvSpPr>
              <p:cNvPr id="1049220" name="Google Shape;3359;p37"/>
              <p:cNvSpPr/>
              <p:nvPr/>
            </p:nvSpPr>
            <p:spPr>
              <a:xfrm>
                <a:off x="1631520" y="-980640"/>
                <a:ext cx="79200" cy="79200"/>
              </a:xfrm>
              <a:prstGeom prst="rect"/>
              <a:solidFill>
                <a:srgbClr val="009F8C">
                  <a:alpha val="80000"/>
                </a:srgbClr>
              </a:solidFill>
              <a:ln w="0">
                <a:noFill/>
              </a:ln>
            </p:spPr>
            <p:style>
              <a:lnRef idx="0">
                <a:srgbClr val="000000"/>
              </a:lnRef>
              <a:fillRef idx="0">
                <a:srgbClr val="000000"/>
              </a:fillRef>
              <a:effectRef idx="0">
                <a:srgbClr val="000000"/>
              </a:effectRef>
              <a:fontRef idx="minor">
                <a:srgbClr val="000000"/>
              </a:fontRef>
            </p:style>
            <p:txBody>
              <a:bodyPr anchor="ctr" bIns="39600" tIns="39600">
                <a:noAutofit/>
              </a:bodyPr>
              <a:p>
                <a:pPr algn="ctr"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sz="1800" lang="en-US" strike="noStrike" u="none">
                  <a:solidFill>
                    <a:srgbClr val="FFFFFF"/>
                  </a:solidFill>
                  <a:effectLst/>
                  <a:latin typeface="OpenSymbol"/>
                </a:endParaRPr>
              </a:p>
            </p:txBody>
          </p:sp>
        </p:grpSp>
      </p:grpSp>
      <p:grpSp>
        <p:nvGrpSpPr>
          <p:cNvPr id="142" name="Google Shape;3360;p37"/>
          <p:cNvGrpSpPr/>
          <p:nvPr/>
        </p:nvGrpSpPr>
        <p:grpSpPr>
          <a:xfrm>
            <a:off x="1046160" y="2149560"/>
            <a:ext cx="142920" cy="2454120"/>
            <a:chOff x="1046160" y="2149560"/>
            <a:chExt cx="142920" cy="2454120"/>
          </a:xfrm>
        </p:grpSpPr>
        <p:grpSp>
          <p:nvGrpSpPr>
            <p:cNvPr id="143" name="Google Shape;3361;p37"/>
            <p:cNvGrpSpPr/>
            <p:nvPr/>
          </p:nvGrpSpPr>
          <p:grpSpPr>
            <a:xfrm>
              <a:off x="1046160" y="2149560"/>
              <a:ext cx="142920" cy="2454120"/>
              <a:chOff x="1046160" y="2149560"/>
              <a:chExt cx="142920" cy="2454120"/>
            </a:xfrm>
          </p:grpSpPr>
          <p:sp>
            <p:nvSpPr>
              <p:cNvPr id="1049221" name="Google Shape;3362;p37"/>
              <p:cNvSpPr/>
              <p:nvPr/>
            </p:nvSpPr>
            <p:spPr>
              <a:xfrm>
                <a:off x="1046160" y="4460760"/>
                <a:ext cx="142920" cy="142920"/>
              </a:xfrm>
              <a:prstGeom prst="rect"/>
              <a:gradFill rotWithShape="0">
                <a:gsLst>
                  <a:gs pos="0">
                    <a:srgbClr val="B6F8F0"/>
                  </a:gs>
                  <a:gs pos="100000">
                    <a:srgbClr val="7DF3E5"/>
                  </a:gs>
                </a:gsLst>
                <a:lin ang="2700000"/>
              </a:gradFill>
              <a:ln w="0">
                <a:noFill/>
              </a:ln>
              <a:effectLst>
                <a:outerShdw algn="bl" blurRad="185760" rotWithShape="0">
                  <a:schemeClr val="dk1">
                    <a:alpha val="31000"/>
                  </a:schemeClr>
                </a:outerShdw>
              </a:effectLst>
            </p:spPr>
            <p:style>
              <a:lnRef idx="0">
                <a:srgbClr val="000000"/>
              </a:lnRef>
              <a:fillRef idx="0">
                <a:srgbClr val="000000"/>
              </a:fillRef>
              <a:effectRef idx="0">
                <a:srgbClr val="000000"/>
              </a:effectRef>
              <a:fontRef idx="minor">
                <a:srgbClr val="000000"/>
              </a:fontRef>
            </p:style>
            <p:txBody>
              <a:bodyPr anchor="ctr" bIns="71640" tIns="71640">
                <a:noAutofit/>
              </a:bodyPr>
              <a:p>
                <a:pPr algn="ctr"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sz="1800" lang="en-US" strike="noStrike" u="none">
                  <a:solidFill>
                    <a:srgbClr val="000000"/>
                  </a:solidFill>
                  <a:effectLst/>
                  <a:latin typeface="OpenSymbol"/>
                </a:endParaRPr>
              </a:p>
            </p:txBody>
          </p:sp>
          <p:sp>
            <p:nvSpPr>
              <p:cNvPr id="1049222" name="Google Shape;3363;p37"/>
              <p:cNvSpPr/>
              <p:nvPr/>
            </p:nvSpPr>
            <p:spPr>
              <a:xfrm>
                <a:off x="1054800" y="4249800"/>
                <a:ext cx="126000" cy="126360"/>
              </a:xfrm>
              <a:prstGeom prst="rect"/>
              <a:gradFill rotWithShape="0">
                <a:gsLst>
                  <a:gs pos="0">
                    <a:srgbClr val="B6F8F0"/>
                  </a:gs>
                  <a:gs pos="100000">
                    <a:srgbClr val="7DF3E5"/>
                  </a:gs>
                </a:gsLst>
                <a:lin ang="2700000"/>
              </a:gradFill>
              <a:ln w="0">
                <a:noFill/>
              </a:ln>
              <a:effectLst>
                <a:outerShdw algn="bl" blurRad="185760" rotWithShape="0">
                  <a:schemeClr val="dk1">
                    <a:alpha val="31000"/>
                  </a:schemeClr>
                </a:outerShdw>
              </a:effectLst>
            </p:spPr>
            <p:style>
              <a:lnRef idx="0">
                <a:srgbClr val="000000"/>
              </a:lnRef>
              <a:fillRef idx="0">
                <a:srgbClr val="000000"/>
              </a:fillRef>
              <a:effectRef idx="0">
                <a:srgbClr val="000000"/>
              </a:effectRef>
              <a:fontRef idx="minor">
                <a:srgbClr val="000000"/>
              </a:fontRef>
            </p:style>
            <p:txBody>
              <a:bodyPr anchor="ctr" bIns="63360" tIns="63360">
                <a:noAutofit/>
              </a:bodyPr>
              <a:p>
                <a:pPr algn="ctr"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sz="1800" lang="en-US" strike="noStrike" u="none">
                  <a:solidFill>
                    <a:srgbClr val="000000"/>
                  </a:solidFill>
                  <a:effectLst/>
                  <a:latin typeface="OpenSymbol"/>
                </a:endParaRPr>
              </a:p>
            </p:txBody>
          </p:sp>
          <p:sp>
            <p:nvSpPr>
              <p:cNvPr id="1049223" name="Google Shape;3364;p37"/>
              <p:cNvSpPr/>
              <p:nvPr/>
            </p:nvSpPr>
            <p:spPr>
              <a:xfrm>
                <a:off x="1054800" y="4039200"/>
                <a:ext cx="126000" cy="126360"/>
              </a:xfrm>
              <a:prstGeom prst="rect"/>
              <a:gradFill rotWithShape="0">
                <a:gsLst>
                  <a:gs pos="0">
                    <a:srgbClr val="B6F8F0"/>
                  </a:gs>
                  <a:gs pos="100000">
                    <a:srgbClr val="7DF3E5"/>
                  </a:gs>
                </a:gsLst>
                <a:lin ang="2700000"/>
              </a:gradFill>
              <a:ln w="0">
                <a:noFill/>
              </a:ln>
              <a:effectLst>
                <a:outerShdw algn="bl" blurRad="185760" rotWithShape="0">
                  <a:schemeClr val="dk1">
                    <a:alpha val="31000"/>
                  </a:schemeClr>
                </a:outerShdw>
              </a:effectLst>
            </p:spPr>
            <p:style>
              <a:lnRef idx="0">
                <a:srgbClr val="000000"/>
              </a:lnRef>
              <a:fillRef idx="0">
                <a:srgbClr val="000000"/>
              </a:fillRef>
              <a:effectRef idx="0">
                <a:srgbClr val="000000"/>
              </a:effectRef>
              <a:fontRef idx="minor">
                <a:srgbClr val="000000"/>
              </a:fontRef>
            </p:style>
            <p:txBody>
              <a:bodyPr anchor="ctr" bIns="63360" tIns="63360">
                <a:noAutofit/>
              </a:bodyPr>
              <a:p>
                <a:pPr algn="ctr"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sz="1800" lang="en-US" strike="noStrike" u="none">
                  <a:solidFill>
                    <a:srgbClr val="000000"/>
                  </a:solidFill>
                  <a:effectLst/>
                  <a:latin typeface="OpenSymbol"/>
                </a:endParaRPr>
              </a:p>
            </p:txBody>
          </p:sp>
          <p:sp>
            <p:nvSpPr>
              <p:cNvPr id="1049224" name="Google Shape;3365;p37"/>
              <p:cNvSpPr/>
              <p:nvPr/>
            </p:nvSpPr>
            <p:spPr>
              <a:xfrm>
                <a:off x="1054800" y="3828600"/>
                <a:ext cx="126000" cy="126360"/>
              </a:xfrm>
              <a:prstGeom prst="rect"/>
              <a:gradFill rotWithShape="0">
                <a:gsLst>
                  <a:gs pos="0">
                    <a:srgbClr val="B6F8F0"/>
                  </a:gs>
                  <a:gs pos="100000">
                    <a:srgbClr val="7DF3E5"/>
                  </a:gs>
                </a:gsLst>
                <a:lin ang="2700000"/>
              </a:gradFill>
              <a:ln w="0">
                <a:noFill/>
              </a:ln>
              <a:effectLst>
                <a:outerShdw algn="bl" blurRad="185760" rotWithShape="0">
                  <a:schemeClr val="dk1">
                    <a:alpha val="31000"/>
                  </a:schemeClr>
                </a:outerShdw>
              </a:effectLst>
            </p:spPr>
            <p:style>
              <a:lnRef idx="0">
                <a:srgbClr val="000000"/>
              </a:lnRef>
              <a:fillRef idx="0">
                <a:srgbClr val="000000"/>
              </a:fillRef>
              <a:effectRef idx="0">
                <a:srgbClr val="000000"/>
              </a:effectRef>
              <a:fontRef idx="minor">
                <a:srgbClr val="000000"/>
              </a:fontRef>
            </p:style>
            <p:txBody>
              <a:bodyPr anchor="ctr" bIns="63360" tIns="63360">
                <a:noAutofit/>
              </a:bodyPr>
              <a:p>
                <a:pPr algn="ctr"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sz="1800" lang="en-US" strike="noStrike" u="none">
                  <a:solidFill>
                    <a:srgbClr val="000000"/>
                  </a:solidFill>
                  <a:effectLst/>
                  <a:latin typeface="OpenSymbol"/>
                </a:endParaRPr>
              </a:p>
            </p:txBody>
          </p:sp>
          <p:sp>
            <p:nvSpPr>
              <p:cNvPr id="1049225" name="Google Shape;3366;p37"/>
              <p:cNvSpPr/>
              <p:nvPr/>
            </p:nvSpPr>
            <p:spPr>
              <a:xfrm>
                <a:off x="1059120" y="3617640"/>
                <a:ext cx="117360" cy="117720"/>
              </a:xfrm>
              <a:prstGeom prst="rect"/>
              <a:gradFill rotWithShape="0">
                <a:gsLst>
                  <a:gs pos="0">
                    <a:srgbClr val="B6F8F0"/>
                  </a:gs>
                  <a:gs pos="100000">
                    <a:srgbClr val="7DF3E5"/>
                  </a:gs>
                </a:gsLst>
                <a:lin ang="2700000"/>
              </a:gradFill>
              <a:ln w="0">
                <a:noFill/>
              </a:ln>
              <a:effectLst>
                <a:outerShdw algn="bl" blurRad="185760" rotWithShape="0">
                  <a:schemeClr val="dk1">
                    <a:alpha val="31000"/>
                  </a:schemeClr>
                </a:outerShdw>
              </a:effectLst>
            </p:spPr>
            <p:style>
              <a:lnRef idx="0">
                <a:srgbClr val="000000"/>
              </a:lnRef>
              <a:fillRef idx="0">
                <a:srgbClr val="000000"/>
              </a:fillRef>
              <a:effectRef idx="0">
                <a:srgbClr val="000000"/>
              </a:effectRef>
              <a:fontRef idx="minor">
                <a:srgbClr val="000000"/>
              </a:fontRef>
            </p:style>
            <p:txBody>
              <a:bodyPr anchor="ctr" bIns="59040" tIns="59040">
                <a:noAutofit/>
              </a:bodyPr>
              <a:p>
                <a:pPr algn="ctr"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sz="1800" lang="en-US" strike="noStrike" u="none">
                  <a:solidFill>
                    <a:srgbClr val="000000"/>
                  </a:solidFill>
                  <a:effectLst/>
                  <a:latin typeface="OpenSymbol"/>
                </a:endParaRPr>
              </a:p>
            </p:txBody>
          </p:sp>
          <p:sp>
            <p:nvSpPr>
              <p:cNvPr id="1049226" name="Google Shape;3367;p37"/>
              <p:cNvSpPr/>
              <p:nvPr/>
            </p:nvSpPr>
            <p:spPr>
              <a:xfrm>
                <a:off x="1059120" y="3407040"/>
                <a:ext cx="117360" cy="117720"/>
              </a:xfrm>
              <a:prstGeom prst="rect"/>
              <a:gradFill rotWithShape="0">
                <a:gsLst>
                  <a:gs pos="0">
                    <a:srgbClr val="B6F8F0"/>
                  </a:gs>
                  <a:gs pos="100000">
                    <a:srgbClr val="7DF3E5"/>
                  </a:gs>
                </a:gsLst>
                <a:lin ang="2700000"/>
              </a:gradFill>
              <a:ln w="0">
                <a:noFill/>
              </a:ln>
              <a:effectLst>
                <a:outerShdw algn="bl" blurRad="185760" rotWithShape="0">
                  <a:schemeClr val="dk1">
                    <a:alpha val="31000"/>
                  </a:schemeClr>
                </a:outerShdw>
              </a:effectLst>
            </p:spPr>
            <p:style>
              <a:lnRef idx="0">
                <a:srgbClr val="000000"/>
              </a:lnRef>
              <a:fillRef idx="0">
                <a:srgbClr val="000000"/>
              </a:fillRef>
              <a:effectRef idx="0">
                <a:srgbClr val="000000"/>
              </a:effectRef>
              <a:fontRef idx="minor">
                <a:srgbClr val="000000"/>
              </a:fontRef>
            </p:style>
            <p:txBody>
              <a:bodyPr anchor="ctr" bIns="59040" tIns="59040">
                <a:noAutofit/>
              </a:bodyPr>
              <a:p>
                <a:pPr algn="ctr"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sz="1800" lang="en-US" strike="noStrike" u="none">
                  <a:solidFill>
                    <a:srgbClr val="000000"/>
                  </a:solidFill>
                  <a:effectLst/>
                  <a:latin typeface="OpenSymbol"/>
                </a:endParaRPr>
              </a:p>
            </p:txBody>
          </p:sp>
          <p:sp>
            <p:nvSpPr>
              <p:cNvPr id="1049227" name="Google Shape;3368;p37"/>
              <p:cNvSpPr/>
              <p:nvPr/>
            </p:nvSpPr>
            <p:spPr>
              <a:xfrm>
                <a:off x="1060920" y="3196080"/>
                <a:ext cx="113040" cy="113040"/>
              </a:xfrm>
              <a:prstGeom prst="rect"/>
              <a:gradFill rotWithShape="0">
                <a:gsLst>
                  <a:gs pos="0">
                    <a:srgbClr val="B6F8F0"/>
                  </a:gs>
                  <a:gs pos="100000">
                    <a:srgbClr val="7DF3E5"/>
                  </a:gs>
                </a:gsLst>
                <a:lin ang="2700000"/>
              </a:gradFill>
              <a:ln w="0">
                <a:noFill/>
              </a:ln>
              <a:effectLst>
                <a:outerShdw algn="bl" blurRad="185760" rotWithShape="0">
                  <a:schemeClr val="dk1">
                    <a:alpha val="31000"/>
                  </a:schemeClr>
                </a:outerShdw>
              </a:effectLst>
            </p:spPr>
            <p:style>
              <a:lnRef idx="0">
                <a:srgbClr val="000000"/>
              </a:lnRef>
              <a:fillRef idx="0">
                <a:srgbClr val="000000"/>
              </a:fillRef>
              <a:effectRef idx="0">
                <a:srgbClr val="000000"/>
              </a:effectRef>
              <a:fontRef idx="minor">
                <a:srgbClr val="000000"/>
              </a:fontRef>
            </p:style>
            <p:txBody>
              <a:bodyPr anchor="ctr" bIns="56520" tIns="56520">
                <a:noAutofit/>
              </a:bodyPr>
              <a:p>
                <a:pPr algn="ctr"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sz="1800" lang="en-US" strike="noStrike" u="none">
                  <a:solidFill>
                    <a:srgbClr val="000000"/>
                  </a:solidFill>
                  <a:effectLst/>
                  <a:latin typeface="OpenSymbol"/>
                </a:endParaRPr>
              </a:p>
            </p:txBody>
          </p:sp>
          <p:sp>
            <p:nvSpPr>
              <p:cNvPr id="1049228" name="Google Shape;3369;p37"/>
              <p:cNvSpPr/>
              <p:nvPr/>
            </p:nvSpPr>
            <p:spPr>
              <a:xfrm>
                <a:off x="1063440" y="2985480"/>
                <a:ext cx="108720" cy="108720"/>
              </a:xfrm>
              <a:prstGeom prst="rect"/>
              <a:gradFill rotWithShape="0">
                <a:gsLst>
                  <a:gs pos="0">
                    <a:srgbClr val="B6F8F0"/>
                  </a:gs>
                  <a:gs pos="100000">
                    <a:srgbClr val="7DF3E5"/>
                  </a:gs>
                </a:gsLst>
                <a:lin ang="2700000"/>
              </a:gradFill>
              <a:ln w="0">
                <a:noFill/>
              </a:ln>
              <a:effectLst>
                <a:outerShdw algn="bl" blurRad="185760" rotWithShape="0">
                  <a:schemeClr val="dk1">
                    <a:alpha val="31000"/>
                  </a:schemeClr>
                </a:outerShdw>
              </a:effectLst>
            </p:spPr>
            <p:style>
              <a:lnRef idx="0">
                <a:srgbClr val="000000"/>
              </a:lnRef>
              <a:fillRef idx="0">
                <a:srgbClr val="000000"/>
              </a:fillRef>
              <a:effectRef idx="0">
                <a:srgbClr val="000000"/>
              </a:effectRef>
              <a:fontRef idx="minor">
                <a:srgbClr val="000000"/>
              </a:fontRef>
            </p:style>
            <p:txBody>
              <a:bodyPr anchor="ctr" bIns="54360" tIns="54360">
                <a:noAutofit/>
              </a:bodyPr>
              <a:p>
                <a:pPr algn="ctr"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sz="1800" lang="en-US" strike="noStrike" u="none">
                  <a:solidFill>
                    <a:srgbClr val="000000"/>
                  </a:solidFill>
                  <a:effectLst/>
                  <a:latin typeface="OpenSymbol"/>
                </a:endParaRPr>
              </a:p>
            </p:txBody>
          </p:sp>
          <p:sp>
            <p:nvSpPr>
              <p:cNvPr id="1049229" name="Google Shape;3370;p37"/>
              <p:cNvSpPr/>
              <p:nvPr/>
            </p:nvSpPr>
            <p:spPr>
              <a:xfrm>
                <a:off x="1068120" y="2779200"/>
                <a:ext cx="98640" cy="98640"/>
              </a:xfrm>
              <a:prstGeom prst="rect"/>
              <a:gradFill rotWithShape="0">
                <a:gsLst>
                  <a:gs pos="0">
                    <a:srgbClr val="B6F8F0"/>
                  </a:gs>
                  <a:gs pos="100000">
                    <a:srgbClr val="7DF3E5"/>
                  </a:gs>
                </a:gsLst>
                <a:lin ang="2700000"/>
              </a:gradFill>
              <a:ln w="0">
                <a:noFill/>
              </a:ln>
              <a:effectLst>
                <a:outerShdw algn="bl" blurRad="185760" rotWithShape="0">
                  <a:schemeClr val="dk1">
                    <a:alpha val="31000"/>
                  </a:schemeClr>
                </a:outerShdw>
              </a:effectLst>
            </p:spPr>
            <p:style>
              <a:lnRef idx="0">
                <a:srgbClr val="000000"/>
              </a:lnRef>
              <a:fillRef idx="0">
                <a:srgbClr val="000000"/>
              </a:fillRef>
              <a:effectRef idx="0">
                <a:srgbClr val="000000"/>
              </a:effectRef>
              <a:fontRef idx="minor">
                <a:srgbClr val="000000"/>
              </a:fontRef>
            </p:style>
            <p:txBody>
              <a:bodyPr anchor="ctr" bIns="49320" tIns="49320">
                <a:noAutofit/>
              </a:bodyPr>
              <a:p>
                <a:pPr algn="ctr"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sz="1800" lang="en-US" strike="noStrike" u="none">
                  <a:solidFill>
                    <a:srgbClr val="000000"/>
                  </a:solidFill>
                  <a:effectLst/>
                  <a:latin typeface="OpenSymbol"/>
                </a:endParaRPr>
              </a:p>
            </p:txBody>
          </p:sp>
          <p:sp>
            <p:nvSpPr>
              <p:cNvPr id="1049230" name="Google Shape;3371;p37"/>
              <p:cNvSpPr/>
              <p:nvPr/>
            </p:nvSpPr>
            <p:spPr>
              <a:xfrm>
                <a:off x="1073160" y="2572920"/>
                <a:ext cx="88920" cy="88920"/>
              </a:xfrm>
              <a:prstGeom prst="rect"/>
              <a:gradFill rotWithShape="0">
                <a:gsLst>
                  <a:gs pos="0">
                    <a:srgbClr val="B6F8F0"/>
                  </a:gs>
                  <a:gs pos="100000">
                    <a:srgbClr val="7DF3E5"/>
                  </a:gs>
                </a:gsLst>
                <a:lin ang="2700000"/>
              </a:gradFill>
              <a:ln w="0">
                <a:noFill/>
              </a:ln>
              <a:effectLst>
                <a:outerShdw algn="bl" blurRad="185760" rotWithShape="0">
                  <a:schemeClr val="dk1">
                    <a:alpha val="31000"/>
                  </a:schemeClr>
                </a:outerShdw>
              </a:effectLst>
            </p:spPr>
            <p:style>
              <a:lnRef idx="0">
                <a:srgbClr val="000000"/>
              </a:lnRef>
              <a:fillRef idx="0">
                <a:srgbClr val="000000"/>
              </a:fillRef>
              <a:effectRef idx="0">
                <a:srgbClr val="000000"/>
              </a:effectRef>
              <a:fontRef idx="minor">
                <a:srgbClr val="000000"/>
              </a:fontRef>
            </p:style>
            <p:txBody>
              <a:bodyPr anchor="ctr" bIns="44640" tIns="44640">
                <a:noAutofit/>
              </a:bodyPr>
              <a:p>
                <a:pPr algn="ctr"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sz="1800" lang="en-US" strike="noStrike" u="none">
                  <a:solidFill>
                    <a:srgbClr val="000000"/>
                  </a:solidFill>
                  <a:effectLst/>
                  <a:latin typeface="OpenSymbol"/>
                </a:endParaRPr>
              </a:p>
            </p:txBody>
          </p:sp>
          <p:sp>
            <p:nvSpPr>
              <p:cNvPr id="1049231" name="Google Shape;3372;p37"/>
              <p:cNvSpPr/>
              <p:nvPr/>
            </p:nvSpPr>
            <p:spPr>
              <a:xfrm>
                <a:off x="1073160" y="2367000"/>
                <a:ext cx="88920" cy="88920"/>
              </a:xfrm>
              <a:prstGeom prst="rect"/>
              <a:gradFill rotWithShape="0">
                <a:gsLst>
                  <a:gs pos="0">
                    <a:srgbClr val="B6F8F0"/>
                  </a:gs>
                  <a:gs pos="100000">
                    <a:srgbClr val="7DF3E5"/>
                  </a:gs>
                </a:gsLst>
                <a:lin ang="2700000"/>
              </a:gradFill>
              <a:ln w="0">
                <a:noFill/>
              </a:ln>
              <a:effectLst>
                <a:outerShdw algn="bl" blurRad="185760" rotWithShape="0">
                  <a:schemeClr val="dk1">
                    <a:alpha val="31000"/>
                  </a:schemeClr>
                </a:outerShdw>
              </a:effectLst>
            </p:spPr>
            <p:style>
              <a:lnRef idx="0">
                <a:srgbClr val="000000"/>
              </a:lnRef>
              <a:fillRef idx="0">
                <a:srgbClr val="000000"/>
              </a:fillRef>
              <a:effectRef idx="0">
                <a:srgbClr val="000000"/>
              </a:effectRef>
              <a:fontRef idx="minor">
                <a:srgbClr val="000000"/>
              </a:fontRef>
            </p:style>
            <p:txBody>
              <a:bodyPr anchor="ctr" bIns="44640" tIns="44640">
                <a:noAutofit/>
              </a:bodyPr>
              <a:p>
                <a:pPr algn="ctr"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sz="1800" lang="en-US" strike="noStrike" u="none">
                  <a:solidFill>
                    <a:srgbClr val="000000"/>
                  </a:solidFill>
                  <a:effectLst/>
                  <a:latin typeface="OpenSymbol"/>
                </a:endParaRPr>
              </a:p>
            </p:txBody>
          </p:sp>
          <p:sp>
            <p:nvSpPr>
              <p:cNvPr id="1049232" name="Google Shape;3373;p37"/>
              <p:cNvSpPr/>
              <p:nvPr/>
            </p:nvSpPr>
            <p:spPr>
              <a:xfrm>
                <a:off x="1078200" y="2149560"/>
                <a:ext cx="79200" cy="79200"/>
              </a:xfrm>
              <a:prstGeom prst="rect"/>
              <a:gradFill rotWithShape="0">
                <a:gsLst>
                  <a:gs pos="0">
                    <a:srgbClr val="B6F8F0"/>
                  </a:gs>
                  <a:gs pos="100000">
                    <a:srgbClr val="7DF3E5"/>
                  </a:gs>
                </a:gsLst>
                <a:lin ang="2700000"/>
              </a:gradFill>
              <a:ln w="0">
                <a:noFill/>
              </a:ln>
              <a:effectLst>
                <a:outerShdw algn="bl" blurRad="185760" rotWithShape="0">
                  <a:schemeClr val="dk1">
                    <a:alpha val="31000"/>
                  </a:schemeClr>
                </a:outerShdw>
              </a:effectLst>
            </p:spPr>
            <p:style>
              <a:lnRef idx="0">
                <a:srgbClr val="000000"/>
              </a:lnRef>
              <a:fillRef idx="0">
                <a:srgbClr val="000000"/>
              </a:fillRef>
              <a:effectRef idx="0">
                <a:srgbClr val="000000"/>
              </a:effectRef>
              <a:fontRef idx="minor">
                <a:srgbClr val="000000"/>
              </a:fontRef>
            </p:style>
            <p:txBody>
              <a:bodyPr anchor="ctr" bIns="39600" tIns="39600">
                <a:noAutofit/>
              </a:bodyPr>
              <a:p>
                <a:pPr algn="ctr"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sz="1800" lang="en-US" strike="noStrike" u="none">
                  <a:solidFill>
                    <a:srgbClr val="000000"/>
                  </a:solidFill>
                  <a:effectLst/>
                  <a:latin typeface="OpenSymbol"/>
                </a:endParaRPr>
              </a:p>
            </p:txBody>
          </p:sp>
        </p:grpSp>
        <p:grpSp>
          <p:nvGrpSpPr>
            <p:cNvPr id="144" name="Google Shape;3374;p37"/>
            <p:cNvGrpSpPr/>
            <p:nvPr/>
          </p:nvGrpSpPr>
          <p:grpSpPr>
            <a:xfrm>
              <a:off x="1046160" y="2149560"/>
              <a:ext cx="142920" cy="2454120"/>
              <a:chOff x="1046160" y="2149560"/>
              <a:chExt cx="142920" cy="2454120"/>
            </a:xfrm>
          </p:grpSpPr>
          <p:sp>
            <p:nvSpPr>
              <p:cNvPr id="1049233" name="Google Shape;3375;p37"/>
              <p:cNvSpPr/>
              <p:nvPr/>
            </p:nvSpPr>
            <p:spPr>
              <a:xfrm>
                <a:off x="1046160" y="4460760"/>
                <a:ext cx="142920" cy="142920"/>
              </a:xfrm>
              <a:prstGeom prst="rect"/>
              <a:noFill/>
              <a:ln w="0">
                <a:noFill/>
              </a:ln>
            </p:spPr>
            <p:style>
              <a:lnRef idx="0">
                <a:srgbClr val="000000"/>
              </a:lnRef>
              <a:fillRef idx="0">
                <a:srgbClr val="000000"/>
              </a:fillRef>
              <a:effectRef idx="0">
                <a:srgbClr val="000000"/>
              </a:effectRef>
              <a:fontRef idx="minor">
                <a:srgbClr val="000000"/>
              </a:fontRef>
            </p:style>
            <p:txBody>
              <a:bodyPr anchor="ctr" bIns="71640" tIns="71640">
                <a:noAutofit/>
              </a:bodyPr>
              <a:p>
                <a:pPr algn="ctr"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sz="1800" lang="en-US" strike="noStrike" u="none">
                  <a:solidFill>
                    <a:srgbClr val="FFFFFF"/>
                  </a:solidFill>
                  <a:effectLst/>
                  <a:latin typeface="OpenSymbol"/>
                </a:endParaRPr>
              </a:p>
            </p:txBody>
          </p:sp>
          <p:sp>
            <p:nvSpPr>
              <p:cNvPr id="1049234" name="Google Shape;3376;p37"/>
              <p:cNvSpPr/>
              <p:nvPr/>
            </p:nvSpPr>
            <p:spPr>
              <a:xfrm>
                <a:off x="1054800" y="4249800"/>
                <a:ext cx="126000" cy="126360"/>
              </a:xfrm>
              <a:prstGeom prst="rect"/>
              <a:solidFill>
                <a:srgbClr val="009F8C">
                  <a:alpha val="5000"/>
                </a:srgbClr>
              </a:solidFill>
              <a:ln w="0">
                <a:noFill/>
              </a:ln>
            </p:spPr>
            <p:style>
              <a:lnRef idx="0">
                <a:srgbClr val="000000"/>
              </a:lnRef>
              <a:fillRef idx="0">
                <a:srgbClr val="000000"/>
              </a:fillRef>
              <a:effectRef idx="0">
                <a:srgbClr val="000000"/>
              </a:effectRef>
              <a:fontRef idx="minor">
                <a:srgbClr val="000000"/>
              </a:fontRef>
            </p:style>
            <p:txBody>
              <a:bodyPr anchor="ctr" bIns="63360" tIns="63360">
                <a:noAutofit/>
              </a:bodyPr>
              <a:p>
                <a:pPr algn="ctr"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sz="1800" lang="en-US" strike="noStrike" u="none">
                  <a:solidFill>
                    <a:srgbClr val="FFFFFF"/>
                  </a:solidFill>
                  <a:effectLst/>
                  <a:latin typeface="OpenSymbol"/>
                </a:endParaRPr>
              </a:p>
            </p:txBody>
          </p:sp>
          <p:sp>
            <p:nvSpPr>
              <p:cNvPr id="1049235" name="Google Shape;3377;p37"/>
              <p:cNvSpPr/>
              <p:nvPr/>
            </p:nvSpPr>
            <p:spPr>
              <a:xfrm>
                <a:off x="1054800" y="4039200"/>
                <a:ext cx="126000" cy="126360"/>
              </a:xfrm>
              <a:prstGeom prst="rect"/>
              <a:solidFill>
                <a:srgbClr val="009F8C">
                  <a:alpha val="10000"/>
                </a:srgbClr>
              </a:solidFill>
              <a:ln w="0">
                <a:noFill/>
              </a:ln>
            </p:spPr>
            <p:style>
              <a:lnRef idx="0">
                <a:srgbClr val="000000"/>
              </a:lnRef>
              <a:fillRef idx="0">
                <a:srgbClr val="000000"/>
              </a:fillRef>
              <a:effectRef idx="0">
                <a:srgbClr val="000000"/>
              </a:effectRef>
              <a:fontRef idx="minor">
                <a:srgbClr val="000000"/>
              </a:fontRef>
            </p:style>
            <p:txBody>
              <a:bodyPr anchor="ctr" bIns="63360" tIns="63360">
                <a:noAutofit/>
              </a:bodyPr>
              <a:p>
                <a:pPr algn="ctr"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sz="1800" lang="en-US" strike="noStrike" u="none">
                  <a:solidFill>
                    <a:srgbClr val="FFFFFF"/>
                  </a:solidFill>
                  <a:effectLst/>
                  <a:latin typeface="OpenSymbol"/>
                </a:endParaRPr>
              </a:p>
            </p:txBody>
          </p:sp>
          <p:sp>
            <p:nvSpPr>
              <p:cNvPr id="1049236" name="Google Shape;3378;p37"/>
              <p:cNvSpPr/>
              <p:nvPr/>
            </p:nvSpPr>
            <p:spPr>
              <a:xfrm>
                <a:off x="1054800" y="3828600"/>
                <a:ext cx="126000" cy="126360"/>
              </a:xfrm>
              <a:prstGeom prst="rect"/>
              <a:solidFill>
                <a:srgbClr val="009F8C">
                  <a:alpha val="20000"/>
                </a:srgbClr>
              </a:solidFill>
              <a:ln w="0">
                <a:noFill/>
              </a:ln>
            </p:spPr>
            <p:style>
              <a:lnRef idx="0">
                <a:srgbClr val="000000"/>
              </a:lnRef>
              <a:fillRef idx="0">
                <a:srgbClr val="000000"/>
              </a:fillRef>
              <a:effectRef idx="0">
                <a:srgbClr val="000000"/>
              </a:effectRef>
              <a:fontRef idx="minor">
                <a:srgbClr val="000000"/>
              </a:fontRef>
            </p:style>
            <p:txBody>
              <a:bodyPr anchor="ctr" bIns="63360" tIns="63360">
                <a:noAutofit/>
              </a:bodyPr>
              <a:p>
                <a:pPr algn="ctr"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sz="1800" lang="en-US" strike="noStrike" u="none">
                  <a:solidFill>
                    <a:srgbClr val="FFFFFF"/>
                  </a:solidFill>
                  <a:effectLst/>
                  <a:latin typeface="OpenSymbol"/>
                </a:endParaRPr>
              </a:p>
            </p:txBody>
          </p:sp>
          <p:sp>
            <p:nvSpPr>
              <p:cNvPr id="1049237" name="Google Shape;3379;p37"/>
              <p:cNvSpPr/>
              <p:nvPr/>
            </p:nvSpPr>
            <p:spPr>
              <a:xfrm>
                <a:off x="1059120" y="3617640"/>
                <a:ext cx="117360" cy="117720"/>
              </a:xfrm>
              <a:prstGeom prst="rect"/>
              <a:solidFill>
                <a:srgbClr val="009F8C">
                  <a:alpha val="30000"/>
                </a:srgbClr>
              </a:solidFill>
              <a:ln w="0">
                <a:noFill/>
              </a:ln>
            </p:spPr>
            <p:style>
              <a:lnRef idx="0">
                <a:srgbClr val="000000"/>
              </a:lnRef>
              <a:fillRef idx="0">
                <a:srgbClr val="000000"/>
              </a:fillRef>
              <a:effectRef idx="0">
                <a:srgbClr val="000000"/>
              </a:effectRef>
              <a:fontRef idx="minor">
                <a:srgbClr val="000000"/>
              </a:fontRef>
            </p:style>
            <p:txBody>
              <a:bodyPr anchor="ctr" bIns="59040" tIns="59040">
                <a:noAutofit/>
              </a:bodyPr>
              <a:p>
                <a:pPr algn="ctr"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sz="1800" lang="en-US" strike="noStrike" u="none">
                  <a:solidFill>
                    <a:srgbClr val="FFFFFF"/>
                  </a:solidFill>
                  <a:effectLst/>
                  <a:latin typeface="OpenSymbol"/>
                </a:endParaRPr>
              </a:p>
            </p:txBody>
          </p:sp>
          <p:sp>
            <p:nvSpPr>
              <p:cNvPr id="1049238" name="Google Shape;3380;p37"/>
              <p:cNvSpPr/>
              <p:nvPr/>
            </p:nvSpPr>
            <p:spPr>
              <a:xfrm>
                <a:off x="1059120" y="3407040"/>
                <a:ext cx="117360" cy="117720"/>
              </a:xfrm>
              <a:prstGeom prst="rect"/>
              <a:solidFill>
                <a:srgbClr val="009F8C">
                  <a:alpha val="40000"/>
                </a:srgbClr>
              </a:solidFill>
              <a:ln w="0">
                <a:noFill/>
              </a:ln>
            </p:spPr>
            <p:style>
              <a:lnRef idx="0">
                <a:srgbClr val="000000"/>
              </a:lnRef>
              <a:fillRef idx="0">
                <a:srgbClr val="000000"/>
              </a:fillRef>
              <a:effectRef idx="0">
                <a:srgbClr val="000000"/>
              </a:effectRef>
              <a:fontRef idx="minor">
                <a:srgbClr val="000000"/>
              </a:fontRef>
            </p:style>
            <p:txBody>
              <a:bodyPr anchor="ctr" bIns="59040" tIns="59040">
                <a:noAutofit/>
              </a:bodyPr>
              <a:p>
                <a:pPr algn="ctr"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sz="1800" lang="en-US" strike="noStrike" u="none">
                  <a:solidFill>
                    <a:srgbClr val="FFFFFF"/>
                  </a:solidFill>
                  <a:effectLst/>
                  <a:latin typeface="OpenSymbol"/>
                </a:endParaRPr>
              </a:p>
            </p:txBody>
          </p:sp>
          <p:sp>
            <p:nvSpPr>
              <p:cNvPr id="1049239" name="Google Shape;3381;p37"/>
              <p:cNvSpPr/>
              <p:nvPr/>
            </p:nvSpPr>
            <p:spPr>
              <a:xfrm>
                <a:off x="1060920" y="3196080"/>
                <a:ext cx="113040" cy="113040"/>
              </a:xfrm>
              <a:prstGeom prst="rect"/>
              <a:solidFill>
                <a:srgbClr val="009F8C">
                  <a:alpha val="50000"/>
                </a:srgbClr>
              </a:solidFill>
              <a:ln w="0">
                <a:noFill/>
              </a:ln>
            </p:spPr>
            <p:style>
              <a:lnRef idx="0">
                <a:srgbClr val="000000"/>
              </a:lnRef>
              <a:fillRef idx="0">
                <a:srgbClr val="000000"/>
              </a:fillRef>
              <a:effectRef idx="0">
                <a:srgbClr val="000000"/>
              </a:effectRef>
              <a:fontRef idx="minor">
                <a:srgbClr val="000000"/>
              </a:fontRef>
            </p:style>
            <p:txBody>
              <a:bodyPr anchor="ctr" bIns="56520" tIns="56520">
                <a:noAutofit/>
              </a:bodyPr>
              <a:p>
                <a:pPr algn="ctr"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sz="1800" lang="en-US" strike="noStrike" u="none">
                  <a:solidFill>
                    <a:srgbClr val="FFFFFF"/>
                  </a:solidFill>
                  <a:effectLst/>
                  <a:latin typeface="OpenSymbol"/>
                </a:endParaRPr>
              </a:p>
            </p:txBody>
          </p:sp>
          <p:sp>
            <p:nvSpPr>
              <p:cNvPr id="1049240" name="Google Shape;3382;p37"/>
              <p:cNvSpPr/>
              <p:nvPr/>
            </p:nvSpPr>
            <p:spPr>
              <a:xfrm>
                <a:off x="1063440" y="2985480"/>
                <a:ext cx="108720" cy="108720"/>
              </a:xfrm>
              <a:prstGeom prst="rect"/>
              <a:solidFill>
                <a:srgbClr val="009F8C">
                  <a:alpha val="55000"/>
                </a:srgbClr>
              </a:solidFill>
              <a:ln w="0">
                <a:noFill/>
              </a:ln>
            </p:spPr>
            <p:style>
              <a:lnRef idx="0">
                <a:srgbClr val="000000"/>
              </a:lnRef>
              <a:fillRef idx="0">
                <a:srgbClr val="000000"/>
              </a:fillRef>
              <a:effectRef idx="0">
                <a:srgbClr val="000000"/>
              </a:effectRef>
              <a:fontRef idx="minor">
                <a:srgbClr val="000000"/>
              </a:fontRef>
            </p:style>
            <p:txBody>
              <a:bodyPr anchor="ctr" bIns="54360" tIns="54360">
                <a:noAutofit/>
              </a:bodyPr>
              <a:p>
                <a:pPr algn="ctr"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sz="1800" lang="en-US" strike="noStrike" u="none">
                  <a:solidFill>
                    <a:srgbClr val="FFFFFF"/>
                  </a:solidFill>
                  <a:effectLst/>
                  <a:latin typeface="OpenSymbol"/>
                </a:endParaRPr>
              </a:p>
            </p:txBody>
          </p:sp>
          <p:sp>
            <p:nvSpPr>
              <p:cNvPr id="1049241" name="Google Shape;3383;p37"/>
              <p:cNvSpPr/>
              <p:nvPr/>
            </p:nvSpPr>
            <p:spPr>
              <a:xfrm>
                <a:off x="1068120" y="2779200"/>
                <a:ext cx="98640" cy="98640"/>
              </a:xfrm>
              <a:prstGeom prst="rect"/>
              <a:solidFill>
                <a:srgbClr val="009F8C">
                  <a:alpha val="60000"/>
                </a:srgbClr>
              </a:solidFill>
              <a:ln w="0">
                <a:noFill/>
              </a:ln>
            </p:spPr>
            <p:style>
              <a:lnRef idx="0">
                <a:srgbClr val="000000"/>
              </a:lnRef>
              <a:fillRef idx="0">
                <a:srgbClr val="000000"/>
              </a:fillRef>
              <a:effectRef idx="0">
                <a:srgbClr val="000000"/>
              </a:effectRef>
              <a:fontRef idx="minor">
                <a:srgbClr val="000000"/>
              </a:fontRef>
            </p:style>
            <p:txBody>
              <a:bodyPr anchor="ctr" bIns="49320" tIns="49320">
                <a:noAutofit/>
              </a:bodyPr>
              <a:p>
                <a:pPr algn="ctr"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sz="1800" lang="en-US" strike="noStrike" u="none">
                  <a:solidFill>
                    <a:srgbClr val="FFFFFF"/>
                  </a:solidFill>
                  <a:effectLst/>
                  <a:latin typeface="OpenSymbol"/>
                </a:endParaRPr>
              </a:p>
            </p:txBody>
          </p:sp>
          <p:sp>
            <p:nvSpPr>
              <p:cNvPr id="1049242" name="Google Shape;3384;p37"/>
              <p:cNvSpPr/>
              <p:nvPr/>
            </p:nvSpPr>
            <p:spPr>
              <a:xfrm>
                <a:off x="1073160" y="2572920"/>
                <a:ext cx="88920" cy="88920"/>
              </a:xfrm>
              <a:prstGeom prst="rect"/>
              <a:solidFill>
                <a:srgbClr val="009F8C">
                  <a:alpha val="65000"/>
                </a:srgbClr>
              </a:solidFill>
              <a:ln w="0">
                <a:noFill/>
              </a:ln>
            </p:spPr>
            <p:style>
              <a:lnRef idx="0">
                <a:srgbClr val="000000"/>
              </a:lnRef>
              <a:fillRef idx="0">
                <a:srgbClr val="000000"/>
              </a:fillRef>
              <a:effectRef idx="0">
                <a:srgbClr val="000000"/>
              </a:effectRef>
              <a:fontRef idx="minor">
                <a:srgbClr val="000000"/>
              </a:fontRef>
            </p:style>
            <p:txBody>
              <a:bodyPr anchor="ctr" bIns="44640" tIns="44640">
                <a:noAutofit/>
              </a:bodyPr>
              <a:p>
                <a:pPr algn="ctr"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sz="1800" lang="en-US" strike="noStrike" u="none">
                  <a:solidFill>
                    <a:srgbClr val="FFFFFF"/>
                  </a:solidFill>
                  <a:effectLst/>
                  <a:latin typeface="OpenSymbol"/>
                </a:endParaRPr>
              </a:p>
            </p:txBody>
          </p:sp>
          <p:sp>
            <p:nvSpPr>
              <p:cNvPr id="1049243" name="Google Shape;3385;p37"/>
              <p:cNvSpPr/>
              <p:nvPr/>
            </p:nvSpPr>
            <p:spPr>
              <a:xfrm>
                <a:off x="1073160" y="2367000"/>
                <a:ext cx="88920" cy="88920"/>
              </a:xfrm>
              <a:prstGeom prst="rect"/>
              <a:solidFill>
                <a:srgbClr val="009F8C">
                  <a:alpha val="70000"/>
                </a:srgbClr>
              </a:solidFill>
              <a:ln w="0">
                <a:noFill/>
              </a:ln>
            </p:spPr>
            <p:style>
              <a:lnRef idx="0">
                <a:srgbClr val="000000"/>
              </a:lnRef>
              <a:fillRef idx="0">
                <a:srgbClr val="000000"/>
              </a:fillRef>
              <a:effectRef idx="0">
                <a:srgbClr val="000000"/>
              </a:effectRef>
              <a:fontRef idx="minor">
                <a:srgbClr val="000000"/>
              </a:fontRef>
            </p:style>
            <p:txBody>
              <a:bodyPr anchor="ctr" bIns="44640" tIns="44640">
                <a:noAutofit/>
              </a:bodyPr>
              <a:p>
                <a:pPr algn="ctr"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sz="1800" lang="en-US" strike="noStrike" u="none">
                  <a:solidFill>
                    <a:srgbClr val="FFFFFF"/>
                  </a:solidFill>
                  <a:effectLst/>
                  <a:latin typeface="OpenSymbol"/>
                </a:endParaRPr>
              </a:p>
            </p:txBody>
          </p:sp>
          <p:sp>
            <p:nvSpPr>
              <p:cNvPr id="1049244" name="Google Shape;3386;p37"/>
              <p:cNvSpPr/>
              <p:nvPr/>
            </p:nvSpPr>
            <p:spPr>
              <a:xfrm>
                <a:off x="1078200" y="2149560"/>
                <a:ext cx="79200" cy="79200"/>
              </a:xfrm>
              <a:prstGeom prst="rect"/>
              <a:solidFill>
                <a:srgbClr val="009F8C">
                  <a:alpha val="80000"/>
                </a:srgbClr>
              </a:solidFill>
              <a:ln w="0">
                <a:noFill/>
              </a:ln>
            </p:spPr>
            <p:style>
              <a:lnRef idx="0">
                <a:srgbClr val="000000"/>
              </a:lnRef>
              <a:fillRef idx="0">
                <a:srgbClr val="000000"/>
              </a:fillRef>
              <a:effectRef idx="0">
                <a:srgbClr val="000000"/>
              </a:effectRef>
              <a:fontRef idx="minor">
                <a:srgbClr val="000000"/>
              </a:fontRef>
            </p:style>
            <p:txBody>
              <a:bodyPr anchor="ctr" bIns="39600" tIns="39600">
                <a:noAutofit/>
              </a:bodyPr>
              <a:p>
                <a:pPr algn="ctr"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sz="1800" lang="en-US" strike="noStrike" u="none">
                  <a:solidFill>
                    <a:srgbClr val="FFFFFF"/>
                  </a:solidFill>
                  <a:effectLst/>
                  <a:latin typeface="OpenSymbol"/>
                </a:endParaRPr>
              </a:p>
            </p:txBody>
          </p:sp>
        </p:grpSp>
      </p:grpSp>
      <p:pic>
        <p:nvPicPr>
          <p:cNvPr id="2097153" name=""/>
          <p:cNvPicPr>
            <a:picLocks/>
          </p:cNvPicPr>
          <p:nvPr/>
        </p:nvPicPr>
        <p:blipFill>
          <a:blip xmlns:r="http://schemas.openxmlformats.org/officeDocument/2006/relationships" r:embed="rId1"/>
          <a:stretch>
            <a:fillRect/>
          </a:stretch>
        </p:blipFill>
        <p:spPr>
          <a:xfrm rot="0">
            <a:off x="1655904" y="1085694"/>
            <a:ext cx="5832192" cy="3804876"/>
          </a:xfrm>
          <a:prstGeom prst="rect"/>
        </p:spPr>
      </p:pic>
    </p:spTree>
  </p:cSld>
  <p:clrMapOvr>
    <a:masterClrMapping/>
  </p:clrMapOvr>
  <p:transition spd="slow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4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245" name="PlaceHolder 1"/>
          <p:cNvSpPr>
            <a:spLocks noGrp="1"/>
          </p:cNvSpPr>
          <p:nvPr>
            <p:ph type="title"/>
          </p:nvPr>
        </p:nvSpPr>
        <p:spPr>
          <a:xfrm>
            <a:off x="1917652" y="327384"/>
            <a:ext cx="5092628" cy="4575941"/>
          </a:xfrm>
          <a:prstGeom prst="rect"/>
          <a:noFill/>
          <a:ln w="0">
            <a:noFill/>
          </a:ln>
        </p:spPr>
        <p:txBody>
          <a:bodyPr anchor="b" bIns="91440" lIns="91440" rIns="91440" tIns="91440">
            <a:normAutofit/>
          </a:bodyPr>
          <a:p>
            <a:pPr algn="ctr" indent="0">
              <a:lnSpc>
                <a:spcPct val="100000"/>
              </a:lnSpc>
              <a:buNone/>
              <a:tabLst>
                <a:tab algn="l" pos="0"/>
              </a:tabLst>
            </a:pPr>
            <a:endParaRPr b="0" sz="6500" lang="fr-FR" strike="noStrike" u="none">
              <a:solidFill>
                <a:schemeClr val="dk1"/>
              </a:solidFill>
              <a:effectLst/>
              <a:latin typeface="Arial"/>
            </a:endParaRPr>
          </a:p>
        </p:txBody>
      </p:sp>
      <p:grpSp>
        <p:nvGrpSpPr>
          <p:cNvPr id="146" name="Google Shape;3333;p37"/>
          <p:cNvGrpSpPr/>
          <p:nvPr/>
        </p:nvGrpSpPr>
        <p:grpSpPr>
          <a:xfrm>
            <a:off x="1599480" y="-980640"/>
            <a:ext cx="142920" cy="2454120"/>
            <a:chOff x="1599480" y="-980640"/>
            <a:chExt cx="142920" cy="2454120"/>
          </a:xfrm>
        </p:grpSpPr>
        <p:grpSp>
          <p:nvGrpSpPr>
            <p:cNvPr id="147" name="Google Shape;3334;p37"/>
            <p:cNvGrpSpPr/>
            <p:nvPr/>
          </p:nvGrpSpPr>
          <p:grpSpPr>
            <a:xfrm>
              <a:off x="1599480" y="-980640"/>
              <a:ext cx="142920" cy="2454120"/>
              <a:chOff x="1599480" y="-980640"/>
              <a:chExt cx="142920" cy="2454120"/>
            </a:xfrm>
          </p:grpSpPr>
          <p:sp>
            <p:nvSpPr>
              <p:cNvPr id="1049246" name="Google Shape;3335;p37"/>
              <p:cNvSpPr/>
              <p:nvPr/>
            </p:nvSpPr>
            <p:spPr>
              <a:xfrm>
                <a:off x="1599480" y="1330560"/>
                <a:ext cx="142920" cy="142920"/>
              </a:xfrm>
              <a:prstGeom prst="rect"/>
              <a:gradFill rotWithShape="0">
                <a:gsLst>
                  <a:gs pos="0">
                    <a:srgbClr val="7DF3E5"/>
                  </a:gs>
                  <a:gs pos="100000">
                    <a:srgbClr val="02C5AE"/>
                  </a:gs>
                </a:gsLst>
                <a:lin ang="2700000"/>
              </a:gradFill>
              <a:ln w="0">
                <a:noFill/>
              </a:ln>
              <a:effectLst>
                <a:outerShdw algn="bl" blurRad="185760" rotWithShape="0">
                  <a:schemeClr val="dk1">
                    <a:alpha val="31000"/>
                  </a:schemeClr>
                </a:outerShdw>
              </a:effectLst>
            </p:spPr>
            <p:style>
              <a:lnRef idx="0">
                <a:srgbClr val="000000"/>
              </a:lnRef>
              <a:fillRef idx="0">
                <a:srgbClr val="000000"/>
              </a:fillRef>
              <a:effectRef idx="0">
                <a:srgbClr val="000000"/>
              </a:effectRef>
              <a:fontRef idx="minor">
                <a:srgbClr val="000000"/>
              </a:fontRef>
            </p:style>
            <p:txBody>
              <a:bodyPr anchor="ctr" bIns="71640" tIns="71640">
                <a:noAutofit/>
              </a:bodyPr>
              <a:p>
                <a:pPr algn="ctr"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sz="1800" lang="en-US" strike="noStrike" u="none">
                  <a:solidFill>
                    <a:srgbClr val="000000"/>
                  </a:solidFill>
                  <a:effectLst/>
                  <a:latin typeface="OpenSymbol"/>
                </a:endParaRPr>
              </a:p>
            </p:txBody>
          </p:sp>
          <p:sp>
            <p:nvSpPr>
              <p:cNvPr id="1049247" name="Google Shape;3336;p37"/>
              <p:cNvSpPr/>
              <p:nvPr/>
            </p:nvSpPr>
            <p:spPr>
              <a:xfrm>
                <a:off x="1608120" y="1119600"/>
                <a:ext cx="126000" cy="126360"/>
              </a:xfrm>
              <a:prstGeom prst="rect"/>
              <a:gradFill rotWithShape="0">
                <a:gsLst>
                  <a:gs pos="0">
                    <a:srgbClr val="7DF3E5"/>
                  </a:gs>
                  <a:gs pos="100000">
                    <a:srgbClr val="02C5AE"/>
                  </a:gs>
                </a:gsLst>
                <a:lin ang="2700000"/>
              </a:gradFill>
              <a:ln w="0">
                <a:noFill/>
              </a:ln>
              <a:effectLst>
                <a:outerShdw algn="bl" blurRad="185760" rotWithShape="0">
                  <a:schemeClr val="dk1">
                    <a:alpha val="31000"/>
                  </a:schemeClr>
                </a:outerShdw>
              </a:effectLst>
            </p:spPr>
            <p:style>
              <a:lnRef idx="0">
                <a:srgbClr val="000000"/>
              </a:lnRef>
              <a:fillRef idx="0">
                <a:srgbClr val="000000"/>
              </a:fillRef>
              <a:effectRef idx="0">
                <a:srgbClr val="000000"/>
              </a:effectRef>
              <a:fontRef idx="minor">
                <a:srgbClr val="000000"/>
              </a:fontRef>
            </p:style>
            <p:txBody>
              <a:bodyPr anchor="ctr" bIns="63360" tIns="63360">
                <a:noAutofit/>
              </a:bodyPr>
              <a:p>
                <a:pPr algn="ctr"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sz="1800" lang="en-US" strike="noStrike" u="none">
                  <a:solidFill>
                    <a:srgbClr val="000000"/>
                  </a:solidFill>
                  <a:effectLst/>
                  <a:latin typeface="OpenSymbol"/>
                </a:endParaRPr>
              </a:p>
            </p:txBody>
          </p:sp>
          <p:sp>
            <p:nvSpPr>
              <p:cNvPr id="1049248" name="Google Shape;3337;p37"/>
              <p:cNvSpPr/>
              <p:nvPr/>
            </p:nvSpPr>
            <p:spPr>
              <a:xfrm>
                <a:off x="1608120" y="909000"/>
                <a:ext cx="126000" cy="126360"/>
              </a:xfrm>
              <a:prstGeom prst="rect"/>
              <a:gradFill rotWithShape="0">
                <a:gsLst>
                  <a:gs pos="0">
                    <a:srgbClr val="7DF3E5"/>
                  </a:gs>
                  <a:gs pos="100000">
                    <a:srgbClr val="02C5AE"/>
                  </a:gs>
                </a:gsLst>
                <a:lin ang="2700000"/>
              </a:gradFill>
              <a:ln w="0">
                <a:noFill/>
              </a:ln>
              <a:effectLst>
                <a:outerShdw algn="bl" blurRad="185760" rotWithShape="0">
                  <a:schemeClr val="dk1">
                    <a:alpha val="31000"/>
                  </a:schemeClr>
                </a:outerShdw>
              </a:effectLst>
            </p:spPr>
            <p:style>
              <a:lnRef idx="0">
                <a:srgbClr val="000000"/>
              </a:lnRef>
              <a:fillRef idx="0">
                <a:srgbClr val="000000"/>
              </a:fillRef>
              <a:effectRef idx="0">
                <a:srgbClr val="000000"/>
              </a:effectRef>
              <a:fontRef idx="minor">
                <a:srgbClr val="000000"/>
              </a:fontRef>
            </p:style>
            <p:txBody>
              <a:bodyPr anchor="ctr" bIns="63360" tIns="63360">
                <a:noAutofit/>
              </a:bodyPr>
              <a:p>
                <a:pPr algn="ctr"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sz="1800" lang="en-US" strike="noStrike" u="none">
                  <a:solidFill>
                    <a:srgbClr val="000000"/>
                  </a:solidFill>
                  <a:effectLst/>
                  <a:latin typeface="OpenSymbol"/>
                </a:endParaRPr>
              </a:p>
            </p:txBody>
          </p:sp>
          <p:sp>
            <p:nvSpPr>
              <p:cNvPr id="1049249" name="Google Shape;3338;p37"/>
              <p:cNvSpPr/>
              <p:nvPr/>
            </p:nvSpPr>
            <p:spPr>
              <a:xfrm>
                <a:off x="1608120" y="698040"/>
                <a:ext cx="126000" cy="126360"/>
              </a:xfrm>
              <a:prstGeom prst="rect"/>
              <a:gradFill rotWithShape="0">
                <a:gsLst>
                  <a:gs pos="0">
                    <a:srgbClr val="7DF3E5"/>
                  </a:gs>
                  <a:gs pos="100000">
                    <a:srgbClr val="02C5AE"/>
                  </a:gs>
                </a:gsLst>
                <a:lin ang="2700000"/>
              </a:gradFill>
              <a:ln w="0">
                <a:noFill/>
              </a:ln>
              <a:effectLst>
                <a:outerShdw algn="bl" blurRad="185760" rotWithShape="0">
                  <a:schemeClr val="dk1">
                    <a:alpha val="31000"/>
                  </a:schemeClr>
                </a:outerShdw>
              </a:effectLst>
            </p:spPr>
            <p:style>
              <a:lnRef idx="0">
                <a:srgbClr val="000000"/>
              </a:lnRef>
              <a:fillRef idx="0">
                <a:srgbClr val="000000"/>
              </a:fillRef>
              <a:effectRef idx="0">
                <a:srgbClr val="000000"/>
              </a:effectRef>
              <a:fontRef idx="minor">
                <a:srgbClr val="000000"/>
              </a:fontRef>
            </p:style>
            <p:txBody>
              <a:bodyPr anchor="ctr" bIns="63360" tIns="63360">
                <a:noAutofit/>
              </a:bodyPr>
              <a:p>
                <a:pPr algn="ctr"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sz="1800" lang="en-US" strike="noStrike" u="none">
                  <a:solidFill>
                    <a:srgbClr val="000000"/>
                  </a:solidFill>
                  <a:effectLst/>
                  <a:latin typeface="OpenSymbol"/>
                </a:endParaRPr>
              </a:p>
            </p:txBody>
          </p:sp>
          <p:sp>
            <p:nvSpPr>
              <p:cNvPr id="1049250" name="Google Shape;3339;p37"/>
              <p:cNvSpPr/>
              <p:nvPr/>
            </p:nvSpPr>
            <p:spPr>
              <a:xfrm>
                <a:off x="1612440" y="487440"/>
                <a:ext cx="117360" cy="117720"/>
              </a:xfrm>
              <a:prstGeom prst="rect"/>
              <a:gradFill rotWithShape="0">
                <a:gsLst>
                  <a:gs pos="0">
                    <a:srgbClr val="7DF3E5"/>
                  </a:gs>
                  <a:gs pos="100000">
                    <a:srgbClr val="02C5AE"/>
                  </a:gs>
                </a:gsLst>
                <a:lin ang="2700000"/>
              </a:gradFill>
              <a:ln w="0">
                <a:noFill/>
              </a:ln>
              <a:effectLst>
                <a:outerShdw algn="bl" blurRad="185760" rotWithShape="0">
                  <a:schemeClr val="dk1">
                    <a:alpha val="31000"/>
                  </a:schemeClr>
                </a:outerShdw>
              </a:effectLst>
            </p:spPr>
            <p:style>
              <a:lnRef idx="0">
                <a:srgbClr val="000000"/>
              </a:lnRef>
              <a:fillRef idx="0">
                <a:srgbClr val="000000"/>
              </a:fillRef>
              <a:effectRef idx="0">
                <a:srgbClr val="000000"/>
              </a:effectRef>
              <a:fontRef idx="minor">
                <a:srgbClr val="000000"/>
              </a:fontRef>
            </p:style>
            <p:txBody>
              <a:bodyPr anchor="ctr" bIns="59040" tIns="59040">
                <a:noAutofit/>
              </a:bodyPr>
              <a:p>
                <a:pPr algn="ctr"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sz="1800" lang="en-US" strike="noStrike" u="none">
                  <a:solidFill>
                    <a:srgbClr val="000000"/>
                  </a:solidFill>
                  <a:effectLst/>
                  <a:latin typeface="OpenSymbol"/>
                </a:endParaRPr>
              </a:p>
            </p:txBody>
          </p:sp>
          <p:sp>
            <p:nvSpPr>
              <p:cNvPr id="1049251" name="Google Shape;3340;p37"/>
              <p:cNvSpPr/>
              <p:nvPr/>
            </p:nvSpPr>
            <p:spPr>
              <a:xfrm>
                <a:off x="1612440" y="276840"/>
                <a:ext cx="117360" cy="117720"/>
              </a:xfrm>
              <a:prstGeom prst="rect"/>
              <a:gradFill rotWithShape="0">
                <a:gsLst>
                  <a:gs pos="0">
                    <a:srgbClr val="7DF3E5"/>
                  </a:gs>
                  <a:gs pos="100000">
                    <a:srgbClr val="02C5AE"/>
                  </a:gs>
                </a:gsLst>
                <a:lin ang="2700000"/>
              </a:gradFill>
              <a:ln w="0">
                <a:noFill/>
              </a:ln>
              <a:effectLst>
                <a:outerShdw algn="bl" blurRad="185760" rotWithShape="0">
                  <a:schemeClr val="dk1">
                    <a:alpha val="31000"/>
                  </a:schemeClr>
                </a:outerShdw>
              </a:effectLst>
            </p:spPr>
            <p:style>
              <a:lnRef idx="0">
                <a:srgbClr val="000000"/>
              </a:lnRef>
              <a:fillRef idx="0">
                <a:srgbClr val="000000"/>
              </a:fillRef>
              <a:effectRef idx="0">
                <a:srgbClr val="000000"/>
              </a:effectRef>
              <a:fontRef idx="minor">
                <a:srgbClr val="000000"/>
              </a:fontRef>
            </p:style>
            <p:txBody>
              <a:bodyPr anchor="ctr" bIns="59040" tIns="59040">
                <a:noAutofit/>
              </a:bodyPr>
              <a:p>
                <a:pPr algn="ctr"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sz="1800" lang="en-US" strike="noStrike" u="none">
                  <a:solidFill>
                    <a:srgbClr val="000000"/>
                  </a:solidFill>
                  <a:effectLst/>
                  <a:latin typeface="OpenSymbol"/>
                </a:endParaRPr>
              </a:p>
            </p:txBody>
          </p:sp>
          <p:sp>
            <p:nvSpPr>
              <p:cNvPr id="1049252" name="Google Shape;3341;p37"/>
              <p:cNvSpPr/>
              <p:nvPr/>
            </p:nvSpPr>
            <p:spPr>
              <a:xfrm>
                <a:off x="1614600" y="65880"/>
                <a:ext cx="113040" cy="113040"/>
              </a:xfrm>
              <a:prstGeom prst="rect"/>
              <a:gradFill rotWithShape="0">
                <a:gsLst>
                  <a:gs pos="0">
                    <a:srgbClr val="7DF3E5"/>
                  </a:gs>
                  <a:gs pos="100000">
                    <a:srgbClr val="02C5AE"/>
                  </a:gs>
                </a:gsLst>
                <a:lin ang="2700000"/>
              </a:gradFill>
              <a:ln w="0">
                <a:noFill/>
              </a:ln>
              <a:effectLst>
                <a:outerShdw algn="bl" blurRad="185760" rotWithShape="0">
                  <a:schemeClr val="dk1">
                    <a:alpha val="31000"/>
                  </a:schemeClr>
                </a:outerShdw>
              </a:effectLst>
            </p:spPr>
            <p:style>
              <a:lnRef idx="0">
                <a:srgbClr val="000000"/>
              </a:lnRef>
              <a:fillRef idx="0">
                <a:srgbClr val="000000"/>
              </a:fillRef>
              <a:effectRef idx="0">
                <a:srgbClr val="000000"/>
              </a:effectRef>
              <a:fontRef idx="minor">
                <a:srgbClr val="000000"/>
              </a:fontRef>
            </p:style>
            <p:txBody>
              <a:bodyPr anchor="ctr" bIns="56520" tIns="56520">
                <a:noAutofit/>
              </a:bodyPr>
              <a:p>
                <a:pPr algn="ctr"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sz="1800" lang="en-US" strike="noStrike" u="none">
                  <a:solidFill>
                    <a:srgbClr val="000000"/>
                  </a:solidFill>
                  <a:effectLst/>
                  <a:latin typeface="OpenSymbol"/>
                </a:endParaRPr>
              </a:p>
            </p:txBody>
          </p:sp>
          <p:sp>
            <p:nvSpPr>
              <p:cNvPr id="1049253" name="Google Shape;3342;p37"/>
              <p:cNvSpPr/>
              <p:nvPr/>
            </p:nvSpPr>
            <p:spPr>
              <a:xfrm>
                <a:off x="1616760" y="-144720"/>
                <a:ext cx="108720" cy="108720"/>
              </a:xfrm>
              <a:prstGeom prst="rect"/>
              <a:gradFill rotWithShape="0">
                <a:gsLst>
                  <a:gs pos="0">
                    <a:srgbClr val="7DF3E5"/>
                  </a:gs>
                  <a:gs pos="100000">
                    <a:srgbClr val="02C5AE"/>
                  </a:gs>
                </a:gsLst>
                <a:lin ang="2700000"/>
              </a:gradFill>
              <a:ln w="0">
                <a:noFill/>
              </a:ln>
              <a:effectLst>
                <a:outerShdw algn="bl" blurRad="185760" rotWithShape="0">
                  <a:schemeClr val="dk1">
                    <a:alpha val="31000"/>
                  </a:schemeClr>
                </a:outerShdw>
              </a:effectLst>
            </p:spPr>
            <p:style>
              <a:lnRef idx="0">
                <a:srgbClr val="000000"/>
              </a:lnRef>
              <a:fillRef idx="0">
                <a:srgbClr val="000000"/>
              </a:fillRef>
              <a:effectRef idx="0">
                <a:srgbClr val="000000"/>
              </a:effectRef>
              <a:fontRef idx="minor">
                <a:srgbClr val="000000"/>
              </a:fontRef>
            </p:style>
            <p:txBody>
              <a:bodyPr anchor="ctr" bIns="54360" tIns="54360">
                <a:noAutofit/>
              </a:bodyPr>
              <a:p>
                <a:pPr algn="ctr"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sz="1800" lang="en-US" strike="noStrike" u="none">
                  <a:solidFill>
                    <a:srgbClr val="000000"/>
                  </a:solidFill>
                  <a:effectLst/>
                  <a:latin typeface="OpenSymbol"/>
                </a:endParaRPr>
              </a:p>
            </p:txBody>
          </p:sp>
          <p:sp>
            <p:nvSpPr>
              <p:cNvPr id="1049254" name="Google Shape;3343;p37"/>
              <p:cNvSpPr/>
              <p:nvPr/>
            </p:nvSpPr>
            <p:spPr>
              <a:xfrm>
                <a:off x="1621800" y="-351000"/>
                <a:ext cx="98640" cy="98640"/>
              </a:xfrm>
              <a:prstGeom prst="rect"/>
              <a:gradFill rotWithShape="0">
                <a:gsLst>
                  <a:gs pos="0">
                    <a:srgbClr val="7DF3E5"/>
                  </a:gs>
                  <a:gs pos="100000">
                    <a:srgbClr val="02C5AE"/>
                  </a:gs>
                </a:gsLst>
                <a:lin ang="2700000"/>
              </a:gradFill>
              <a:ln w="0">
                <a:noFill/>
              </a:ln>
              <a:effectLst>
                <a:outerShdw algn="bl" blurRad="185760" rotWithShape="0">
                  <a:schemeClr val="dk1">
                    <a:alpha val="31000"/>
                  </a:schemeClr>
                </a:outerShdw>
              </a:effectLst>
            </p:spPr>
            <p:style>
              <a:lnRef idx="0">
                <a:srgbClr val="000000"/>
              </a:lnRef>
              <a:fillRef idx="0">
                <a:srgbClr val="000000"/>
              </a:fillRef>
              <a:effectRef idx="0">
                <a:srgbClr val="000000"/>
              </a:effectRef>
              <a:fontRef idx="minor">
                <a:srgbClr val="000000"/>
              </a:fontRef>
            </p:style>
            <p:txBody>
              <a:bodyPr anchor="ctr" bIns="49320" tIns="49320">
                <a:noAutofit/>
              </a:bodyPr>
              <a:p>
                <a:pPr algn="ctr"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sz="1800" lang="en-US" strike="noStrike" u="none">
                  <a:solidFill>
                    <a:srgbClr val="000000"/>
                  </a:solidFill>
                  <a:effectLst/>
                  <a:latin typeface="OpenSymbol"/>
                </a:endParaRPr>
              </a:p>
            </p:txBody>
          </p:sp>
          <p:sp>
            <p:nvSpPr>
              <p:cNvPr id="1049255" name="Google Shape;3344;p37"/>
              <p:cNvSpPr/>
              <p:nvPr/>
            </p:nvSpPr>
            <p:spPr>
              <a:xfrm>
                <a:off x="1626480" y="-557280"/>
                <a:ext cx="88920" cy="88920"/>
              </a:xfrm>
              <a:prstGeom prst="rect"/>
              <a:gradFill rotWithShape="0">
                <a:gsLst>
                  <a:gs pos="0">
                    <a:srgbClr val="7DF3E5"/>
                  </a:gs>
                  <a:gs pos="100000">
                    <a:srgbClr val="02C5AE"/>
                  </a:gs>
                </a:gsLst>
                <a:lin ang="2700000"/>
              </a:gradFill>
              <a:ln w="0">
                <a:noFill/>
              </a:ln>
              <a:effectLst>
                <a:outerShdw algn="bl" blurRad="185760" rotWithShape="0">
                  <a:schemeClr val="dk1">
                    <a:alpha val="31000"/>
                  </a:schemeClr>
                </a:outerShdw>
              </a:effectLst>
            </p:spPr>
            <p:style>
              <a:lnRef idx="0">
                <a:srgbClr val="000000"/>
              </a:lnRef>
              <a:fillRef idx="0">
                <a:srgbClr val="000000"/>
              </a:fillRef>
              <a:effectRef idx="0">
                <a:srgbClr val="000000"/>
              </a:effectRef>
              <a:fontRef idx="minor">
                <a:srgbClr val="000000"/>
              </a:fontRef>
            </p:style>
            <p:txBody>
              <a:bodyPr anchor="ctr" bIns="44640" tIns="44640">
                <a:noAutofit/>
              </a:bodyPr>
              <a:p>
                <a:pPr algn="ctr"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sz="1800" lang="en-US" strike="noStrike" u="none">
                  <a:solidFill>
                    <a:srgbClr val="000000"/>
                  </a:solidFill>
                  <a:effectLst/>
                  <a:latin typeface="OpenSymbol"/>
                </a:endParaRPr>
              </a:p>
            </p:txBody>
          </p:sp>
          <p:sp>
            <p:nvSpPr>
              <p:cNvPr id="1049256" name="Google Shape;3345;p37"/>
              <p:cNvSpPr/>
              <p:nvPr/>
            </p:nvSpPr>
            <p:spPr>
              <a:xfrm>
                <a:off x="1626480" y="-763200"/>
                <a:ext cx="88920" cy="88920"/>
              </a:xfrm>
              <a:prstGeom prst="rect"/>
              <a:gradFill rotWithShape="0">
                <a:gsLst>
                  <a:gs pos="0">
                    <a:srgbClr val="7DF3E5"/>
                  </a:gs>
                  <a:gs pos="100000">
                    <a:srgbClr val="02C5AE"/>
                  </a:gs>
                </a:gsLst>
                <a:lin ang="2700000"/>
              </a:gradFill>
              <a:ln w="0">
                <a:noFill/>
              </a:ln>
              <a:effectLst>
                <a:outerShdw algn="bl" blurRad="185760" rotWithShape="0">
                  <a:schemeClr val="dk1">
                    <a:alpha val="31000"/>
                  </a:schemeClr>
                </a:outerShdw>
              </a:effectLst>
            </p:spPr>
            <p:style>
              <a:lnRef idx="0">
                <a:srgbClr val="000000"/>
              </a:lnRef>
              <a:fillRef idx="0">
                <a:srgbClr val="000000"/>
              </a:fillRef>
              <a:effectRef idx="0">
                <a:srgbClr val="000000"/>
              </a:effectRef>
              <a:fontRef idx="minor">
                <a:srgbClr val="000000"/>
              </a:fontRef>
            </p:style>
            <p:txBody>
              <a:bodyPr anchor="ctr" bIns="44640" tIns="44640">
                <a:noAutofit/>
              </a:bodyPr>
              <a:p>
                <a:pPr algn="ctr"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sz="1800" lang="en-US" strike="noStrike" u="none">
                  <a:solidFill>
                    <a:srgbClr val="000000"/>
                  </a:solidFill>
                  <a:effectLst/>
                  <a:latin typeface="OpenSymbol"/>
                </a:endParaRPr>
              </a:p>
            </p:txBody>
          </p:sp>
          <p:sp>
            <p:nvSpPr>
              <p:cNvPr id="1049257" name="Google Shape;3346;p37"/>
              <p:cNvSpPr/>
              <p:nvPr/>
            </p:nvSpPr>
            <p:spPr>
              <a:xfrm>
                <a:off x="1631520" y="-980640"/>
                <a:ext cx="79200" cy="79200"/>
              </a:xfrm>
              <a:prstGeom prst="rect"/>
              <a:gradFill rotWithShape="0">
                <a:gsLst>
                  <a:gs pos="0">
                    <a:srgbClr val="7DF3E5"/>
                  </a:gs>
                  <a:gs pos="100000">
                    <a:srgbClr val="02C5AE"/>
                  </a:gs>
                </a:gsLst>
                <a:lin ang="2700000"/>
              </a:gradFill>
              <a:ln w="0">
                <a:noFill/>
              </a:ln>
              <a:effectLst>
                <a:outerShdw algn="bl" blurRad="185760" rotWithShape="0">
                  <a:schemeClr val="dk1">
                    <a:alpha val="31000"/>
                  </a:schemeClr>
                </a:outerShdw>
              </a:effectLst>
            </p:spPr>
            <p:style>
              <a:lnRef idx="0">
                <a:srgbClr val="000000"/>
              </a:lnRef>
              <a:fillRef idx="0">
                <a:srgbClr val="000000"/>
              </a:fillRef>
              <a:effectRef idx="0">
                <a:srgbClr val="000000"/>
              </a:effectRef>
              <a:fontRef idx="minor">
                <a:srgbClr val="000000"/>
              </a:fontRef>
            </p:style>
            <p:txBody>
              <a:bodyPr anchor="ctr" bIns="39600" tIns="39600">
                <a:noAutofit/>
              </a:bodyPr>
              <a:p>
                <a:pPr algn="ctr"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sz="1800" lang="en-US" strike="noStrike" u="none">
                  <a:solidFill>
                    <a:srgbClr val="000000"/>
                  </a:solidFill>
                  <a:effectLst/>
                  <a:latin typeface="OpenSymbol"/>
                </a:endParaRPr>
              </a:p>
            </p:txBody>
          </p:sp>
        </p:grpSp>
        <p:grpSp>
          <p:nvGrpSpPr>
            <p:cNvPr id="148" name="Google Shape;3347;p37"/>
            <p:cNvGrpSpPr/>
            <p:nvPr/>
          </p:nvGrpSpPr>
          <p:grpSpPr>
            <a:xfrm>
              <a:off x="1599480" y="-980640"/>
              <a:ext cx="142920" cy="2454120"/>
              <a:chOff x="1599480" y="-980640"/>
              <a:chExt cx="142920" cy="2454120"/>
            </a:xfrm>
          </p:grpSpPr>
          <p:sp>
            <p:nvSpPr>
              <p:cNvPr id="1049258" name="Google Shape;3348;p37"/>
              <p:cNvSpPr/>
              <p:nvPr/>
            </p:nvSpPr>
            <p:spPr>
              <a:xfrm>
                <a:off x="1599480" y="1330560"/>
                <a:ext cx="142920" cy="142920"/>
              </a:xfrm>
              <a:prstGeom prst="rect"/>
              <a:noFill/>
              <a:ln w="0">
                <a:noFill/>
              </a:ln>
            </p:spPr>
            <p:style>
              <a:lnRef idx="0">
                <a:srgbClr val="000000"/>
              </a:lnRef>
              <a:fillRef idx="0">
                <a:srgbClr val="000000"/>
              </a:fillRef>
              <a:effectRef idx="0">
                <a:srgbClr val="000000"/>
              </a:effectRef>
              <a:fontRef idx="minor">
                <a:srgbClr val="000000"/>
              </a:fontRef>
            </p:style>
            <p:txBody>
              <a:bodyPr anchor="ctr" bIns="71640" tIns="71640">
                <a:noAutofit/>
              </a:bodyPr>
              <a:p>
                <a:pPr algn="ctr"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sz="1800" lang="en-US" strike="noStrike" u="none">
                  <a:solidFill>
                    <a:srgbClr val="FFFFFF"/>
                  </a:solidFill>
                  <a:effectLst/>
                  <a:latin typeface="OpenSymbol"/>
                </a:endParaRPr>
              </a:p>
            </p:txBody>
          </p:sp>
          <p:sp>
            <p:nvSpPr>
              <p:cNvPr id="1049259" name="Google Shape;3349;p37"/>
              <p:cNvSpPr/>
              <p:nvPr/>
            </p:nvSpPr>
            <p:spPr>
              <a:xfrm>
                <a:off x="1608120" y="1119600"/>
                <a:ext cx="126000" cy="126360"/>
              </a:xfrm>
              <a:prstGeom prst="rect"/>
              <a:solidFill>
                <a:srgbClr val="009F8C">
                  <a:alpha val="5000"/>
                </a:srgbClr>
              </a:solidFill>
              <a:ln w="0">
                <a:noFill/>
              </a:ln>
            </p:spPr>
            <p:style>
              <a:lnRef idx="0">
                <a:srgbClr val="000000"/>
              </a:lnRef>
              <a:fillRef idx="0">
                <a:srgbClr val="000000"/>
              </a:fillRef>
              <a:effectRef idx="0">
                <a:srgbClr val="000000"/>
              </a:effectRef>
              <a:fontRef idx="minor">
                <a:srgbClr val="000000"/>
              </a:fontRef>
            </p:style>
            <p:txBody>
              <a:bodyPr anchor="ctr" bIns="63360" tIns="63360">
                <a:noAutofit/>
              </a:bodyPr>
              <a:p>
                <a:pPr algn="ctr"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sz="1800" lang="en-US" strike="noStrike" u="none">
                  <a:solidFill>
                    <a:srgbClr val="FFFFFF"/>
                  </a:solidFill>
                  <a:effectLst/>
                  <a:latin typeface="OpenSymbol"/>
                </a:endParaRPr>
              </a:p>
            </p:txBody>
          </p:sp>
          <p:sp>
            <p:nvSpPr>
              <p:cNvPr id="1049260" name="Google Shape;3350;p37"/>
              <p:cNvSpPr/>
              <p:nvPr/>
            </p:nvSpPr>
            <p:spPr>
              <a:xfrm>
                <a:off x="1608120" y="909000"/>
                <a:ext cx="126000" cy="126360"/>
              </a:xfrm>
              <a:prstGeom prst="rect"/>
              <a:solidFill>
                <a:srgbClr val="009F8C">
                  <a:alpha val="10000"/>
                </a:srgbClr>
              </a:solidFill>
              <a:ln w="0">
                <a:noFill/>
              </a:ln>
            </p:spPr>
            <p:style>
              <a:lnRef idx="0">
                <a:srgbClr val="000000"/>
              </a:lnRef>
              <a:fillRef idx="0">
                <a:srgbClr val="000000"/>
              </a:fillRef>
              <a:effectRef idx="0">
                <a:srgbClr val="000000"/>
              </a:effectRef>
              <a:fontRef idx="minor">
                <a:srgbClr val="000000"/>
              </a:fontRef>
            </p:style>
            <p:txBody>
              <a:bodyPr anchor="ctr" bIns="63360" tIns="63360">
                <a:noAutofit/>
              </a:bodyPr>
              <a:p>
                <a:pPr algn="ctr"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sz="1800" lang="en-US" strike="noStrike" u="none">
                  <a:solidFill>
                    <a:srgbClr val="FFFFFF"/>
                  </a:solidFill>
                  <a:effectLst/>
                  <a:latin typeface="OpenSymbol"/>
                </a:endParaRPr>
              </a:p>
            </p:txBody>
          </p:sp>
          <p:sp>
            <p:nvSpPr>
              <p:cNvPr id="1049261" name="Google Shape;3351;p37"/>
              <p:cNvSpPr/>
              <p:nvPr/>
            </p:nvSpPr>
            <p:spPr>
              <a:xfrm>
                <a:off x="1608120" y="698040"/>
                <a:ext cx="126000" cy="126360"/>
              </a:xfrm>
              <a:prstGeom prst="rect"/>
              <a:solidFill>
                <a:srgbClr val="009F8C">
                  <a:alpha val="20000"/>
                </a:srgbClr>
              </a:solidFill>
              <a:ln w="0">
                <a:noFill/>
              </a:ln>
            </p:spPr>
            <p:style>
              <a:lnRef idx="0">
                <a:srgbClr val="000000"/>
              </a:lnRef>
              <a:fillRef idx="0">
                <a:srgbClr val="000000"/>
              </a:fillRef>
              <a:effectRef idx="0">
                <a:srgbClr val="000000"/>
              </a:effectRef>
              <a:fontRef idx="minor">
                <a:srgbClr val="000000"/>
              </a:fontRef>
            </p:style>
            <p:txBody>
              <a:bodyPr anchor="ctr" bIns="63360" tIns="63360">
                <a:noAutofit/>
              </a:bodyPr>
              <a:p>
                <a:pPr algn="ctr"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sz="1800" lang="en-US" strike="noStrike" u="none">
                  <a:solidFill>
                    <a:srgbClr val="FFFFFF"/>
                  </a:solidFill>
                  <a:effectLst/>
                  <a:latin typeface="OpenSymbol"/>
                </a:endParaRPr>
              </a:p>
            </p:txBody>
          </p:sp>
          <p:sp>
            <p:nvSpPr>
              <p:cNvPr id="1049262" name="Google Shape;3352;p37"/>
              <p:cNvSpPr/>
              <p:nvPr/>
            </p:nvSpPr>
            <p:spPr>
              <a:xfrm>
                <a:off x="1612440" y="487440"/>
                <a:ext cx="117360" cy="117720"/>
              </a:xfrm>
              <a:prstGeom prst="rect"/>
              <a:solidFill>
                <a:srgbClr val="009F8C">
                  <a:alpha val="30000"/>
                </a:srgbClr>
              </a:solidFill>
              <a:ln w="0">
                <a:noFill/>
              </a:ln>
            </p:spPr>
            <p:style>
              <a:lnRef idx="0">
                <a:srgbClr val="000000"/>
              </a:lnRef>
              <a:fillRef idx="0">
                <a:srgbClr val="000000"/>
              </a:fillRef>
              <a:effectRef idx="0">
                <a:srgbClr val="000000"/>
              </a:effectRef>
              <a:fontRef idx="minor">
                <a:srgbClr val="000000"/>
              </a:fontRef>
            </p:style>
            <p:txBody>
              <a:bodyPr anchor="ctr" bIns="59040" tIns="59040">
                <a:noAutofit/>
              </a:bodyPr>
              <a:p>
                <a:pPr algn="ctr"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sz="1800" lang="en-US" strike="noStrike" u="none">
                  <a:solidFill>
                    <a:srgbClr val="FFFFFF"/>
                  </a:solidFill>
                  <a:effectLst/>
                  <a:latin typeface="OpenSymbol"/>
                </a:endParaRPr>
              </a:p>
            </p:txBody>
          </p:sp>
          <p:sp>
            <p:nvSpPr>
              <p:cNvPr id="1049263" name="Google Shape;3353;p37"/>
              <p:cNvSpPr/>
              <p:nvPr/>
            </p:nvSpPr>
            <p:spPr>
              <a:xfrm>
                <a:off x="1612440" y="276840"/>
                <a:ext cx="117360" cy="117720"/>
              </a:xfrm>
              <a:prstGeom prst="rect"/>
              <a:solidFill>
                <a:srgbClr val="009F8C">
                  <a:alpha val="40000"/>
                </a:srgbClr>
              </a:solidFill>
              <a:ln w="0">
                <a:noFill/>
              </a:ln>
            </p:spPr>
            <p:style>
              <a:lnRef idx="0">
                <a:srgbClr val="000000"/>
              </a:lnRef>
              <a:fillRef idx="0">
                <a:srgbClr val="000000"/>
              </a:fillRef>
              <a:effectRef idx="0">
                <a:srgbClr val="000000"/>
              </a:effectRef>
              <a:fontRef idx="minor">
                <a:srgbClr val="000000"/>
              </a:fontRef>
            </p:style>
            <p:txBody>
              <a:bodyPr anchor="ctr" bIns="59040" tIns="59040">
                <a:noAutofit/>
              </a:bodyPr>
              <a:p>
                <a:pPr algn="ctr"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sz="1800" lang="en-US" strike="noStrike" u="none">
                  <a:solidFill>
                    <a:srgbClr val="FFFFFF"/>
                  </a:solidFill>
                  <a:effectLst/>
                  <a:latin typeface="OpenSymbol"/>
                </a:endParaRPr>
              </a:p>
            </p:txBody>
          </p:sp>
          <p:sp>
            <p:nvSpPr>
              <p:cNvPr id="1049264" name="Google Shape;3354;p37"/>
              <p:cNvSpPr/>
              <p:nvPr/>
            </p:nvSpPr>
            <p:spPr>
              <a:xfrm>
                <a:off x="1614600" y="65880"/>
                <a:ext cx="113040" cy="113040"/>
              </a:xfrm>
              <a:prstGeom prst="rect"/>
              <a:solidFill>
                <a:srgbClr val="009F8C">
                  <a:alpha val="50000"/>
                </a:srgbClr>
              </a:solidFill>
              <a:ln w="0">
                <a:noFill/>
              </a:ln>
            </p:spPr>
            <p:style>
              <a:lnRef idx="0">
                <a:srgbClr val="000000"/>
              </a:lnRef>
              <a:fillRef idx="0">
                <a:srgbClr val="000000"/>
              </a:fillRef>
              <a:effectRef idx="0">
                <a:srgbClr val="000000"/>
              </a:effectRef>
              <a:fontRef idx="minor">
                <a:srgbClr val="000000"/>
              </a:fontRef>
            </p:style>
            <p:txBody>
              <a:bodyPr anchor="ctr" bIns="56520" tIns="56520">
                <a:noAutofit/>
              </a:bodyPr>
              <a:p>
                <a:pPr algn="ctr"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sz="1800" lang="en-US" strike="noStrike" u="none">
                  <a:solidFill>
                    <a:srgbClr val="FFFFFF"/>
                  </a:solidFill>
                  <a:effectLst/>
                  <a:latin typeface="OpenSymbol"/>
                </a:endParaRPr>
              </a:p>
            </p:txBody>
          </p:sp>
          <p:sp>
            <p:nvSpPr>
              <p:cNvPr id="1049265" name="Google Shape;3355;p37"/>
              <p:cNvSpPr/>
              <p:nvPr/>
            </p:nvSpPr>
            <p:spPr>
              <a:xfrm>
                <a:off x="1616760" y="-144720"/>
                <a:ext cx="108720" cy="108720"/>
              </a:xfrm>
              <a:prstGeom prst="rect"/>
              <a:solidFill>
                <a:srgbClr val="009F8C">
                  <a:alpha val="55000"/>
                </a:srgbClr>
              </a:solidFill>
              <a:ln w="0">
                <a:noFill/>
              </a:ln>
            </p:spPr>
            <p:style>
              <a:lnRef idx="0">
                <a:srgbClr val="000000"/>
              </a:lnRef>
              <a:fillRef idx="0">
                <a:srgbClr val="000000"/>
              </a:fillRef>
              <a:effectRef idx="0">
                <a:srgbClr val="000000"/>
              </a:effectRef>
              <a:fontRef idx="minor">
                <a:srgbClr val="000000"/>
              </a:fontRef>
            </p:style>
            <p:txBody>
              <a:bodyPr anchor="ctr" bIns="54360" tIns="54360">
                <a:noAutofit/>
              </a:bodyPr>
              <a:p>
                <a:pPr algn="ctr"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sz="1800" lang="en-US" strike="noStrike" u="none">
                  <a:solidFill>
                    <a:srgbClr val="FFFFFF"/>
                  </a:solidFill>
                  <a:effectLst/>
                  <a:latin typeface="OpenSymbol"/>
                </a:endParaRPr>
              </a:p>
            </p:txBody>
          </p:sp>
          <p:sp>
            <p:nvSpPr>
              <p:cNvPr id="1049266" name="Google Shape;3356;p37"/>
              <p:cNvSpPr/>
              <p:nvPr/>
            </p:nvSpPr>
            <p:spPr>
              <a:xfrm>
                <a:off x="1621800" y="-351000"/>
                <a:ext cx="98640" cy="98640"/>
              </a:xfrm>
              <a:prstGeom prst="rect"/>
              <a:solidFill>
                <a:srgbClr val="009F8C">
                  <a:alpha val="60000"/>
                </a:srgbClr>
              </a:solidFill>
              <a:ln w="0">
                <a:noFill/>
              </a:ln>
            </p:spPr>
            <p:style>
              <a:lnRef idx="0">
                <a:srgbClr val="000000"/>
              </a:lnRef>
              <a:fillRef idx="0">
                <a:srgbClr val="000000"/>
              </a:fillRef>
              <a:effectRef idx="0">
                <a:srgbClr val="000000"/>
              </a:effectRef>
              <a:fontRef idx="minor">
                <a:srgbClr val="000000"/>
              </a:fontRef>
            </p:style>
            <p:txBody>
              <a:bodyPr anchor="ctr" bIns="49320" tIns="49320">
                <a:noAutofit/>
              </a:bodyPr>
              <a:p>
                <a:pPr algn="ctr"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sz="1800" lang="en-US" strike="noStrike" u="none">
                  <a:solidFill>
                    <a:srgbClr val="FFFFFF"/>
                  </a:solidFill>
                  <a:effectLst/>
                  <a:latin typeface="OpenSymbol"/>
                </a:endParaRPr>
              </a:p>
            </p:txBody>
          </p:sp>
          <p:sp>
            <p:nvSpPr>
              <p:cNvPr id="1049267" name="Google Shape;3357;p37"/>
              <p:cNvSpPr/>
              <p:nvPr/>
            </p:nvSpPr>
            <p:spPr>
              <a:xfrm>
                <a:off x="1626480" y="-557280"/>
                <a:ext cx="88920" cy="88920"/>
              </a:xfrm>
              <a:prstGeom prst="rect"/>
              <a:solidFill>
                <a:srgbClr val="009F8C">
                  <a:alpha val="65000"/>
                </a:srgbClr>
              </a:solidFill>
              <a:ln w="0">
                <a:noFill/>
              </a:ln>
            </p:spPr>
            <p:style>
              <a:lnRef idx="0">
                <a:srgbClr val="000000"/>
              </a:lnRef>
              <a:fillRef idx="0">
                <a:srgbClr val="000000"/>
              </a:fillRef>
              <a:effectRef idx="0">
                <a:srgbClr val="000000"/>
              </a:effectRef>
              <a:fontRef idx="minor">
                <a:srgbClr val="000000"/>
              </a:fontRef>
            </p:style>
            <p:txBody>
              <a:bodyPr anchor="ctr" bIns="44640" tIns="44640">
                <a:noAutofit/>
              </a:bodyPr>
              <a:p>
                <a:pPr algn="ctr"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sz="1800" lang="en-US" strike="noStrike" u="none">
                  <a:solidFill>
                    <a:srgbClr val="FFFFFF"/>
                  </a:solidFill>
                  <a:effectLst/>
                  <a:latin typeface="OpenSymbol"/>
                </a:endParaRPr>
              </a:p>
            </p:txBody>
          </p:sp>
          <p:sp>
            <p:nvSpPr>
              <p:cNvPr id="1049268" name="Google Shape;3358;p37"/>
              <p:cNvSpPr/>
              <p:nvPr/>
            </p:nvSpPr>
            <p:spPr>
              <a:xfrm>
                <a:off x="1626480" y="-763200"/>
                <a:ext cx="88920" cy="88920"/>
              </a:xfrm>
              <a:prstGeom prst="rect"/>
              <a:solidFill>
                <a:srgbClr val="009F8C">
                  <a:alpha val="70000"/>
                </a:srgbClr>
              </a:solidFill>
              <a:ln w="0">
                <a:noFill/>
              </a:ln>
            </p:spPr>
            <p:style>
              <a:lnRef idx="0">
                <a:srgbClr val="000000"/>
              </a:lnRef>
              <a:fillRef idx="0">
                <a:srgbClr val="000000"/>
              </a:fillRef>
              <a:effectRef idx="0">
                <a:srgbClr val="000000"/>
              </a:effectRef>
              <a:fontRef idx="minor">
                <a:srgbClr val="000000"/>
              </a:fontRef>
            </p:style>
            <p:txBody>
              <a:bodyPr anchor="ctr" bIns="44640" tIns="44640">
                <a:noAutofit/>
              </a:bodyPr>
              <a:p>
                <a:pPr algn="ctr"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sz="1800" lang="en-US" strike="noStrike" u="none">
                  <a:solidFill>
                    <a:srgbClr val="FFFFFF"/>
                  </a:solidFill>
                  <a:effectLst/>
                  <a:latin typeface="OpenSymbol"/>
                </a:endParaRPr>
              </a:p>
            </p:txBody>
          </p:sp>
          <p:sp>
            <p:nvSpPr>
              <p:cNvPr id="1049269" name="Google Shape;3359;p37"/>
              <p:cNvSpPr/>
              <p:nvPr/>
            </p:nvSpPr>
            <p:spPr>
              <a:xfrm>
                <a:off x="1631520" y="-980640"/>
                <a:ext cx="79200" cy="79200"/>
              </a:xfrm>
              <a:prstGeom prst="rect"/>
              <a:solidFill>
                <a:srgbClr val="009F8C">
                  <a:alpha val="80000"/>
                </a:srgbClr>
              </a:solidFill>
              <a:ln w="0">
                <a:noFill/>
              </a:ln>
            </p:spPr>
            <p:style>
              <a:lnRef idx="0">
                <a:srgbClr val="000000"/>
              </a:lnRef>
              <a:fillRef idx="0">
                <a:srgbClr val="000000"/>
              </a:fillRef>
              <a:effectRef idx="0">
                <a:srgbClr val="000000"/>
              </a:effectRef>
              <a:fontRef idx="minor">
                <a:srgbClr val="000000"/>
              </a:fontRef>
            </p:style>
            <p:txBody>
              <a:bodyPr anchor="ctr" bIns="39600" tIns="39600">
                <a:noAutofit/>
              </a:bodyPr>
              <a:p>
                <a:pPr algn="ctr"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sz="1800" lang="en-US" strike="noStrike" u="none">
                  <a:solidFill>
                    <a:srgbClr val="FFFFFF"/>
                  </a:solidFill>
                  <a:effectLst/>
                  <a:latin typeface="OpenSymbol"/>
                </a:endParaRPr>
              </a:p>
            </p:txBody>
          </p:sp>
        </p:grpSp>
      </p:grpSp>
      <p:grpSp>
        <p:nvGrpSpPr>
          <p:cNvPr id="149" name="Google Shape;3360;p37"/>
          <p:cNvGrpSpPr/>
          <p:nvPr/>
        </p:nvGrpSpPr>
        <p:grpSpPr>
          <a:xfrm>
            <a:off x="1046160" y="2149560"/>
            <a:ext cx="142920" cy="2454120"/>
            <a:chOff x="1046160" y="2149560"/>
            <a:chExt cx="142920" cy="2454120"/>
          </a:xfrm>
        </p:grpSpPr>
        <p:grpSp>
          <p:nvGrpSpPr>
            <p:cNvPr id="150" name="Google Shape;3361;p37"/>
            <p:cNvGrpSpPr/>
            <p:nvPr/>
          </p:nvGrpSpPr>
          <p:grpSpPr>
            <a:xfrm>
              <a:off x="1046160" y="2149560"/>
              <a:ext cx="142920" cy="2454120"/>
              <a:chOff x="1046160" y="2149560"/>
              <a:chExt cx="142920" cy="2454120"/>
            </a:xfrm>
          </p:grpSpPr>
          <p:sp>
            <p:nvSpPr>
              <p:cNvPr id="1049270" name="Google Shape;3362;p37"/>
              <p:cNvSpPr/>
              <p:nvPr/>
            </p:nvSpPr>
            <p:spPr>
              <a:xfrm>
                <a:off x="1046160" y="4460760"/>
                <a:ext cx="142920" cy="142920"/>
              </a:xfrm>
              <a:prstGeom prst="rect"/>
              <a:gradFill rotWithShape="0">
                <a:gsLst>
                  <a:gs pos="0">
                    <a:srgbClr val="B6F8F0"/>
                  </a:gs>
                  <a:gs pos="100000">
                    <a:srgbClr val="7DF3E5"/>
                  </a:gs>
                </a:gsLst>
                <a:lin ang="2700000"/>
              </a:gradFill>
              <a:ln w="0">
                <a:noFill/>
              </a:ln>
              <a:effectLst>
                <a:outerShdw algn="bl" blurRad="185760" rotWithShape="0">
                  <a:schemeClr val="dk1">
                    <a:alpha val="31000"/>
                  </a:schemeClr>
                </a:outerShdw>
              </a:effectLst>
            </p:spPr>
            <p:style>
              <a:lnRef idx="0">
                <a:srgbClr val="000000"/>
              </a:lnRef>
              <a:fillRef idx="0">
                <a:srgbClr val="000000"/>
              </a:fillRef>
              <a:effectRef idx="0">
                <a:srgbClr val="000000"/>
              </a:effectRef>
              <a:fontRef idx="minor">
                <a:srgbClr val="000000"/>
              </a:fontRef>
            </p:style>
            <p:txBody>
              <a:bodyPr anchor="ctr" bIns="71640" tIns="71640">
                <a:noAutofit/>
              </a:bodyPr>
              <a:p>
                <a:pPr algn="ctr"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sz="1800" lang="en-US" strike="noStrike" u="none">
                  <a:solidFill>
                    <a:srgbClr val="000000"/>
                  </a:solidFill>
                  <a:effectLst/>
                  <a:latin typeface="OpenSymbol"/>
                </a:endParaRPr>
              </a:p>
            </p:txBody>
          </p:sp>
          <p:sp>
            <p:nvSpPr>
              <p:cNvPr id="1049271" name="Google Shape;3363;p37"/>
              <p:cNvSpPr/>
              <p:nvPr/>
            </p:nvSpPr>
            <p:spPr>
              <a:xfrm>
                <a:off x="1054800" y="4249800"/>
                <a:ext cx="126000" cy="126360"/>
              </a:xfrm>
              <a:prstGeom prst="rect"/>
              <a:gradFill rotWithShape="0">
                <a:gsLst>
                  <a:gs pos="0">
                    <a:srgbClr val="B6F8F0"/>
                  </a:gs>
                  <a:gs pos="100000">
                    <a:srgbClr val="7DF3E5"/>
                  </a:gs>
                </a:gsLst>
                <a:lin ang="2700000"/>
              </a:gradFill>
              <a:ln w="0">
                <a:noFill/>
              </a:ln>
              <a:effectLst>
                <a:outerShdw algn="bl" blurRad="185760" rotWithShape="0">
                  <a:schemeClr val="dk1">
                    <a:alpha val="31000"/>
                  </a:schemeClr>
                </a:outerShdw>
              </a:effectLst>
            </p:spPr>
            <p:style>
              <a:lnRef idx="0">
                <a:srgbClr val="000000"/>
              </a:lnRef>
              <a:fillRef idx="0">
                <a:srgbClr val="000000"/>
              </a:fillRef>
              <a:effectRef idx="0">
                <a:srgbClr val="000000"/>
              </a:effectRef>
              <a:fontRef idx="minor">
                <a:srgbClr val="000000"/>
              </a:fontRef>
            </p:style>
            <p:txBody>
              <a:bodyPr anchor="ctr" bIns="63360" tIns="63360">
                <a:noAutofit/>
              </a:bodyPr>
              <a:p>
                <a:pPr algn="ctr"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sz="1800" lang="en-US" strike="noStrike" u="none">
                  <a:solidFill>
                    <a:srgbClr val="000000"/>
                  </a:solidFill>
                  <a:effectLst/>
                  <a:latin typeface="OpenSymbol"/>
                </a:endParaRPr>
              </a:p>
            </p:txBody>
          </p:sp>
          <p:sp>
            <p:nvSpPr>
              <p:cNvPr id="1049272" name="Google Shape;3364;p37"/>
              <p:cNvSpPr/>
              <p:nvPr/>
            </p:nvSpPr>
            <p:spPr>
              <a:xfrm>
                <a:off x="1054800" y="4039200"/>
                <a:ext cx="126000" cy="126360"/>
              </a:xfrm>
              <a:prstGeom prst="rect"/>
              <a:gradFill rotWithShape="0">
                <a:gsLst>
                  <a:gs pos="0">
                    <a:srgbClr val="B6F8F0"/>
                  </a:gs>
                  <a:gs pos="100000">
                    <a:srgbClr val="7DF3E5"/>
                  </a:gs>
                </a:gsLst>
                <a:lin ang="2700000"/>
              </a:gradFill>
              <a:ln w="0">
                <a:noFill/>
              </a:ln>
              <a:effectLst>
                <a:outerShdw algn="bl" blurRad="185760" rotWithShape="0">
                  <a:schemeClr val="dk1">
                    <a:alpha val="31000"/>
                  </a:schemeClr>
                </a:outerShdw>
              </a:effectLst>
            </p:spPr>
            <p:style>
              <a:lnRef idx="0">
                <a:srgbClr val="000000"/>
              </a:lnRef>
              <a:fillRef idx="0">
                <a:srgbClr val="000000"/>
              </a:fillRef>
              <a:effectRef idx="0">
                <a:srgbClr val="000000"/>
              </a:effectRef>
              <a:fontRef idx="minor">
                <a:srgbClr val="000000"/>
              </a:fontRef>
            </p:style>
            <p:txBody>
              <a:bodyPr anchor="ctr" bIns="63360" tIns="63360">
                <a:noAutofit/>
              </a:bodyPr>
              <a:p>
                <a:pPr algn="ctr"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sz="1800" lang="en-US" strike="noStrike" u="none">
                  <a:solidFill>
                    <a:srgbClr val="000000"/>
                  </a:solidFill>
                  <a:effectLst/>
                  <a:latin typeface="OpenSymbol"/>
                </a:endParaRPr>
              </a:p>
            </p:txBody>
          </p:sp>
          <p:sp>
            <p:nvSpPr>
              <p:cNvPr id="1049273" name="Google Shape;3365;p37"/>
              <p:cNvSpPr/>
              <p:nvPr/>
            </p:nvSpPr>
            <p:spPr>
              <a:xfrm>
                <a:off x="1054800" y="3828600"/>
                <a:ext cx="126000" cy="126360"/>
              </a:xfrm>
              <a:prstGeom prst="rect"/>
              <a:gradFill rotWithShape="0">
                <a:gsLst>
                  <a:gs pos="0">
                    <a:srgbClr val="B6F8F0"/>
                  </a:gs>
                  <a:gs pos="100000">
                    <a:srgbClr val="7DF3E5"/>
                  </a:gs>
                </a:gsLst>
                <a:lin ang="2700000"/>
              </a:gradFill>
              <a:ln w="0">
                <a:noFill/>
              </a:ln>
              <a:effectLst>
                <a:outerShdw algn="bl" blurRad="185760" rotWithShape="0">
                  <a:schemeClr val="dk1">
                    <a:alpha val="31000"/>
                  </a:schemeClr>
                </a:outerShdw>
              </a:effectLst>
            </p:spPr>
            <p:style>
              <a:lnRef idx="0">
                <a:srgbClr val="000000"/>
              </a:lnRef>
              <a:fillRef idx="0">
                <a:srgbClr val="000000"/>
              </a:fillRef>
              <a:effectRef idx="0">
                <a:srgbClr val="000000"/>
              </a:effectRef>
              <a:fontRef idx="minor">
                <a:srgbClr val="000000"/>
              </a:fontRef>
            </p:style>
            <p:txBody>
              <a:bodyPr anchor="ctr" bIns="63360" tIns="63360">
                <a:noAutofit/>
              </a:bodyPr>
              <a:p>
                <a:pPr algn="ctr"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sz="1800" lang="en-US" strike="noStrike" u="none">
                  <a:solidFill>
                    <a:srgbClr val="000000"/>
                  </a:solidFill>
                  <a:effectLst/>
                  <a:latin typeface="OpenSymbol"/>
                </a:endParaRPr>
              </a:p>
            </p:txBody>
          </p:sp>
          <p:sp>
            <p:nvSpPr>
              <p:cNvPr id="1049274" name="Google Shape;3366;p37"/>
              <p:cNvSpPr/>
              <p:nvPr/>
            </p:nvSpPr>
            <p:spPr>
              <a:xfrm>
                <a:off x="1059120" y="3617640"/>
                <a:ext cx="117360" cy="117720"/>
              </a:xfrm>
              <a:prstGeom prst="rect"/>
              <a:gradFill rotWithShape="0">
                <a:gsLst>
                  <a:gs pos="0">
                    <a:srgbClr val="B6F8F0"/>
                  </a:gs>
                  <a:gs pos="100000">
                    <a:srgbClr val="7DF3E5"/>
                  </a:gs>
                </a:gsLst>
                <a:lin ang="2700000"/>
              </a:gradFill>
              <a:ln w="0">
                <a:noFill/>
              </a:ln>
              <a:effectLst>
                <a:outerShdw algn="bl" blurRad="185760" rotWithShape="0">
                  <a:schemeClr val="dk1">
                    <a:alpha val="31000"/>
                  </a:schemeClr>
                </a:outerShdw>
              </a:effectLst>
            </p:spPr>
            <p:style>
              <a:lnRef idx="0">
                <a:srgbClr val="000000"/>
              </a:lnRef>
              <a:fillRef idx="0">
                <a:srgbClr val="000000"/>
              </a:fillRef>
              <a:effectRef idx="0">
                <a:srgbClr val="000000"/>
              </a:effectRef>
              <a:fontRef idx="minor">
                <a:srgbClr val="000000"/>
              </a:fontRef>
            </p:style>
            <p:txBody>
              <a:bodyPr anchor="ctr" bIns="59040" tIns="59040">
                <a:noAutofit/>
              </a:bodyPr>
              <a:p>
                <a:pPr algn="ctr"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sz="1800" lang="en-US" strike="noStrike" u="none">
                  <a:solidFill>
                    <a:srgbClr val="000000"/>
                  </a:solidFill>
                  <a:effectLst/>
                  <a:latin typeface="OpenSymbol"/>
                </a:endParaRPr>
              </a:p>
            </p:txBody>
          </p:sp>
          <p:sp>
            <p:nvSpPr>
              <p:cNvPr id="1049275" name="Google Shape;3367;p37"/>
              <p:cNvSpPr/>
              <p:nvPr/>
            </p:nvSpPr>
            <p:spPr>
              <a:xfrm>
                <a:off x="1059120" y="3407040"/>
                <a:ext cx="117360" cy="117720"/>
              </a:xfrm>
              <a:prstGeom prst="rect"/>
              <a:gradFill rotWithShape="0">
                <a:gsLst>
                  <a:gs pos="0">
                    <a:srgbClr val="B6F8F0"/>
                  </a:gs>
                  <a:gs pos="100000">
                    <a:srgbClr val="7DF3E5"/>
                  </a:gs>
                </a:gsLst>
                <a:lin ang="2700000"/>
              </a:gradFill>
              <a:ln w="0">
                <a:noFill/>
              </a:ln>
              <a:effectLst>
                <a:outerShdw algn="bl" blurRad="185760" rotWithShape="0">
                  <a:schemeClr val="dk1">
                    <a:alpha val="31000"/>
                  </a:schemeClr>
                </a:outerShdw>
              </a:effectLst>
            </p:spPr>
            <p:style>
              <a:lnRef idx="0">
                <a:srgbClr val="000000"/>
              </a:lnRef>
              <a:fillRef idx="0">
                <a:srgbClr val="000000"/>
              </a:fillRef>
              <a:effectRef idx="0">
                <a:srgbClr val="000000"/>
              </a:effectRef>
              <a:fontRef idx="minor">
                <a:srgbClr val="000000"/>
              </a:fontRef>
            </p:style>
            <p:txBody>
              <a:bodyPr anchor="ctr" bIns="59040" tIns="59040">
                <a:noAutofit/>
              </a:bodyPr>
              <a:p>
                <a:pPr algn="ctr"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sz="1800" lang="en-US" strike="noStrike" u="none">
                  <a:solidFill>
                    <a:srgbClr val="000000"/>
                  </a:solidFill>
                  <a:effectLst/>
                  <a:latin typeface="OpenSymbol"/>
                </a:endParaRPr>
              </a:p>
            </p:txBody>
          </p:sp>
          <p:sp>
            <p:nvSpPr>
              <p:cNvPr id="1049276" name="Google Shape;3368;p37"/>
              <p:cNvSpPr/>
              <p:nvPr/>
            </p:nvSpPr>
            <p:spPr>
              <a:xfrm>
                <a:off x="1060920" y="3196080"/>
                <a:ext cx="113040" cy="113040"/>
              </a:xfrm>
              <a:prstGeom prst="rect"/>
              <a:gradFill rotWithShape="0">
                <a:gsLst>
                  <a:gs pos="0">
                    <a:srgbClr val="B6F8F0"/>
                  </a:gs>
                  <a:gs pos="100000">
                    <a:srgbClr val="7DF3E5"/>
                  </a:gs>
                </a:gsLst>
                <a:lin ang="2700000"/>
              </a:gradFill>
              <a:ln w="0">
                <a:noFill/>
              </a:ln>
              <a:effectLst>
                <a:outerShdw algn="bl" blurRad="185760" rotWithShape="0">
                  <a:schemeClr val="dk1">
                    <a:alpha val="31000"/>
                  </a:schemeClr>
                </a:outerShdw>
              </a:effectLst>
            </p:spPr>
            <p:style>
              <a:lnRef idx="0">
                <a:srgbClr val="000000"/>
              </a:lnRef>
              <a:fillRef idx="0">
                <a:srgbClr val="000000"/>
              </a:fillRef>
              <a:effectRef idx="0">
                <a:srgbClr val="000000"/>
              </a:effectRef>
              <a:fontRef idx="minor">
                <a:srgbClr val="000000"/>
              </a:fontRef>
            </p:style>
            <p:txBody>
              <a:bodyPr anchor="ctr" bIns="56520" tIns="56520">
                <a:noAutofit/>
              </a:bodyPr>
              <a:p>
                <a:pPr algn="ctr"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sz="1800" lang="en-US" strike="noStrike" u="none">
                  <a:solidFill>
                    <a:srgbClr val="000000"/>
                  </a:solidFill>
                  <a:effectLst/>
                  <a:latin typeface="OpenSymbol"/>
                </a:endParaRPr>
              </a:p>
            </p:txBody>
          </p:sp>
          <p:sp>
            <p:nvSpPr>
              <p:cNvPr id="1049277" name="Google Shape;3369;p37"/>
              <p:cNvSpPr/>
              <p:nvPr/>
            </p:nvSpPr>
            <p:spPr>
              <a:xfrm>
                <a:off x="1063440" y="2985480"/>
                <a:ext cx="108720" cy="108720"/>
              </a:xfrm>
              <a:prstGeom prst="rect"/>
              <a:gradFill rotWithShape="0">
                <a:gsLst>
                  <a:gs pos="0">
                    <a:srgbClr val="B6F8F0"/>
                  </a:gs>
                  <a:gs pos="100000">
                    <a:srgbClr val="7DF3E5"/>
                  </a:gs>
                </a:gsLst>
                <a:lin ang="2700000"/>
              </a:gradFill>
              <a:ln w="0">
                <a:noFill/>
              </a:ln>
              <a:effectLst>
                <a:outerShdw algn="bl" blurRad="185760" rotWithShape="0">
                  <a:schemeClr val="dk1">
                    <a:alpha val="31000"/>
                  </a:schemeClr>
                </a:outerShdw>
              </a:effectLst>
            </p:spPr>
            <p:style>
              <a:lnRef idx="0">
                <a:srgbClr val="000000"/>
              </a:lnRef>
              <a:fillRef idx="0">
                <a:srgbClr val="000000"/>
              </a:fillRef>
              <a:effectRef idx="0">
                <a:srgbClr val="000000"/>
              </a:effectRef>
              <a:fontRef idx="minor">
                <a:srgbClr val="000000"/>
              </a:fontRef>
            </p:style>
            <p:txBody>
              <a:bodyPr anchor="ctr" bIns="54360" tIns="54360">
                <a:noAutofit/>
              </a:bodyPr>
              <a:p>
                <a:pPr algn="ctr"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sz="1800" lang="en-US" strike="noStrike" u="none">
                  <a:solidFill>
                    <a:srgbClr val="000000"/>
                  </a:solidFill>
                  <a:effectLst/>
                  <a:latin typeface="OpenSymbol"/>
                </a:endParaRPr>
              </a:p>
            </p:txBody>
          </p:sp>
          <p:sp>
            <p:nvSpPr>
              <p:cNvPr id="1049278" name="Google Shape;3370;p37"/>
              <p:cNvSpPr/>
              <p:nvPr/>
            </p:nvSpPr>
            <p:spPr>
              <a:xfrm>
                <a:off x="1068120" y="2779200"/>
                <a:ext cx="98640" cy="98640"/>
              </a:xfrm>
              <a:prstGeom prst="rect"/>
              <a:gradFill rotWithShape="0">
                <a:gsLst>
                  <a:gs pos="0">
                    <a:srgbClr val="B6F8F0"/>
                  </a:gs>
                  <a:gs pos="100000">
                    <a:srgbClr val="7DF3E5"/>
                  </a:gs>
                </a:gsLst>
                <a:lin ang="2700000"/>
              </a:gradFill>
              <a:ln w="0">
                <a:noFill/>
              </a:ln>
              <a:effectLst>
                <a:outerShdw algn="bl" blurRad="185760" rotWithShape="0">
                  <a:schemeClr val="dk1">
                    <a:alpha val="31000"/>
                  </a:schemeClr>
                </a:outerShdw>
              </a:effectLst>
            </p:spPr>
            <p:style>
              <a:lnRef idx="0">
                <a:srgbClr val="000000"/>
              </a:lnRef>
              <a:fillRef idx="0">
                <a:srgbClr val="000000"/>
              </a:fillRef>
              <a:effectRef idx="0">
                <a:srgbClr val="000000"/>
              </a:effectRef>
              <a:fontRef idx="minor">
                <a:srgbClr val="000000"/>
              </a:fontRef>
            </p:style>
            <p:txBody>
              <a:bodyPr anchor="ctr" bIns="49320" tIns="49320">
                <a:noAutofit/>
              </a:bodyPr>
              <a:p>
                <a:pPr algn="ctr"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sz="1800" lang="en-US" strike="noStrike" u="none">
                  <a:solidFill>
                    <a:srgbClr val="000000"/>
                  </a:solidFill>
                  <a:effectLst/>
                  <a:latin typeface="OpenSymbol"/>
                </a:endParaRPr>
              </a:p>
            </p:txBody>
          </p:sp>
          <p:sp>
            <p:nvSpPr>
              <p:cNvPr id="1049279" name="Google Shape;3371;p37"/>
              <p:cNvSpPr/>
              <p:nvPr/>
            </p:nvSpPr>
            <p:spPr>
              <a:xfrm>
                <a:off x="1073160" y="2572920"/>
                <a:ext cx="88920" cy="88920"/>
              </a:xfrm>
              <a:prstGeom prst="rect"/>
              <a:gradFill rotWithShape="0">
                <a:gsLst>
                  <a:gs pos="0">
                    <a:srgbClr val="B6F8F0"/>
                  </a:gs>
                  <a:gs pos="100000">
                    <a:srgbClr val="7DF3E5"/>
                  </a:gs>
                </a:gsLst>
                <a:lin ang="2700000"/>
              </a:gradFill>
              <a:ln w="0">
                <a:noFill/>
              </a:ln>
              <a:effectLst>
                <a:outerShdw algn="bl" blurRad="185760" rotWithShape="0">
                  <a:schemeClr val="dk1">
                    <a:alpha val="31000"/>
                  </a:schemeClr>
                </a:outerShdw>
              </a:effectLst>
            </p:spPr>
            <p:style>
              <a:lnRef idx="0">
                <a:srgbClr val="000000"/>
              </a:lnRef>
              <a:fillRef idx="0">
                <a:srgbClr val="000000"/>
              </a:fillRef>
              <a:effectRef idx="0">
                <a:srgbClr val="000000"/>
              </a:effectRef>
              <a:fontRef idx="minor">
                <a:srgbClr val="000000"/>
              </a:fontRef>
            </p:style>
            <p:txBody>
              <a:bodyPr anchor="ctr" bIns="44640" tIns="44640">
                <a:noAutofit/>
              </a:bodyPr>
              <a:p>
                <a:pPr algn="ctr"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sz="1800" lang="en-US" strike="noStrike" u="none">
                  <a:solidFill>
                    <a:srgbClr val="000000"/>
                  </a:solidFill>
                  <a:effectLst/>
                  <a:latin typeface="OpenSymbol"/>
                </a:endParaRPr>
              </a:p>
            </p:txBody>
          </p:sp>
          <p:sp>
            <p:nvSpPr>
              <p:cNvPr id="1049280" name="Google Shape;3372;p37"/>
              <p:cNvSpPr/>
              <p:nvPr/>
            </p:nvSpPr>
            <p:spPr>
              <a:xfrm>
                <a:off x="1073160" y="2367000"/>
                <a:ext cx="88920" cy="88920"/>
              </a:xfrm>
              <a:prstGeom prst="rect"/>
              <a:gradFill rotWithShape="0">
                <a:gsLst>
                  <a:gs pos="0">
                    <a:srgbClr val="B6F8F0"/>
                  </a:gs>
                  <a:gs pos="100000">
                    <a:srgbClr val="7DF3E5"/>
                  </a:gs>
                </a:gsLst>
                <a:lin ang="2700000"/>
              </a:gradFill>
              <a:ln w="0">
                <a:noFill/>
              </a:ln>
              <a:effectLst>
                <a:outerShdw algn="bl" blurRad="185760" rotWithShape="0">
                  <a:schemeClr val="dk1">
                    <a:alpha val="31000"/>
                  </a:schemeClr>
                </a:outerShdw>
              </a:effectLst>
            </p:spPr>
            <p:style>
              <a:lnRef idx="0">
                <a:srgbClr val="000000"/>
              </a:lnRef>
              <a:fillRef idx="0">
                <a:srgbClr val="000000"/>
              </a:fillRef>
              <a:effectRef idx="0">
                <a:srgbClr val="000000"/>
              </a:effectRef>
              <a:fontRef idx="minor">
                <a:srgbClr val="000000"/>
              </a:fontRef>
            </p:style>
            <p:txBody>
              <a:bodyPr anchor="ctr" bIns="44640" tIns="44640">
                <a:noAutofit/>
              </a:bodyPr>
              <a:p>
                <a:pPr algn="ctr"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sz="1800" lang="en-US" strike="noStrike" u="none">
                  <a:solidFill>
                    <a:srgbClr val="000000"/>
                  </a:solidFill>
                  <a:effectLst/>
                  <a:latin typeface="OpenSymbol"/>
                </a:endParaRPr>
              </a:p>
            </p:txBody>
          </p:sp>
          <p:sp>
            <p:nvSpPr>
              <p:cNvPr id="1049281" name="Google Shape;3373;p37"/>
              <p:cNvSpPr/>
              <p:nvPr/>
            </p:nvSpPr>
            <p:spPr>
              <a:xfrm>
                <a:off x="1078200" y="2149560"/>
                <a:ext cx="79200" cy="79200"/>
              </a:xfrm>
              <a:prstGeom prst="rect"/>
              <a:gradFill rotWithShape="0">
                <a:gsLst>
                  <a:gs pos="0">
                    <a:srgbClr val="B6F8F0"/>
                  </a:gs>
                  <a:gs pos="100000">
                    <a:srgbClr val="7DF3E5"/>
                  </a:gs>
                </a:gsLst>
                <a:lin ang="2700000"/>
              </a:gradFill>
              <a:ln w="0">
                <a:noFill/>
              </a:ln>
              <a:effectLst>
                <a:outerShdw algn="bl" blurRad="185760" rotWithShape="0">
                  <a:schemeClr val="dk1">
                    <a:alpha val="31000"/>
                  </a:schemeClr>
                </a:outerShdw>
              </a:effectLst>
            </p:spPr>
            <p:style>
              <a:lnRef idx="0">
                <a:srgbClr val="000000"/>
              </a:lnRef>
              <a:fillRef idx="0">
                <a:srgbClr val="000000"/>
              </a:fillRef>
              <a:effectRef idx="0">
                <a:srgbClr val="000000"/>
              </a:effectRef>
              <a:fontRef idx="minor">
                <a:srgbClr val="000000"/>
              </a:fontRef>
            </p:style>
            <p:txBody>
              <a:bodyPr anchor="ctr" bIns="39600" tIns="39600">
                <a:noAutofit/>
              </a:bodyPr>
              <a:p>
                <a:pPr algn="ctr"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sz="1800" lang="en-US" strike="noStrike" u="none">
                  <a:solidFill>
                    <a:srgbClr val="000000"/>
                  </a:solidFill>
                  <a:effectLst/>
                  <a:latin typeface="OpenSymbol"/>
                </a:endParaRPr>
              </a:p>
            </p:txBody>
          </p:sp>
        </p:grpSp>
        <p:grpSp>
          <p:nvGrpSpPr>
            <p:cNvPr id="151" name="Google Shape;3374;p37"/>
            <p:cNvGrpSpPr/>
            <p:nvPr/>
          </p:nvGrpSpPr>
          <p:grpSpPr>
            <a:xfrm>
              <a:off x="1046160" y="2149560"/>
              <a:ext cx="142920" cy="2454120"/>
              <a:chOff x="1046160" y="2149560"/>
              <a:chExt cx="142920" cy="2454120"/>
            </a:xfrm>
          </p:grpSpPr>
          <p:sp>
            <p:nvSpPr>
              <p:cNvPr id="1049282" name="Google Shape;3375;p37"/>
              <p:cNvSpPr/>
              <p:nvPr/>
            </p:nvSpPr>
            <p:spPr>
              <a:xfrm>
                <a:off x="1046160" y="4460760"/>
                <a:ext cx="142920" cy="142920"/>
              </a:xfrm>
              <a:prstGeom prst="rect"/>
              <a:noFill/>
              <a:ln w="0">
                <a:noFill/>
              </a:ln>
            </p:spPr>
            <p:style>
              <a:lnRef idx="0">
                <a:srgbClr val="000000"/>
              </a:lnRef>
              <a:fillRef idx="0">
                <a:srgbClr val="000000"/>
              </a:fillRef>
              <a:effectRef idx="0">
                <a:srgbClr val="000000"/>
              </a:effectRef>
              <a:fontRef idx="minor">
                <a:srgbClr val="000000"/>
              </a:fontRef>
            </p:style>
            <p:txBody>
              <a:bodyPr anchor="ctr" bIns="71640" tIns="71640">
                <a:noAutofit/>
              </a:bodyPr>
              <a:p>
                <a:pPr algn="ctr"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sz="1800" lang="en-US" strike="noStrike" u="none">
                  <a:solidFill>
                    <a:srgbClr val="FFFFFF"/>
                  </a:solidFill>
                  <a:effectLst/>
                  <a:latin typeface="OpenSymbol"/>
                </a:endParaRPr>
              </a:p>
            </p:txBody>
          </p:sp>
          <p:sp>
            <p:nvSpPr>
              <p:cNvPr id="1049283" name="Google Shape;3376;p37"/>
              <p:cNvSpPr/>
              <p:nvPr/>
            </p:nvSpPr>
            <p:spPr>
              <a:xfrm>
                <a:off x="1054800" y="4249800"/>
                <a:ext cx="126000" cy="126360"/>
              </a:xfrm>
              <a:prstGeom prst="rect"/>
              <a:solidFill>
                <a:srgbClr val="009F8C">
                  <a:alpha val="5000"/>
                </a:srgbClr>
              </a:solidFill>
              <a:ln w="0">
                <a:noFill/>
              </a:ln>
            </p:spPr>
            <p:style>
              <a:lnRef idx="0">
                <a:srgbClr val="000000"/>
              </a:lnRef>
              <a:fillRef idx="0">
                <a:srgbClr val="000000"/>
              </a:fillRef>
              <a:effectRef idx="0">
                <a:srgbClr val="000000"/>
              </a:effectRef>
              <a:fontRef idx="minor">
                <a:srgbClr val="000000"/>
              </a:fontRef>
            </p:style>
            <p:txBody>
              <a:bodyPr anchor="ctr" bIns="63360" tIns="63360">
                <a:noAutofit/>
              </a:bodyPr>
              <a:p>
                <a:pPr algn="ctr"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sz="1800" lang="en-US" strike="noStrike" u="none">
                  <a:solidFill>
                    <a:srgbClr val="FFFFFF"/>
                  </a:solidFill>
                  <a:effectLst/>
                  <a:latin typeface="OpenSymbol"/>
                </a:endParaRPr>
              </a:p>
            </p:txBody>
          </p:sp>
          <p:sp>
            <p:nvSpPr>
              <p:cNvPr id="1049284" name="Google Shape;3377;p37"/>
              <p:cNvSpPr/>
              <p:nvPr/>
            </p:nvSpPr>
            <p:spPr>
              <a:xfrm>
                <a:off x="1054800" y="4039200"/>
                <a:ext cx="126000" cy="126360"/>
              </a:xfrm>
              <a:prstGeom prst="rect"/>
              <a:solidFill>
                <a:srgbClr val="009F8C">
                  <a:alpha val="10000"/>
                </a:srgbClr>
              </a:solidFill>
              <a:ln w="0">
                <a:noFill/>
              </a:ln>
            </p:spPr>
            <p:style>
              <a:lnRef idx="0">
                <a:srgbClr val="000000"/>
              </a:lnRef>
              <a:fillRef idx="0">
                <a:srgbClr val="000000"/>
              </a:fillRef>
              <a:effectRef idx="0">
                <a:srgbClr val="000000"/>
              </a:effectRef>
              <a:fontRef idx="minor">
                <a:srgbClr val="000000"/>
              </a:fontRef>
            </p:style>
            <p:txBody>
              <a:bodyPr anchor="ctr" bIns="63360" tIns="63360">
                <a:noAutofit/>
              </a:bodyPr>
              <a:p>
                <a:pPr algn="ctr"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sz="1800" lang="en-US" strike="noStrike" u="none">
                  <a:solidFill>
                    <a:srgbClr val="FFFFFF"/>
                  </a:solidFill>
                  <a:effectLst/>
                  <a:latin typeface="OpenSymbol"/>
                </a:endParaRPr>
              </a:p>
            </p:txBody>
          </p:sp>
          <p:sp>
            <p:nvSpPr>
              <p:cNvPr id="1049285" name="Google Shape;3378;p37"/>
              <p:cNvSpPr/>
              <p:nvPr/>
            </p:nvSpPr>
            <p:spPr>
              <a:xfrm>
                <a:off x="1054800" y="3828600"/>
                <a:ext cx="126000" cy="126360"/>
              </a:xfrm>
              <a:prstGeom prst="rect"/>
              <a:solidFill>
                <a:srgbClr val="009F8C">
                  <a:alpha val="20000"/>
                </a:srgbClr>
              </a:solidFill>
              <a:ln w="0">
                <a:noFill/>
              </a:ln>
            </p:spPr>
            <p:style>
              <a:lnRef idx="0">
                <a:srgbClr val="000000"/>
              </a:lnRef>
              <a:fillRef idx="0">
                <a:srgbClr val="000000"/>
              </a:fillRef>
              <a:effectRef idx="0">
                <a:srgbClr val="000000"/>
              </a:effectRef>
              <a:fontRef idx="minor">
                <a:srgbClr val="000000"/>
              </a:fontRef>
            </p:style>
            <p:txBody>
              <a:bodyPr anchor="ctr" bIns="63360" tIns="63360">
                <a:noAutofit/>
              </a:bodyPr>
              <a:p>
                <a:pPr algn="ctr"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sz="1800" lang="en-US" strike="noStrike" u="none">
                  <a:solidFill>
                    <a:srgbClr val="FFFFFF"/>
                  </a:solidFill>
                  <a:effectLst/>
                  <a:latin typeface="OpenSymbol"/>
                </a:endParaRPr>
              </a:p>
            </p:txBody>
          </p:sp>
          <p:sp>
            <p:nvSpPr>
              <p:cNvPr id="1049286" name="Google Shape;3379;p37"/>
              <p:cNvSpPr/>
              <p:nvPr/>
            </p:nvSpPr>
            <p:spPr>
              <a:xfrm>
                <a:off x="1059120" y="3617640"/>
                <a:ext cx="117360" cy="117720"/>
              </a:xfrm>
              <a:prstGeom prst="rect"/>
              <a:solidFill>
                <a:srgbClr val="009F8C">
                  <a:alpha val="30000"/>
                </a:srgbClr>
              </a:solidFill>
              <a:ln w="0">
                <a:noFill/>
              </a:ln>
            </p:spPr>
            <p:style>
              <a:lnRef idx="0">
                <a:srgbClr val="000000"/>
              </a:lnRef>
              <a:fillRef idx="0">
                <a:srgbClr val="000000"/>
              </a:fillRef>
              <a:effectRef idx="0">
                <a:srgbClr val="000000"/>
              </a:effectRef>
              <a:fontRef idx="minor">
                <a:srgbClr val="000000"/>
              </a:fontRef>
            </p:style>
            <p:txBody>
              <a:bodyPr anchor="ctr" bIns="59040" tIns="59040">
                <a:noAutofit/>
              </a:bodyPr>
              <a:p>
                <a:pPr algn="ctr"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sz="1800" lang="en-US" strike="noStrike" u="none">
                  <a:solidFill>
                    <a:srgbClr val="FFFFFF"/>
                  </a:solidFill>
                  <a:effectLst/>
                  <a:latin typeface="OpenSymbol"/>
                </a:endParaRPr>
              </a:p>
            </p:txBody>
          </p:sp>
          <p:sp>
            <p:nvSpPr>
              <p:cNvPr id="1049287" name="Google Shape;3380;p37"/>
              <p:cNvSpPr/>
              <p:nvPr/>
            </p:nvSpPr>
            <p:spPr>
              <a:xfrm>
                <a:off x="1059120" y="3407040"/>
                <a:ext cx="117360" cy="117720"/>
              </a:xfrm>
              <a:prstGeom prst="rect"/>
              <a:solidFill>
                <a:srgbClr val="009F8C">
                  <a:alpha val="40000"/>
                </a:srgbClr>
              </a:solidFill>
              <a:ln w="0">
                <a:noFill/>
              </a:ln>
            </p:spPr>
            <p:style>
              <a:lnRef idx="0">
                <a:srgbClr val="000000"/>
              </a:lnRef>
              <a:fillRef idx="0">
                <a:srgbClr val="000000"/>
              </a:fillRef>
              <a:effectRef idx="0">
                <a:srgbClr val="000000"/>
              </a:effectRef>
              <a:fontRef idx="minor">
                <a:srgbClr val="000000"/>
              </a:fontRef>
            </p:style>
            <p:txBody>
              <a:bodyPr anchor="ctr" bIns="59040" tIns="59040">
                <a:noAutofit/>
              </a:bodyPr>
              <a:p>
                <a:pPr algn="ctr"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sz="1800" lang="en-US" strike="noStrike" u="none">
                  <a:solidFill>
                    <a:srgbClr val="FFFFFF"/>
                  </a:solidFill>
                  <a:effectLst/>
                  <a:latin typeface="OpenSymbol"/>
                </a:endParaRPr>
              </a:p>
            </p:txBody>
          </p:sp>
          <p:sp>
            <p:nvSpPr>
              <p:cNvPr id="1049288" name="Google Shape;3381;p37"/>
              <p:cNvSpPr/>
              <p:nvPr/>
            </p:nvSpPr>
            <p:spPr>
              <a:xfrm>
                <a:off x="1060920" y="3196080"/>
                <a:ext cx="113040" cy="113040"/>
              </a:xfrm>
              <a:prstGeom prst="rect"/>
              <a:solidFill>
                <a:srgbClr val="009F8C">
                  <a:alpha val="50000"/>
                </a:srgbClr>
              </a:solidFill>
              <a:ln w="0">
                <a:noFill/>
              </a:ln>
            </p:spPr>
            <p:style>
              <a:lnRef idx="0">
                <a:srgbClr val="000000"/>
              </a:lnRef>
              <a:fillRef idx="0">
                <a:srgbClr val="000000"/>
              </a:fillRef>
              <a:effectRef idx="0">
                <a:srgbClr val="000000"/>
              </a:effectRef>
              <a:fontRef idx="minor">
                <a:srgbClr val="000000"/>
              </a:fontRef>
            </p:style>
            <p:txBody>
              <a:bodyPr anchor="ctr" bIns="56520" tIns="56520">
                <a:noAutofit/>
              </a:bodyPr>
              <a:p>
                <a:pPr algn="ctr"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sz="1800" lang="en-US" strike="noStrike" u="none">
                  <a:solidFill>
                    <a:srgbClr val="FFFFFF"/>
                  </a:solidFill>
                  <a:effectLst/>
                  <a:latin typeface="OpenSymbol"/>
                </a:endParaRPr>
              </a:p>
            </p:txBody>
          </p:sp>
          <p:sp>
            <p:nvSpPr>
              <p:cNvPr id="1049289" name="Google Shape;3382;p37"/>
              <p:cNvSpPr/>
              <p:nvPr/>
            </p:nvSpPr>
            <p:spPr>
              <a:xfrm>
                <a:off x="1063440" y="2985480"/>
                <a:ext cx="108720" cy="108720"/>
              </a:xfrm>
              <a:prstGeom prst="rect"/>
              <a:solidFill>
                <a:srgbClr val="009F8C">
                  <a:alpha val="55000"/>
                </a:srgbClr>
              </a:solidFill>
              <a:ln w="0">
                <a:noFill/>
              </a:ln>
            </p:spPr>
            <p:style>
              <a:lnRef idx="0">
                <a:srgbClr val="000000"/>
              </a:lnRef>
              <a:fillRef idx="0">
                <a:srgbClr val="000000"/>
              </a:fillRef>
              <a:effectRef idx="0">
                <a:srgbClr val="000000"/>
              </a:effectRef>
              <a:fontRef idx="minor">
                <a:srgbClr val="000000"/>
              </a:fontRef>
            </p:style>
            <p:txBody>
              <a:bodyPr anchor="ctr" bIns="54360" tIns="54360">
                <a:noAutofit/>
              </a:bodyPr>
              <a:p>
                <a:pPr algn="ctr"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sz="1800" lang="en-US" strike="noStrike" u="none">
                  <a:solidFill>
                    <a:srgbClr val="FFFFFF"/>
                  </a:solidFill>
                  <a:effectLst/>
                  <a:latin typeface="OpenSymbol"/>
                </a:endParaRPr>
              </a:p>
            </p:txBody>
          </p:sp>
          <p:sp>
            <p:nvSpPr>
              <p:cNvPr id="1049290" name="Google Shape;3383;p37"/>
              <p:cNvSpPr/>
              <p:nvPr/>
            </p:nvSpPr>
            <p:spPr>
              <a:xfrm>
                <a:off x="1068120" y="2779200"/>
                <a:ext cx="98640" cy="98640"/>
              </a:xfrm>
              <a:prstGeom prst="rect"/>
              <a:solidFill>
                <a:srgbClr val="009F8C">
                  <a:alpha val="60000"/>
                </a:srgbClr>
              </a:solidFill>
              <a:ln w="0">
                <a:noFill/>
              </a:ln>
            </p:spPr>
            <p:style>
              <a:lnRef idx="0">
                <a:srgbClr val="000000"/>
              </a:lnRef>
              <a:fillRef idx="0">
                <a:srgbClr val="000000"/>
              </a:fillRef>
              <a:effectRef idx="0">
                <a:srgbClr val="000000"/>
              </a:effectRef>
              <a:fontRef idx="minor">
                <a:srgbClr val="000000"/>
              </a:fontRef>
            </p:style>
            <p:txBody>
              <a:bodyPr anchor="ctr" bIns="49320" tIns="49320">
                <a:noAutofit/>
              </a:bodyPr>
              <a:p>
                <a:pPr algn="ctr"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sz="1800" lang="en-US" strike="noStrike" u="none">
                  <a:solidFill>
                    <a:srgbClr val="FFFFFF"/>
                  </a:solidFill>
                  <a:effectLst/>
                  <a:latin typeface="OpenSymbol"/>
                </a:endParaRPr>
              </a:p>
            </p:txBody>
          </p:sp>
          <p:sp>
            <p:nvSpPr>
              <p:cNvPr id="1049291" name="Google Shape;3384;p37"/>
              <p:cNvSpPr/>
              <p:nvPr/>
            </p:nvSpPr>
            <p:spPr>
              <a:xfrm>
                <a:off x="1073160" y="2572920"/>
                <a:ext cx="88920" cy="88920"/>
              </a:xfrm>
              <a:prstGeom prst="rect"/>
              <a:solidFill>
                <a:srgbClr val="009F8C">
                  <a:alpha val="65000"/>
                </a:srgbClr>
              </a:solidFill>
              <a:ln w="0">
                <a:noFill/>
              </a:ln>
            </p:spPr>
            <p:style>
              <a:lnRef idx="0">
                <a:srgbClr val="000000"/>
              </a:lnRef>
              <a:fillRef idx="0">
                <a:srgbClr val="000000"/>
              </a:fillRef>
              <a:effectRef idx="0">
                <a:srgbClr val="000000"/>
              </a:effectRef>
              <a:fontRef idx="minor">
                <a:srgbClr val="000000"/>
              </a:fontRef>
            </p:style>
            <p:txBody>
              <a:bodyPr anchor="ctr" bIns="44640" tIns="44640">
                <a:noAutofit/>
              </a:bodyPr>
              <a:p>
                <a:pPr algn="ctr"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sz="1800" lang="en-US" strike="noStrike" u="none">
                  <a:solidFill>
                    <a:srgbClr val="FFFFFF"/>
                  </a:solidFill>
                  <a:effectLst/>
                  <a:latin typeface="OpenSymbol"/>
                </a:endParaRPr>
              </a:p>
            </p:txBody>
          </p:sp>
          <p:sp>
            <p:nvSpPr>
              <p:cNvPr id="1049292" name="Google Shape;3385;p37"/>
              <p:cNvSpPr/>
              <p:nvPr/>
            </p:nvSpPr>
            <p:spPr>
              <a:xfrm>
                <a:off x="1073160" y="2367000"/>
                <a:ext cx="88920" cy="88920"/>
              </a:xfrm>
              <a:prstGeom prst="rect"/>
              <a:solidFill>
                <a:srgbClr val="009F8C">
                  <a:alpha val="70000"/>
                </a:srgbClr>
              </a:solidFill>
              <a:ln w="0">
                <a:noFill/>
              </a:ln>
            </p:spPr>
            <p:style>
              <a:lnRef idx="0">
                <a:srgbClr val="000000"/>
              </a:lnRef>
              <a:fillRef idx="0">
                <a:srgbClr val="000000"/>
              </a:fillRef>
              <a:effectRef idx="0">
                <a:srgbClr val="000000"/>
              </a:effectRef>
              <a:fontRef idx="minor">
                <a:srgbClr val="000000"/>
              </a:fontRef>
            </p:style>
            <p:txBody>
              <a:bodyPr anchor="ctr" bIns="44640" tIns="44640">
                <a:noAutofit/>
              </a:bodyPr>
              <a:p>
                <a:pPr algn="ctr"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sz="1800" lang="en-US" strike="noStrike" u="none">
                  <a:solidFill>
                    <a:srgbClr val="FFFFFF"/>
                  </a:solidFill>
                  <a:effectLst/>
                  <a:latin typeface="OpenSymbol"/>
                </a:endParaRPr>
              </a:p>
            </p:txBody>
          </p:sp>
          <p:sp>
            <p:nvSpPr>
              <p:cNvPr id="1049293" name="Google Shape;3386;p37"/>
              <p:cNvSpPr/>
              <p:nvPr/>
            </p:nvSpPr>
            <p:spPr>
              <a:xfrm>
                <a:off x="1078200" y="2149560"/>
                <a:ext cx="79200" cy="79200"/>
              </a:xfrm>
              <a:prstGeom prst="rect"/>
              <a:solidFill>
                <a:srgbClr val="009F8C">
                  <a:alpha val="80000"/>
                </a:srgbClr>
              </a:solidFill>
              <a:ln w="0">
                <a:noFill/>
              </a:ln>
            </p:spPr>
            <p:style>
              <a:lnRef idx="0">
                <a:srgbClr val="000000"/>
              </a:lnRef>
              <a:fillRef idx="0">
                <a:srgbClr val="000000"/>
              </a:fillRef>
              <a:effectRef idx="0">
                <a:srgbClr val="000000"/>
              </a:effectRef>
              <a:fontRef idx="minor">
                <a:srgbClr val="000000"/>
              </a:fontRef>
            </p:style>
            <p:txBody>
              <a:bodyPr anchor="ctr" bIns="39600" tIns="39600">
                <a:noAutofit/>
              </a:bodyPr>
              <a:p>
                <a:pPr algn="ctr"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sz="1800" lang="en-US" strike="noStrike" u="none">
                  <a:solidFill>
                    <a:srgbClr val="FFFFFF"/>
                  </a:solidFill>
                  <a:effectLst/>
                  <a:latin typeface="OpenSymbol"/>
                </a:endParaRPr>
              </a:p>
            </p:txBody>
          </p:sp>
        </p:grpSp>
      </p:grpSp>
      <p:pic>
        <p:nvPicPr>
          <p:cNvPr id="2097154" name=""/>
          <p:cNvPicPr>
            <a:picLocks/>
          </p:cNvPicPr>
          <p:nvPr/>
        </p:nvPicPr>
        <p:blipFill>
          <a:blip xmlns:r="http://schemas.openxmlformats.org/officeDocument/2006/relationships" r:embed="rId1"/>
          <a:stretch>
            <a:fillRect/>
          </a:stretch>
        </p:blipFill>
        <p:spPr>
          <a:xfrm rot="0">
            <a:off x="963808" y="0"/>
            <a:ext cx="7216383" cy="5143500"/>
          </a:xfrm>
          <a:prstGeom prst="rect"/>
        </p:spPr>
      </p:pic>
    </p:spTree>
  </p:cSld>
  <p:clrMapOvr>
    <a:masterClrMapping/>
  </p:clrMapOvr>
  <p:transition spd="slow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5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294" name="PlaceHolder 1"/>
          <p:cNvSpPr>
            <a:spLocks noGrp="1"/>
          </p:cNvSpPr>
          <p:nvPr>
            <p:ph type="title"/>
          </p:nvPr>
        </p:nvSpPr>
        <p:spPr>
          <a:xfrm>
            <a:off x="2133720" y="469179"/>
            <a:ext cx="4876560" cy="645762"/>
          </a:xfrm>
          <a:prstGeom prst="rect"/>
          <a:noFill/>
          <a:ln w="0">
            <a:noFill/>
          </a:ln>
        </p:spPr>
        <p:txBody>
          <a:bodyPr anchor="b" bIns="91440" lIns="91440" rIns="91440" tIns="91440">
            <a:noAutofit/>
          </a:bodyPr>
          <a:p>
            <a:pPr algn="ctr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sz="2800" lang="en-US" strike="noStrike" u="none">
                <a:solidFill>
                  <a:schemeClr val="dk1"/>
                </a:solidFill>
                <a:effectLst/>
                <a:latin typeface="Outfit"/>
                <a:ea typeface="Outfit"/>
              </a:rPr>
              <a:t>Explanation of the Program</a:t>
            </a:r>
            <a:endParaRPr b="0" sz="2800" lang="fr-FR" strike="noStrike" u="none">
              <a:solidFill>
                <a:schemeClr val="dk1"/>
              </a:solidFill>
              <a:effectLst/>
              <a:latin typeface="Arial"/>
            </a:endParaRPr>
          </a:p>
        </p:txBody>
      </p:sp>
      <p:sp>
        <p:nvSpPr>
          <p:cNvPr id="1049295" name="PlaceHolder 2"/>
          <p:cNvSpPr>
            <a:spLocks noGrp="1"/>
          </p:cNvSpPr>
          <p:nvPr>
            <p:ph type="subTitle"/>
          </p:nvPr>
        </p:nvSpPr>
        <p:spPr>
          <a:xfrm>
            <a:off x="1429227" y="1240843"/>
            <a:ext cx="6013809" cy="3783684"/>
          </a:xfrm>
          <a:prstGeom prst="rect"/>
          <a:noFill/>
          <a:ln w="9360">
            <a:noFill/>
            <a:prstDash val="solid"/>
            <a:round/>
          </a:ln>
        </p:spPr>
        <p:txBody>
          <a:bodyPr anchor="ctr" bIns="91440" lIns="91440" rIns="91440" tIns="91440">
            <a:normAutofit/>
          </a:bodyPr>
          <a:p>
            <a:pPr algn="l" indent="0">
              <a:lnSpc>
                <a:spcPct val="150000"/>
              </a:lnSpc>
              <a:buNone/>
              <a:tabLst>
                <a:tab algn="l" pos="0"/>
              </a:tabLst>
            </a:pPr>
            <a:r>
              <a:rPr altLang="en-US" b="0" sz="2000" lang="en-US" strike="noStrike" u="none">
                <a:solidFill>
                  <a:srgbClr val="FFFFFF"/>
                </a:solidFill>
                <a:effectLst/>
                <a:latin typeface="OpenSymbol"/>
              </a:rPr>
              <a:t>◆</a:t>
            </a:r>
            <a:r>
              <a:rPr altLang="en-IN" b="0" sz="2000" lang="en-US" strike="noStrike" u="none">
                <a:solidFill>
                  <a:srgbClr val="FFFFFF"/>
                </a:solidFill>
                <a:effectLst/>
                <a:latin typeface="OpenSymbol"/>
              </a:rPr>
              <a:t> </a:t>
            </a:r>
            <a:r>
              <a:rPr b="0" sz="2000" lang="en-US" strike="noStrike" u="none">
                <a:solidFill>
                  <a:srgbClr val="FFFFFF"/>
                </a:solidFill>
                <a:effectLst/>
                <a:latin typeface="OpenSymbol"/>
              </a:rPr>
              <a:t>Reads</a:t>
            </a:r>
            <a:r>
              <a:rPr b="0" sz="2000" lang="en-US" strike="noStrike" u="none">
                <a:solidFill>
                  <a:srgbClr val="FFFFFF"/>
                </a:solidFill>
                <a:effectLst/>
                <a:latin typeface="OpenSymbol"/>
              </a:rPr>
              <a:t> a code snippet as input
</a:t>
            </a:r>
            <a:r>
              <a:rPr altLang="en-US" b="0" sz="2000" lang="en-US" strike="noStrike" u="none">
                <a:solidFill>
                  <a:srgbClr val="FFFFFF"/>
                </a:solidFill>
                <a:effectLst/>
                <a:latin typeface="OpenSymbol"/>
              </a:rPr>
              <a:t>◆</a:t>
            </a:r>
            <a:r>
              <a:rPr altLang="en-IN" b="0" sz="2000" lang="en-US" strike="noStrike" u="none">
                <a:solidFill>
                  <a:srgbClr val="FFFFFF"/>
                </a:solidFill>
                <a:effectLst/>
                <a:latin typeface="OpenSymbol"/>
              </a:rPr>
              <a:t> </a:t>
            </a:r>
            <a:r>
              <a:rPr b="0" sz="2000" lang="en-US" strike="noStrike" u="none">
                <a:solidFill>
                  <a:srgbClr val="FFFFFF"/>
                </a:solidFill>
                <a:effectLst/>
                <a:latin typeface="OpenSymbol"/>
              </a:rPr>
              <a:t>Uses</a:t>
            </a:r>
            <a:r>
              <a:rPr b="0" sz="2000" lang="en-US" strike="noStrike" u="none">
                <a:solidFill>
                  <a:srgbClr val="FFFFFF"/>
                </a:solidFill>
                <a:effectLst/>
                <a:latin typeface="OpenSymbol"/>
              </a:rPr>
              <a:t> string stream to extract words
</a:t>
            </a:r>
            <a:r>
              <a:rPr altLang="en-US" b="0" sz="2000" lang="en-US" strike="noStrike" u="none">
                <a:solidFill>
                  <a:srgbClr val="FFFFFF"/>
                </a:solidFill>
                <a:effectLst/>
                <a:latin typeface="OpenSymbol"/>
              </a:rPr>
              <a:t>◆</a:t>
            </a:r>
            <a:r>
              <a:rPr altLang="en-IN" b="0" sz="2000" lang="en-US" strike="noStrike" u="none">
                <a:solidFill>
                  <a:srgbClr val="FFFFFF"/>
                </a:solidFill>
                <a:effectLst/>
                <a:latin typeface="OpenSymbol"/>
              </a:rPr>
              <a:t> </a:t>
            </a:r>
            <a:r>
              <a:rPr b="0" sz="2000" lang="en-US" strike="noStrike" u="none">
                <a:solidFill>
                  <a:srgbClr val="FFFFFF"/>
                </a:solidFill>
                <a:effectLst/>
                <a:latin typeface="OpenSymbol"/>
              </a:rPr>
              <a:t>Filters</a:t>
            </a:r>
            <a:r>
              <a:rPr b="0" sz="2000" lang="en-US" strike="noStrike" u="none">
                <a:solidFill>
                  <a:srgbClr val="FFFFFF"/>
                </a:solidFill>
                <a:effectLst/>
                <a:latin typeface="OpenSymbol"/>
              </a:rPr>
              <a:t> out:
</a:t>
            </a:r>
            <a:r>
              <a:rPr b="0" sz="2000" lang="en-US" strike="noStrike" u="none">
                <a:solidFill>
                  <a:srgbClr val="FFFFFF"/>
                </a:solidFill>
                <a:effectLst/>
                <a:latin typeface="OpenSymbol"/>
              </a:rPr>
              <a:t> </a:t>
            </a:r>
            <a:r>
              <a:rPr b="0" sz="2000" lang="en-US" strike="noStrike" u="none">
                <a:solidFill>
                  <a:srgbClr val="FFFFFF"/>
                </a:solidFill>
                <a:effectLst/>
                <a:latin typeface="OpenSymbol"/>
              </a:rPr>
              <a:t> </a:t>
            </a:r>
            <a:r>
              <a:rPr b="0" sz="2000" lang="en-US" strike="noStrike" u="none">
                <a:solidFill>
                  <a:srgbClr val="FFFFFF"/>
                </a:solidFill>
                <a:effectLst/>
                <a:latin typeface="OpenSymbol"/>
              </a:rPr>
              <a:t> </a:t>
            </a:r>
            <a:r>
              <a:rPr b="0" sz="2000" lang="en-US" strike="noStrike" u="none">
                <a:solidFill>
                  <a:srgbClr val="FFFFFF"/>
                </a:solidFill>
                <a:effectLst/>
                <a:latin typeface="OpenSymbol"/>
              </a:rPr>
              <a:t> </a:t>
            </a:r>
            <a:r>
              <a:rPr b="0" sz="2000" lang="en-US" strike="noStrike" u="none">
                <a:solidFill>
                  <a:srgbClr val="FFFFFF"/>
                </a:solidFill>
                <a:effectLst/>
                <a:latin typeface="OpenSymbol"/>
              </a:rPr>
              <a:t> </a:t>
            </a:r>
            <a:r>
              <a:rPr b="0" sz="2000" lang="en-US" strike="noStrike" u="none">
                <a:solidFill>
                  <a:srgbClr val="FFFFFF"/>
                </a:solidFill>
                <a:effectLst/>
                <a:latin typeface="OpenSymbol"/>
              </a:rPr>
              <a:t> </a:t>
            </a:r>
            <a:r>
              <a:rPr b="0" sz="2000" lang="en-US" strike="noStrike" u="none">
                <a:solidFill>
                  <a:srgbClr val="FFFFFF"/>
                </a:solidFill>
                <a:effectLst/>
                <a:latin typeface="OpenSymbol"/>
              </a:rPr>
              <a:t> </a:t>
            </a:r>
            <a:r>
              <a:rPr b="0" sz="2000" lang="en-US" strike="noStrike" u="none">
                <a:solidFill>
                  <a:srgbClr val="FFFFFF"/>
                </a:solidFill>
                <a:effectLst/>
                <a:latin typeface="OpenSymbol"/>
              </a:rPr>
              <a:t> </a:t>
            </a:r>
            <a:r>
              <a:rPr altLang="en-US" b="0" sz="2000" lang="en-US" strike="noStrike" u="none">
                <a:solidFill>
                  <a:srgbClr val="FFFFFF"/>
                </a:solidFill>
                <a:effectLst/>
                <a:latin typeface="OpenSymbol"/>
              </a:rPr>
              <a:t>✅</a:t>
            </a:r>
            <a:r>
              <a:rPr b="0" sz="2000" lang="en-US" strike="noStrike" u="none">
                <a:solidFill>
                  <a:srgbClr val="FFFFFF"/>
                </a:solidFill>
                <a:effectLst/>
                <a:latin typeface="OpenSymbol"/>
              </a:rPr>
              <a:t> </a:t>
            </a:r>
            <a:r>
              <a:rPr b="0" sz="2000" lang="en-US" strike="noStrike" u="none">
                <a:solidFill>
                  <a:srgbClr val="FFFFFF"/>
                </a:solidFill>
                <a:effectLst/>
                <a:latin typeface="OpenSymbol"/>
              </a:rPr>
              <a:t> </a:t>
            </a:r>
            <a:r>
              <a:rPr b="0" sz="2000" lang="en-US" strike="noStrike" u="none">
                <a:solidFill>
                  <a:srgbClr val="FFFFFF"/>
                </a:solidFill>
                <a:effectLst/>
                <a:latin typeface="OpenSymbol"/>
              </a:rPr>
              <a:t>Keywords
</a:t>
            </a:r>
            <a:r>
              <a:rPr b="0" sz="2000" lang="en-US" strike="noStrike" u="none">
                <a:solidFill>
                  <a:srgbClr val="FFFFFF"/>
                </a:solidFill>
                <a:effectLst/>
                <a:latin typeface="OpenSymbol"/>
              </a:rPr>
              <a:t> </a:t>
            </a:r>
            <a:r>
              <a:rPr b="0" sz="2000" lang="en-US" strike="noStrike" u="none">
                <a:solidFill>
                  <a:srgbClr val="FFFFFF"/>
                </a:solidFill>
                <a:effectLst/>
                <a:latin typeface="OpenSymbol"/>
              </a:rPr>
              <a:t> </a:t>
            </a:r>
            <a:r>
              <a:rPr b="0" sz="2000" lang="en-US" strike="noStrike" u="none">
                <a:solidFill>
                  <a:srgbClr val="FFFFFF"/>
                </a:solidFill>
                <a:effectLst/>
                <a:latin typeface="OpenSymbol"/>
              </a:rPr>
              <a:t> </a:t>
            </a:r>
            <a:r>
              <a:rPr b="0" sz="2000" lang="en-US" strike="noStrike" u="none">
                <a:solidFill>
                  <a:srgbClr val="FFFFFF"/>
                </a:solidFill>
                <a:effectLst/>
                <a:latin typeface="OpenSymbol"/>
              </a:rPr>
              <a:t> </a:t>
            </a:r>
            <a:r>
              <a:rPr b="0" sz="2000" lang="en-US" strike="noStrike" u="none">
                <a:solidFill>
                  <a:srgbClr val="FFFFFF"/>
                </a:solidFill>
                <a:effectLst/>
                <a:latin typeface="OpenSymbol"/>
              </a:rPr>
              <a:t> </a:t>
            </a:r>
            <a:r>
              <a:rPr b="0" sz="2000" lang="en-US" strike="noStrike" u="none">
                <a:solidFill>
                  <a:srgbClr val="FFFFFF"/>
                </a:solidFill>
                <a:effectLst/>
                <a:latin typeface="OpenSymbol"/>
              </a:rPr>
              <a:t> </a:t>
            </a:r>
            <a:r>
              <a:rPr b="0" sz="2000" lang="en-US" strike="noStrike" u="none">
                <a:solidFill>
                  <a:srgbClr val="FFFFFF"/>
                </a:solidFill>
                <a:effectLst/>
                <a:latin typeface="OpenSymbol"/>
              </a:rPr>
              <a:t> </a:t>
            </a:r>
            <a:r>
              <a:rPr b="0" sz="2000" lang="en-US" strike="noStrike" u="none">
                <a:solidFill>
                  <a:srgbClr val="FFFFFF"/>
                </a:solidFill>
                <a:effectLst/>
                <a:latin typeface="OpenSymbol"/>
              </a:rPr>
              <a:t> </a:t>
            </a:r>
            <a:r>
              <a:rPr altLang="en-US" b="0" sz="2000" lang="en-US" strike="noStrike" u="none">
                <a:solidFill>
                  <a:srgbClr val="FFFFFF"/>
                </a:solidFill>
                <a:effectLst/>
                <a:latin typeface="OpenSymbol"/>
              </a:rPr>
              <a:t>✅</a:t>
            </a:r>
            <a:r>
              <a:rPr b="0" sz="2000" lang="en-US" strike="noStrike" u="none">
                <a:solidFill>
                  <a:srgbClr val="FFFFFF"/>
                </a:solidFill>
                <a:effectLst/>
                <a:latin typeface="OpenSymbol"/>
              </a:rPr>
              <a:t> </a:t>
            </a:r>
            <a:r>
              <a:rPr b="0" sz="2000" lang="en-US" strike="noStrike" u="none">
                <a:solidFill>
                  <a:srgbClr val="FFFFFF"/>
                </a:solidFill>
                <a:effectLst/>
                <a:latin typeface="OpenSymbol"/>
              </a:rPr>
              <a:t>Invalid identifiers
</a:t>
            </a:r>
            <a:r>
              <a:rPr altLang="en-US" b="0" sz="2000" lang="en-US" strike="noStrike" u="none">
                <a:solidFill>
                  <a:srgbClr val="FFFFFF"/>
                </a:solidFill>
                <a:effectLst/>
                <a:latin typeface="OpenSymbol"/>
              </a:rPr>
              <a:t>◆</a:t>
            </a:r>
            <a:r>
              <a:rPr altLang="en-IN" b="0" sz="2000" lang="en-US" strike="noStrike" u="none">
                <a:solidFill>
                  <a:srgbClr val="FFFFFF"/>
                </a:solidFill>
                <a:effectLst/>
                <a:latin typeface="OpenSymbol"/>
              </a:rPr>
              <a:t> </a:t>
            </a:r>
            <a:r>
              <a:rPr b="0" sz="2000" lang="en-US" strike="noStrike" u="none">
                <a:solidFill>
                  <a:srgbClr val="FFFFFF"/>
                </a:solidFill>
                <a:effectLst/>
                <a:latin typeface="OpenSymbol"/>
              </a:rPr>
              <a:t>Stores</a:t>
            </a:r>
            <a:r>
              <a:rPr b="0" sz="2000" lang="en-US" strike="noStrike" u="none">
                <a:solidFill>
                  <a:srgbClr val="FFFFFF"/>
                </a:solidFill>
                <a:effectLst/>
                <a:latin typeface="OpenSymbol"/>
              </a:rPr>
              <a:t> identifiers in a set to avoid duplicates
</a:t>
            </a:r>
            <a:r>
              <a:rPr altLang="en-US" b="0" sz="2000" lang="en-US" strike="noStrike" u="none">
                <a:solidFill>
                  <a:srgbClr val="FFFFFF"/>
                </a:solidFill>
                <a:effectLst/>
                <a:latin typeface="OpenSymbol"/>
              </a:rPr>
              <a:t>◆</a:t>
            </a:r>
            <a:r>
              <a:rPr altLang="en-IN" b="0" sz="2000" lang="en-US" strike="noStrike" u="none">
                <a:solidFill>
                  <a:srgbClr val="FFFFFF"/>
                </a:solidFill>
                <a:effectLst/>
                <a:latin typeface="OpenSymbol"/>
              </a:rPr>
              <a:t> </a:t>
            </a:r>
            <a:r>
              <a:rPr b="0" sz="2000" lang="en-US" strike="noStrike" u="none">
                <a:solidFill>
                  <a:srgbClr val="FFFFFF"/>
                </a:solidFill>
                <a:effectLst/>
                <a:latin typeface="OpenSymbol"/>
              </a:rPr>
              <a:t>Displays</a:t>
            </a:r>
            <a:r>
              <a:rPr b="0" sz="2000" lang="en-US" strike="noStrike" u="none">
                <a:solidFill>
                  <a:srgbClr val="FFFFFF"/>
                </a:solidFill>
                <a:effectLst/>
                <a:latin typeface="OpenSymbol"/>
              </a:rPr>
              <a:t> total identifier count</a:t>
            </a:r>
            <a:endParaRPr b="0" sz="2000" lang="en-US" strike="noStrike" u="none">
              <a:solidFill>
                <a:srgbClr val="FFFFFF"/>
              </a:solidFill>
              <a:effectLst/>
              <a:latin typeface="OpenSymbol"/>
            </a:endParaRPr>
          </a:p>
        </p:txBody>
      </p:sp>
      <p:grpSp>
        <p:nvGrpSpPr>
          <p:cNvPr id="153" name="Google Shape;3333;p37"/>
          <p:cNvGrpSpPr/>
          <p:nvPr/>
        </p:nvGrpSpPr>
        <p:grpSpPr>
          <a:xfrm>
            <a:off x="1599480" y="-980640"/>
            <a:ext cx="142920" cy="2454120"/>
            <a:chOff x="1599480" y="-980640"/>
            <a:chExt cx="142920" cy="2454120"/>
          </a:xfrm>
        </p:grpSpPr>
        <p:grpSp>
          <p:nvGrpSpPr>
            <p:cNvPr id="154" name="Google Shape;3334;p37"/>
            <p:cNvGrpSpPr/>
            <p:nvPr/>
          </p:nvGrpSpPr>
          <p:grpSpPr>
            <a:xfrm>
              <a:off x="1599480" y="-980640"/>
              <a:ext cx="142920" cy="2454120"/>
              <a:chOff x="1599480" y="-980640"/>
              <a:chExt cx="142920" cy="2454120"/>
            </a:xfrm>
          </p:grpSpPr>
          <p:sp>
            <p:nvSpPr>
              <p:cNvPr id="1049296" name="Google Shape;3335;p37"/>
              <p:cNvSpPr/>
              <p:nvPr/>
            </p:nvSpPr>
            <p:spPr>
              <a:xfrm>
                <a:off x="1599480" y="1330560"/>
                <a:ext cx="142920" cy="142920"/>
              </a:xfrm>
              <a:prstGeom prst="rect"/>
              <a:gradFill rotWithShape="0">
                <a:gsLst>
                  <a:gs pos="0">
                    <a:srgbClr val="7DF3E5"/>
                  </a:gs>
                  <a:gs pos="100000">
                    <a:srgbClr val="02C5AE"/>
                  </a:gs>
                </a:gsLst>
                <a:lin ang="2700000"/>
              </a:gradFill>
              <a:ln w="0">
                <a:noFill/>
              </a:ln>
              <a:effectLst>
                <a:outerShdw algn="bl" blurRad="185760" rotWithShape="0">
                  <a:schemeClr val="dk1">
                    <a:alpha val="31000"/>
                  </a:schemeClr>
                </a:outerShdw>
              </a:effectLst>
            </p:spPr>
            <p:style>
              <a:lnRef idx="0">
                <a:srgbClr val="000000"/>
              </a:lnRef>
              <a:fillRef idx="0">
                <a:srgbClr val="000000"/>
              </a:fillRef>
              <a:effectRef idx="0">
                <a:srgbClr val="000000"/>
              </a:effectRef>
              <a:fontRef idx="minor">
                <a:srgbClr val="000000"/>
              </a:fontRef>
            </p:style>
            <p:txBody>
              <a:bodyPr anchor="ctr" bIns="71640" tIns="71640">
                <a:noAutofit/>
              </a:bodyPr>
              <a:p>
                <a:pPr algn="ctr"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sz="1800" lang="en-US" strike="noStrike" u="none">
                  <a:solidFill>
                    <a:srgbClr val="000000"/>
                  </a:solidFill>
                  <a:effectLst/>
                  <a:latin typeface="OpenSymbol"/>
                </a:endParaRPr>
              </a:p>
            </p:txBody>
          </p:sp>
          <p:sp>
            <p:nvSpPr>
              <p:cNvPr id="1049297" name="Google Shape;3336;p37"/>
              <p:cNvSpPr/>
              <p:nvPr/>
            </p:nvSpPr>
            <p:spPr>
              <a:xfrm>
                <a:off x="1608120" y="1119600"/>
                <a:ext cx="126000" cy="126360"/>
              </a:xfrm>
              <a:prstGeom prst="rect"/>
              <a:gradFill rotWithShape="0">
                <a:gsLst>
                  <a:gs pos="0">
                    <a:srgbClr val="7DF3E5"/>
                  </a:gs>
                  <a:gs pos="100000">
                    <a:srgbClr val="02C5AE"/>
                  </a:gs>
                </a:gsLst>
                <a:lin ang="2700000"/>
              </a:gradFill>
              <a:ln w="0">
                <a:noFill/>
              </a:ln>
              <a:effectLst>
                <a:outerShdw algn="bl" blurRad="185760" rotWithShape="0">
                  <a:schemeClr val="dk1">
                    <a:alpha val="31000"/>
                  </a:schemeClr>
                </a:outerShdw>
              </a:effectLst>
            </p:spPr>
            <p:style>
              <a:lnRef idx="0">
                <a:srgbClr val="000000"/>
              </a:lnRef>
              <a:fillRef idx="0">
                <a:srgbClr val="000000"/>
              </a:fillRef>
              <a:effectRef idx="0">
                <a:srgbClr val="000000"/>
              </a:effectRef>
              <a:fontRef idx="minor">
                <a:srgbClr val="000000"/>
              </a:fontRef>
            </p:style>
            <p:txBody>
              <a:bodyPr anchor="ctr" bIns="63360" tIns="63360">
                <a:noAutofit/>
              </a:bodyPr>
              <a:p>
                <a:pPr algn="ctr"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sz="1800" lang="en-US" strike="noStrike" u="none">
                  <a:solidFill>
                    <a:srgbClr val="000000"/>
                  </a:solidFill>
                  <a:effectLst/>
                  <a:latin typeface="OpenSymbol"/>
                </a:endParaRPr>
              </a:p>
            </p:txBody>
          </p:sp>
          <p:sp>
            <p:nvSpPr>
              <p:cNvPr id="1049298" name="Google Shape;3337;p37"/>
              <p:cNvSpPr/>
              <p:nvPr/>
            </p:nvSpPr>
            <p:spPr>
              <a:xfrm>
                <a:off x="1608120" y="909000"/>
                <a:ext cx="126000" cy="126360"/>
              </a:xfrm>
              <a:prstGeom prst="rect"/>
              <a:gradFill rotWithShape="0">
                <a:gsLst>
                  <a:gs pos="0">
                    <a:srgbClr val="7DF3E5"/>
                  </a:gs>
                  <a:gs pos="100000">
                    <a:srgbClr val="02C5AE"/>
                  </a:gs>
                </a:gsLst>
                <a:lin ang="2700000"/>
              </a:gradFill>
              <a:ln w="0">
                <a:noFill/>
              </a:ln>
              <a:effectLst>
                <a:outerShdw algn="bl" blurRad="185760" rotWithShape="0">
                  <a:schemeClr val="dk1">
                    <a:alpha val="31000"/>
                  </a:schemeClr>
                </a:outerShdw>
              </a:effectLst>
            </p:spPr>
            <p:style>
              <a:lnRef idx="0">
                <a:srgbClr val="000000"/>
              </a:lnRef>
              <a:fillRef idx="0">
                <a:srgbClr val="000000"/>
              </a:fillRef>
              <a:effectRef idx="0">
                <a:srgbClr val="000000"/>
              </a:effectRef>
              <a:fontRef idx="minor">
                <a:srgbClr val="000000"/>
              </a:fontRef>
            </p:style>
            <p:txBody>
              <a:bodyPr anchor="ctr" bIns="63360" tIns="63360">
                <a:noAutofit/>
              </a:bodyPr>
              <a:p>
                <a:pPr algn="ctr"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sz="1800" lang="en-US" strike="noStrike" u="none">
                  <a:solidFill>
                    <a:srgbClr val="000000"/>
                  </a:solidFill>
                  <a:effectLst/>
                  <a:latin typeface="OpenSymbol"/>
                </a:endParaRPr>
              </a:p>
            </p:txBody>
          </p:sp>
          <p:sp>
            <p:nvSpPr>
              <p:cNvPr id="1049299" name="Google Shape;3338;p37"/>
              <p:cNvSpPr/>
              <p:nvPr/>
            </p:nvSpPr>
            <p:spPr>
              <a:xfrm>
                <a:off x="1608120" y="698040"/>
                <a:ext cx="126000" cy="126360"/>
              </a:xfrm>
              <a:prstGeom prst="rect"/>
              <a:gradFill rotWithShape="0">
                <a:gsLst>
                  <a:gs pos="0">
                    <a:srgbClr val="7DF3E5"/>
                  </a:gs>
                  <a:gs pos="100000">
                    <a:srgbClr val="02C5AE"/>
                  </a:gs>
                </a:gsLst>
                <a:lin ang="2700000"/>
              </a:gradFill>
              <a:ln w="0">
                <a:noFill/>
              </a:ln>
              <a:effectLst>
                <a:outerShdw algn="bl" blurRad="185760" rotWithShape="0">
                  <a:schemeClr val="dk1">
                    <a:alpha val="31000"/>
                  </a:schemeClr>
                </a:outerShdw>
              </a:effectLst>
            </p:spPr>
            <p:style>
              <a:lnRef idx="0">
                <a:srgbClr val="000000"/>
              </a:lnRef>
              <a:fillRef idx="0">
                <a:srgbClr val="000000"/>
              </a:fillRef>
              <a:effectRef idx="0">
                <a:srgbClr val="000000"/>
              </a:effectRef>
              <a:fontRef idx="minor">
                <a:srgbClr val="000000"/>
              </a:fontRef>
            </p:style>
            <p:txBody>
              <a:bodyPr anchor="ctr" bIns="63360" tIns="63360">
                <a:noAutofit/>
              </a:bodyPr>
              <a:p>
                <a:pPr algn="ctr"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sz="1800" lang="en-US" strike="noStrike" u="none">
                  <a:solidFill>
                    <a:srgbClr val="000000"/>
                  </a:solidFill>
                  <a:effectLst/>
                  <a:latin typeface="OpenSymbol"/>
                </a:endParaRPr>
              </a:p>
            </p:txBody>
          </p:sp>
          <p:sp>
            <p:nvSpPr>
              <p:cNvPr id="1049300" name="Google Shape;3339;p37"/>
              <p:cNvSpPr/>
              <p:nvPr/>
            </p:nvSpPr>
            <p:spPr>
              <a:xfrm>
                <a:off x="1612440" y="487440"/>
                <a:ext cx="117360" cy="117720"/>
              </a:xfrm>
              <a:prstGeom prst="rect"/>
              <a:gradFill rotWithShape="0">
                <a:gsLst>
                  <a:gs pos="0">
                    <a:srgbClr val="7DF3E5"/>
                  </a:gs>
                  <a:gs pos="100000">
                    <a:srgbClr val="02C5AE"/>
                  </a:gs>
                </a:gsLst>
                <a:lin ang="2700000"/>
              </a:gradFill>
              <a:ln w="0">
                <a:noFill/>
              </a:ln>
              <a:effectLst>
                <a:outerShdw algn="bl" blurRad="185760" rotWithShape="0">
                  <a:schemeClr val="dk1">
                    <a:alpha val="31000"/>
                  </a:schemeClr>
                </a:outerShdw>
              </a:effectLst>
            </p:spPr>
            <p:style>
              <a:lnRef idx="0">
                <a:srgbClr val="000000"/>
              </a:lnRef>
              <a:fillRef idx="0">
                <a:srgbClr val="000000"/>
              </a:fillRef>
              <a:effectRef idx="0">
                <a:srgbClr val="000000"/>
              </a:effectRef>
              <a:fontRef idx="minor">
                <a:srgbClr val="000000"/>
              </a:fontRef>
            </p:style>
            <p:txBody>
              <a:bodyPr anchor="ctr" bIns="59040" tIns="59040">
                <a:noAutofit/>
              </a:bodyPr>
              <a:p>
                <a:pPr algn="ctr"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sz="1800" lang="en-US" strike="noStrike" u="none">
                  <a:solidFill>
                    <a:srgbClr val="000000"/>
                  </a:solidFill>
                  <a:effectLst/>
                  <a:latin typeface="OpenSymbol"/>
                </a:endParaRPr>
              </a:p>
            </p:txBody>
          </p:sp>
          <p:sp>
            <p:nvSpPr>
              <p:cNvPr id="1049301" name="Google Shape;3340;p37"/>
              <p:cNvSpPr/>
              <p:nvPr/>
            </p:nvSpPr>
            <p:spPr>
              <a:xfrm>
                <a:off x="1612440" y="276840"/>
                <a:ext cx="117360" cy="117720"/>
              </a:xfrm>
              <a:prstGeom prst="rect"/>
              <a:gradFill rotWithShape="0">
                <a:gsLst>
                  <a:gs pos="0">
                    <a:srgbClr val="7DF3E5"/>
                  </a:gs>
                  <a:gs pos="100000">
                    <a:srgbClr val="02C5AE"/>
                  </a:gs>
                </a:gsLst>
                <a:lin ang="2700000"/>
              </a:gradFill>
              <a:ln w="0">
                <a:noFill/>
              </a:ln>
              <a:effectLst>
                <a:outerShdw algn="bl" blurRad="185760" rotWithShape="0">
                  <a:schemeClr val="dk1">
                    <a:alpha val="31000"/>
                  </a:schemeClr>
                </a:outerShdw>
              </a:effectLst>
            </p:spPr>
            <p:style>
              <a:lnRef idx="0">
                <a:srgbClr val="000000"/>
              </a:lnRef>
              <a:fillRef idx="0">
                <a:srgbClr val="000000"/>
              </a:fillRef>
              <a:effectRef idx="0">
                <a:srgbClr val="000000"/>
              </a:effectRef>
              <a:fontRef idx="minor">
                <a:srgbClr val="000000"/>
              </a:fontRef>
            </p:style>
            <p:txBody>
              <a:bodyPr anchor="ctr" bIns="59040" tIns="59040">
                <a:noAutofit/>
              </a:bodyPr>
              <a:p>
                <a:pPr algn="ctr"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sz="1800" lang="en-US" strike="noStrike" u="none">
                  <a:solidFill>
                    <a:srgbClr val="000000"/>
                  </a:solidFill>
                  <a:effectLst/>
                  <a:latin typeface="OpenSymbol"/>
                </a:endParaRPr>
              </a:p>
            </p:txBody>
          </p:sp>
          <p:sp>
            <p:nvSpPr>
              <p:cNvPr id="1049302" name="Google Shape;3341;p37"/>
              <p:cNvSpPr/>
              <p:nvPr/>
            </p:nvSpPr>
            <p:spPr>
              <a:xfrm>
                <a:off x="1614600" y="65880"/>
                <a:ext cx="113040" cy="113040"/>
              </a:xfrm>
              <a:prstGeom prst="rect"/>
              <a:gradFill rotWithShape="0">
                <a:gsLst>
                  <a:gs pos="0">
                    <a:srgbClr val="7DF3E5"/>
                  </a:gs>
                  <a:gs pos="100000">
                    <a:srgbClr val="02C5AE"/>
                  </a:gs>
                </a:gsLst>
                <a:lin ang="2700000"/>
              </a:gradFill>
              <a:ln w="0">
                <a:noFill/>
              </a:ln>
              <a:effectLst>
                <a:outerShdw algn="bl" blurRad="185760" rotWithShape="0">
                  <a:schemeClr val="dk1">
                    <a:alpha val="31000"/>
                  </a:schemeClr>
                </a:outerShdw>
              </a:effectLst>
            </p:spPr>
            <p:style>
              <a:lnRef idx="0">
                <a:srgbClr val="000000"/>
              </a:lnRef>
              <a:fillRef idx="0">
                <a:srgbClr val="000000"/>
              </a:fillRef>
              <a:effectRef idx="0">
                <a:srgbClr val="000000"/>
              </a:effectRef>
              <a:fontRef idx="minor">
                <a:srgbClr val="000000"/>
              </a:fontRef>
            </p:style>
            <p:txBody>
              <a:bodyPr anchor="ctr" bIns="56520" tIns="56520">
                <a:noAutofit/>
              </a:bodyPr>
              <a:p>
                <a:pPr algn="ctr"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sz="1800" lang="en-US" strike="noStrike" u="none">
                  <a:solidFill>
                    <a:srgbClr val="000000"/>
                  </a:solidFill>
                  <a:effectLst/>
                  <a:latin typeface="OpenSymbol"/>
                </a:endParaRPr>
              </a:p>
            </p:txBody>
          </p:sp>
          <p:sp>
            <p:nvSpPr>
              <p:cNvPr id="1049303" name="Google Shape;3342;p37"/>
              <p:cNvSpPr/>
              <p:nvPr/>
            </p:nvSpPr>
            <p:spPr>
              <a:xfrm>
                <a:off x="1616760" y="-144720"/>
                <a:ext cx="108720" cy="108720"/>
              </a:xfrm>
              <a:prstGeom prst="rect"/>
              <a:gradFill rotWithShape="0">
                <a:gsLst>
                  <a:gs pos="0">
                    <a:srgbClr val="7DF3E5"/>
                  </a:gs>
                  <a:gs pos="100000">
                    <a:srgbClr val="02C5AE"/>
                  </a:gs>
                </a:gsLst>
                <a:lin ang="2700000"/>
              </a:gradFill>
              <a:ln w="0">
                <a:noFill/>
              </a:ln>
              <a:effectLst>
                <a:outerShdw algn="bl" blurRad="185760" rotWithShape="0">
                  <a:schemeClr val="dk1">
                    <a:alpha val="31000"/>
                  </a:schemeClr>
                </a:outerShdw>
              </a:effectLst>
            </p:spPr>
            <p:style>
              <a:lnRef idx="0">
                <a:srgbClr val="000000"/>
              </a:lnRef>
              <a:fillRef idx="0">
                <a:srgbClr val="000000"/>
              </a:fillRef>
              <a:effectRef idx="0">
                <a:srgbClr val="000000"/>
              </a:effectRef>
              <a:fontRef idx="minor">
                <a:srgbClr val="000000"/>
              </a:fontRef>
            </p:style>
            <p:txBody>
              <a:bodyPr anchor="ctr" bIns="54360" tIns="54360">
                <a:noAutofit/>
              </a:bodyPr>
              <a:p>
                <a:pPr algn="ctr"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sz="1800" lang="en-US" strike="noStrike" u="none">
                  <a:solidFill>
                    <a:srgbClr val="000000"/>
                  </a:solidFill>
                  <a:effectLst/>
                  <a:latin typeface="OpenSymbol"/>
                </a:endParaRPr>
              </a:p>
            </p:txBody>
          </p:sp>
          <p:sp>
            <p:nvSpPr>
              <p:cNvPr id="1049304" name="Google Shape;3343;p37"/>
              <p:cNvSpPr/>
              <p:nvPr/>
            </p:nvSpPr>
            <p:spPr>
              <a:xfrm>
                <a:off x="1621800" y="-351000"/>
                <a:ext cx="98640" cy="98640"/>
              </a:xfrm>
              <a:prstGeom prst="rect"/>
              <a:gradFill rotWithShape="0">
                <a:gsLst>
                  <a:gs pos="0">
                    <a:srgbClr val="7DF3E5"/>
                  </a:gs>
                  <a:gs pos="100000">
                    <a:srgbClr val="02C5AE"/>
                  </a:gs>
                </a:gsLst>
                <a:lin ang="2700000"/>
              </a:gradFill>
              <a:ln w="0">
                <a:noFill/>
              </a:ln>
              <a:effectLst>
                <a:outerShdw algn="bl" blurRad="185760" rotWithShape="0">
                  <a:schemeClr val="dk1">
                    <a:alpha val="31000"/>
                  </a:schemeClr>
                </a:outerShdw>
              </a:effectLst>
            </p:spPr>
            <p:style>
              <a:lnRef idx="0">
                <a:srgbClr val="000000"/>
              </a:lnRef>
              <a:fillRef idx="0">
                <a:srgbClr val="000000"/>
              </a:fillRef>
              <a:effectRef idx="0">
                <a:srgbClr val="000000"/>
              </a:effectRef>
              <a:fontRef idx="minor">
                <a:srgbClr val="000000"/>
              </a:fontRef>
            </p:style>
            <p:txBody>
              <a:bodyPr anchor="ctr" bIns="49320" tIns="49320">
                <a:noAutofit/>
              </a:bodyPr>
              <a:p>
                <a:pPr algn="ctr"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sz="1800" lang="en-US" strike="noStrike" u="none">
                  <a:solidFill>
                    <a:srgbClr val="000000"/>
                  </a:solidFill>
                  <a:effectLst/>
                  <a:latin typeface="OpenSymbol"/>
                </a:endParaRPr>
              </a:p>
            </p:txBody>
          </p:sp>
          <p:sp>
            <p:nvSpPr>
              <p:cNvPr id="1049305" name="Google Shape;3344;p37"/>
              <p:cNvSpPr/>
              <p:nvPr/>
            </p:nvSpPr>
            <p:spPr>
              <a:xfrm>
                <a:off x="1626480" y="-557280"/>
                <a:ext cx="88920" cy="88920"/>
              </a:xfrm>
              <a:prstGeom prst="rect"/>
              <a:gradFill rotWithShape="0">
                <a:gsLst>
                  <a:gs pos="0">
                    <a:srgbClr val="7DF3E5"/>
                  </a:gs>
                  <a:gs pos="100000">
                    <a:srgbClr val="02C5AE"/>
                  </a:gs>
                </a:gsLst>
                <a:lin ang="2700000"/>
              </a:gradFill>
              <a:ln w="0">
                <a:noFill/>
              </a:ln>
              <a:effectLst>
                <a:outerShdw algn="bl" blurRad="185760" rotWithShape="0">
                  <a:schemeClr val="dk1">
                    <a:alpha val="31000"/>
                  </a:schemeClr>
                </a:outerShdw>
              </a:effectLst>
            </p:spPr>
            <p:style>
              <a:lnRef idx="0">
                <a:srgbClr val="000000"/>
              </a:lnRef>
              <a:fillRef idx="0">
                <a:srgbClr val="000000"/>
              </a:fillRef>
              <a:effectRef idx="0">
                <a:srgbClr val="000000"/>
              </a:effectRef>
              <a:fontRef idx="minor">
                <a:srgbClr val="000000"/>
              </a:fontRef>
            </p:style>
            <p:txBody>
              <a:bodyPr anchor="ctr" bIns="44640" tIns="44640">
                <a:noAutofit/>
              </a:bodyPr>
              <a:p>
                <a:pPr algn="ctr"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sz="1800" lang="en-US" strike="noStrike" u="none">
                  <a:solidFill>
                    <a:srgbClr val="000000"/>
                  </a:solidFill>
                  <a:effectLst/>
                  <a:latin typeface="OpenSymbol"/>
                </a:endParaRPr>
              </a:p>
            </p:txBody>
          </p:sp>
          <p:sp>
            <p:nvSpPr>
              <p:cNvPr id="1049306" name="Google Shape;3345;p37"/>
              <p:cNvSpPr/>
              <p:nvPr/>
            </p:nvSpPr>
            <p:spPr>
              <a:xfrm>
                <a:off x="1626480" y="-763200"/>
                <a:ext cx="88920" cy="88920"/>
              </a:xfrm>
              <a:prstGeom prst="rect"/>
              <a:gradFill rotWithShape="0">
                <a:gsLst>
                  <a:gs pos="0">
                    <a:srgbClr val="7DF3E5"/>
                  </a:gs>
                  <a:gs pos="100000">
                    <a:srgbClr val="02C5AE"/>
                  </a:gs>
                </a:gsLst>
                <a:lin ang="2700000"/>
              </a:gradFill>
              <a:ln w="0">
                <a:noFill/>
              </a:ln>
              <a:effectLst>
                <a:outerShdw algn="bl" blurRad="185760" rotWithShape="0">
                  <a:schemeClr val="dk1">
                    <a:alpha val="31000"/>
                  </a:schemeClr>
                </a:outerShdw>
              </a:effectLst>
            </p:spPr>
            <p:style>
              <a:lnRef idx="0">
                <a:srgbClr val="000000"/>
              </a:lnRef>
              <a:fillRef idx="0">
                <a:srgbClr val="000000"/>
              </a:fillRef>
              <a:effectRef idx="0">
                <a:srgbClr val="000000"/>
              </a:effectRef>
              <a:fontRef idx="minor">
                <a:srgbClr val="000000"/>
              </a:fontRef>
            </p:style>
            <p:txBody>
              <a:bodyPr anchor="ctr" bIns="44640" tIns="44640">
                <a:noAutofit/>
              </a:bodyPr>
              <a:p>
                <a:pPr algn="ctr"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sz="1800" lang="en-US" strike="noStrike" u="none">
                  <a:solidFill>
                    <a:srgbClr val="000000"/>
                  </a:solidFill>
                  <a:effectLst/>
                  <a:latin typeface="OpenSymbol"/>
                </a:endParaRPr>
              </a:p>
            </p:txBody>
          </p:sp>
          <p:sp>
            <p:nvSpPr>
              <p:cNvPr id="1049307" name="Google Shape;3346;p37"/>
              <p:cNvSpPr/>
              <p:nvPr/>
            </p:nvSpPr>
            <p:spPr>
              <a:xfrm>
                <a:off x="1631520" y="-980640"/>
                <a:ext cx="79200" cy="79200"/>
              </a:xfrm>
              <a:prstGeom prst="rect"/>
              <a:gradFill rotWithShape="0">
                <a:gsLst>
                  <a:gs pos="0">
                    <a:srgbClr val="7DF3E5"/>
                  </a:gs>
                  <a:gs pos="100000">
                    <a:srgbClr val="02C5AE"/>
                  </a:gs>
                </a:gsLst>
                <a:lin ang="2700000"/>
              </a:gradFill>
              <a:ln w="0">
                <a:noFill/>
              </a:ln>
              <a:effectLst>
                <a:outerShdw algn="bl" blurRad="185760" rotWithShape="0">
                  <a:schemeClr val="dk1">
                    <a:alpha val="31000"/>
                  </a:schemeClr>
                </a:outerShdw>
              </a:effectLst>
            </p:spPr>
            <p:style>
              <a:lnRef idx="0">
                <a:srgbClr val="000000"/>
              </a:lnRef>
              <a:fillRef idx="0">
                <a:srgbClr val="000000"/>
              </a:fillRef>
              <a:effectRef idx="0">
                <a:srgbClr val="000000"/>
              </a:effectRef>
              <a:fontRef idx="minor">
                <a:srgbClr val="000000"/>
              </a:fontRef>
            </p:style>
            <p:txBody>
              <a:bodyPr anchor="ctr" bIns="39600" tIns="39600">
                <a:noAutofit/>
              </a:bodyPr>
              <a:p>
                <a:pPr algn="ctr"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sz="1800" lang="en-US" strike="noStrike" u="none">
                  <a:solidFill>
                    <a:srgbClr val="000000"/>
                  </a:solidFill>
                  <a:effectLst/>
                  <a:latin typeface="OpenSymbol"/>
                </a:endParaRPr>
              </a:p>
            </p:txBody>
          </p:sp>
        </p:grpSp>
        <p:grpSp>
          <p:nvGrpSpPr>
            <p:cNvPr id="155" name="Google Shape;3347;p37"/>
            <p:cNvGrpSpPr/>
            <p:nvPr/>
          </p:nvGrpSpPr>
          <p:grpSpPr>
            <a:xfrm>
              <a:off x="1599480" y="-980640"/>
              <a:ext cx="142920" cy="2454120"/>
              <a:chOff x="1599480" y="-980640"/>
              <a:chExt cx="142920" cy="2454120"/>
            </a:xfrm>
          </p:grpSpPr>
          <p:sp>
            <p:nvSpPr>
              <p:cNvPr id="1049308" name="Google Shape;3348;p37"/>
              <p:cNvSpPr/>
              <p:nvPr/>
            </p:nvSpPr>
            <p:spPr>
              <a:xfrm>
                <a:off x="1599480" y="1330560"/>
                <a:ext cx="142920" cy="142920"/>
              </a:xfrm>
              <a:prstGeom prst="rect"/>
              <a:noFill/>
              <a:ln w="0">
                <a:noFill/>
              </a:ln>
            </p:spPr>
            <p:style>
              <a:lnRef idx="0">
                <a:srgbClr val="000000"/>
              </a:lnRef>
              <a:fillRef idx="0">
                <a:srgbClr val="000000"/>
              </a:fillRef>
              <a:effectRef idx="0">
                <a:srgbClr val="000000"/>
              </a:effectRef>
              <a:fontRef idx="minor">
                <a:srgbClr val="000000"/>
              </a:fontRef>
            </p:style>
            <p:txBody>
              <a:bodyPr anchor="ctr" bIns="71640" tIns="71640">
                <a:noAutofit/>
              </a:bodyPr>
              <a:p>
                <a:pPr algn="ctr"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sz="1800" lang="en-US" strike="noStrike" u="none">
                  <a:solidFill>
                    <a:srgbClr val="FFFFFF"/>
                  </a:solidFill>
                  <a:effectLst/>
                  <a:latin typeface="OpenSymbol"/>
                </a:endParaRPr>
              </a:p>
            </p:txBody>
          </p:sp>
          <p:sp>
            <p:nvSpPr>
              <p:cNvPr id="1049309" name="Google Shape;3349;p37"/>
              <p:cNvSpPr/>
              <p:nvPr/>
            </p:nvSpPr>
            <p:spPr>
              <a:xfrm>
                <a:off x="1608120" y="1119600"/>
                <a:ext cx="126000" cy="126360"/>
              </a:xfrm>
              <a:prstGeom prst="rect"/>
              <a:solidFill>
                <a:srgbClr val="009F8C">
                  <a:alpha val="5000"/>
                </a:srgbClr>
              </a:solidFill>
              <a:ln w="0">
                <a:noFill/>
              </a:ln>
            </p:spPr>
            <p:style>
              <a:lnRef idx="0">
                <a:srgbClr val="000000"/>
              </a:lnRef>
              <a:fillRef idx="0">
                <a:srgbClr val="000000"/>
              </a:fillRef>
              <a:effectRef idx="0">
                <a:srgbClr val="000000"/>
              </a:effectRef>
              <a:fontRef idx="minor">
                <a:srgbClr val="000000"/>
              </a:fontRef>
            </p:style>
            <p:txBody>
              <a:bodyPr anchor="ctr" bIns="63360" tIns="63360">
                <a:noAutofit/>
              </a:bodyPr>
              <a:p>
                <a:pPr algn="ctr"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sz="1800" lang="en-US" strike="noStrike" u="none">
                  <a:solidFill>
                    <a:srgbClr val="FFFFFF"/>
                  </a:solidFill>
                  <a:effectLst/>
                  <a:latin typeface="OpenSymbol"/>
                </a:endParaRPr>
              </a:p>
            </p:txBody>
          </p:sp>
          <p:sp>
            <p:nvSpPr>
              <p:cNvPr id="1049310" name="Google Shape;3350;p37"/>
              <p:cNvSpPr/>
              <p:nvPr/>
            </p:nvSpPr>
            <p:spPr>
              <a:xfrm>
                <a:off x="1608120" y="909000"/>
                <a:ext cx="126000" cy="126360"/>
              </a:xfrm>
              <a:prstGeom prst="rect"/>
              <a:solidFill>
                <a:srgbClr val="009F8C">
                  <a:alpha val="10000"/>
                </a:srgbClr>
              </a:solidFill>
              <a:ln w="0">
                <a:noFill/>
              </a:ln>
            </p:spPr>
            <p:style>
              <a:lnRef idx="0">
                <a:srgbClr val="000000"/>
              </a:lnRef>
              <a:fillRef idx="0">
                <a:srgbClr val="000000"/>
              </a:fillRef>
              <a:effectRef idx="0">
                <a:srgbClr val="000000"/>
              </a:effectRef>
              <a:fontRef idx="minor">
                <a:srgbClr val="000000"/>
              </a:fontRef>
            </p:style>
            <p:txBody>
              <a:bodyPr anchor="ctr" bIns="63360" tIns="63360">
                <a:noAutofit/>
              </a:bodyPr>
              <a:p>
                <a:pPr algn="ctr"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sz="1800" lang="en-US" strike="noStrike" u="none">
                  <a:solidFill>
                    <a:srgbClr val="FFFFFF"/>
                  </a:solidFill>
                  <a:effectLst/>
                  <a:latin typeface="OpenSymbol"/>
                </a:endParaRPr>
              </a:p>
            </p:txBody>
          </p:sp>
          <p:sp>
            <p:nvSpPr>
              <p:cNvPr id="1049311" name="Google Shape;3351;p37"/>
              <p:cNvSpPr/>
              <p:nvPr/>
            </p:nvSpPr>
            <p:spPr>
              <a:xfrm>
                <a:off x="1608120" y="698040"/>
                <a:ext cx="126000" cy="126360"/>
              </a:xfrm>
              <a:prstGeom prst="rect"/>
              <a:solidFill>
                <a:srgbClr val="009F8C">
                  <a:alpha val="20000"/>
                </a:srgbClr>
              </a:solidFill>
              <a:ln w="0">
                <a:noFill/>
              </a:ln>
            </p:spPr>
            <p:style>
              <a:lnRef idx="0">
                <a:srgbClr val="000000"/>
              </a:lnRef>
              <a:fillRef idx="0">
                <a:srgbClr val="000000"/>
              </a:fillRef>
              <a:effectRef idx="0">
                <a:srgbClr val="000000"/>
              </a:effectRef>
              <a:fontRef idx="minor">
                <a:srgbClr val="000000"/>
              </a:fontRef>
            </p:style>
            <p:txBody>
              <a:bodyPr anchor="ctr" bIns="63360" tIns="63360">
                <a:noAutofit/>
              </a:bodyPr>
              <a:p>
                <a:pPr algn="ctr"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sz="1800" lang="en-US" strike="noStrike" u="none">
                  <a:solidFill>
                    <a:srgbClr val="FFFFFF"/>
                  </a:solidFill>
                  <a:effectLst/>
                  <a:latin typeface="OpenSymbol"/>
                </a:endParaRPr>
              </a:p>
            </p:txBody>
          </p:sp>
          <p:sp>
            <p:nvSpPr>
              <p:cNvPr id="1049312" name="Google Shape;3352;p37"/>
              <p:cNvSpPr/>
              <p:nvPr/>
            </p:nvSpPr>
            <p:spPr>
              <a:xfrm>
                <a:off x="1612440" y="487440"/>
                <a:ext cx="117360" cy="117720"/>
              </a:xfrm>
              <a:prstGeom prst="rect"/>
              <a:solidFill>
                <a:srgbClr val="009F8C">
                  <a:alpha val="30000"/>
                </a:srgbClr>
              </a:solidFill>
              <a:ln w="0">
                <a:noFill/>
              </a:ln>
            </p:spPr>
            <p:style>
              <a:lnRef idx="0">
                <a:srgbClr val="000000"/>
              </a:lnRef>
              <a:fillRef idx="0">
                <a:srgbClr val="000000"/>
              </a:fillRef>
              <a:effectRef idx="0">
                <a:srgbClr val="000000"/>
              </a:effectRef>
              <a:fontRef idx="minor">
                <a:srgbClr val="000000"/>
              </a:fontRef>
            </p:style>
            <p:txBody>
              <a:bodyPr anchor="ctr" bIns="59040" tIns="59040">
                <a:noAutofit/>
              </a:bodyPr>
              <a:p>
                <a:pPr algn="ctr"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sz="1800" lang="en-US" strike="noStrike" u="none">
                  <a:solidFill>
                    <a:srgbClr val="FFFFFF"/>
                  </a:solidFill>
                  <a:effectLst/>
                  <a:latin typeface="OpenSymbol"/>
                </a:endParaRPr>
              </a:p>
            </p:txBody>
          </p:sp>
          <p:sp>
            <p:nvSpPr>
              <p:cNvPr id="1049313" name="Google Shape;3353;p37"/>
              <p:cNvSpPr/>
              <p:nvPr/>
            </p:nvSpPr>
            <p:spPr>
              <a:xfrm>
                <a:off x="1612440" y="276840"/>
                <a:ext cx="117360" cy="117720"/>
              </a:xfrm>
              <a:prstGeom prst="rect"/>
              <a:solidFill>
                <a:srgbClr val="009F8C">
                  <a:alpha val="40000"/>
                </a:srgbClr>
              </a:solidFill>
              <a:ln w="0">
                <a:noFill/>
              </a:ln>
            </p:spPr>
            <p:style>
              <a:lnRef idx="0">
                <a:srgbClr val="000000"/>
              </a:lnRef>
              <a:fillRef idx="0">
                <a:srgbClr val="000000"/>
              </a:fillRef>
              <a:effectRef idx="0">
                <a:srgbClr val="000000"/>
              </a:effectRef>
              <a:fontRef idx="minor">
                <a:srgbClr val="000000"/>
              </a:fontRef>
            </p:style>
            <p:txBody>
              <a:bodyPr anchor="ctr" bIns="59040" tIns="59040">
                <a:noAutofit/>
              </a:bodyPr>
              <a:p>
                <a:pPr algn="ctr"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sz="1800" lang="en-US" strike="noStrike" u="none">
                  <a:solidFill>
                    <a:srgbClr val="FFFFFF"/>
                  </a:solidFill>
                  <a:effectLst/>
                  <a:latin typeface="OpenSymbol"/>
                </a:endParaRPr>
              </a:p>
            </p:txBody>
          </p:sp>
          <p:sp>
            <p:nvSpPr>
              <p:cNvPr id="1049314" name="Google Shape;3354;p37"/>
              <p:cNvSpPr/>
              <p:nvPr/>
            </p:nvSpPr>
            <p:spPr>
              <a:xfrm>
                <a:off x="1614600" y="65880"/>
                <a:ext cx="113040" cy="113040"/>
              </a:xfrm>
              <a:prstGeom prst="rect"/>
              <a:solidFill>
                <a:srgbClr val="009F8C">
                  <a:alpha val="50000"/>
                </a:srgbClr>
              </a:solidFill>
              <a:ln w="0">
                <a:noFill/>
              </a:ln>
            </p:spPr>
            <p:style>
              <a:lnRef idx="0">
                <a:srgbClr val="000000"/>
              </a:lnRef>
              <a:fillRef idx="0">
                <a:srgbClr val="000000"/>
              </a:fillRef>
              <a:effectRef idx="0">
                <a:srgbClr val="000000"/>
              </a:effectRef>
              <a:fontRef idx="minor">
                <a:srgbClr val="000000"/>
              </a:fontRef>
            </p:style>
            <p:txBody>
              <a:bodyPr anchor="ctr" bIns="56520" tIns="56520">
                <a:noAutofit/>
              </a:bodyPr>
              <a:p>
                <a:pPr algn="ctr"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sz="1800" lang="en-US" strike="noStrike" u="none">
                  <a:solidFill>
                    <a:srgbClr val="FFFFFF"/>
                  </a:solidFill>
                  <a:effectLst/>
                  <a:latin typeface="OpenSymbol"/>
                </a:endParaRPr>
              </a:p>
            </p:txBody>
          </p:sp>
          <p:sp>
            <p:nvSpPr>
              <p:cNvPr id="1049315" name="Google Shape;3355;p37"/>
              <p:cNvSpPr/>
              <p:nvPr/>
            </p:nvSpPr>
            <p:spPr>
              <a:xfrm>
                <a:off x="1616760" y="-144720"/>
                <a:ext cx="108720" cy="108720"/>
              </a:xfrm>
              <a:prstGeom prst="rect"/>
              <a:solidFill>
                <a:srgbClr val="009F8C">
                  <a:alpha val="55000"/>
                </a:srgbClr>
              </a:solidFill>
              <a:ln w="0">
                <a:noFill/>
              </a:ln>
            </p:spPr>
            <p:style>
              <a:lnRef idx="0">
                <a:srgbClr val="000000"/>
              </a:lnRef>
              <a:fillRef idx="0">
                <a:srgbClr val="000000"/>
              </a:fillRef>
              <a:effectRef idx="0">
                <a:srgbClr val="000000"/>
              </a:effectRef>
              <a:fontRef idx="minor">
                <a:srgbClr val="000000"/>
              </a:fontRef>
            </p:style>
            <p:txBody>
              <a:bodyPr anchor="ctr" bIns="54360" tIns="54360">
                <a:noAutofit/>
              </a:bodyPr>
              <a:p>
                <a:pPr algn="ctr"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sz="1800" lang="en-US" strike="noStrike" u="none">
                  <a:solidFill>
                    <a:srgbClr val="FFFFFF"/>
                  </a:solidFill>
                  <a:effectLst/>
                  <a:latin typeface="OpenSymbol"/>
                </a:endParaRPr>
              </a:p>
            </p:txBody>
          </p:sp>
          <p:sp>
            <p:nvSpPr>
              <p:cNvPr id="1049316" name="Google Shape;3356;p37"/>
              <p:cNvSpPr/>
              <p:nvPr/>
            </p:nvSpPr>
            <p:spPr>
              <a:xfrm>
                <a:off x="1621800" y="-351000"/>
                <a:ext cx="98640" cy="98640"/>
              </a:xfrm>
              <a:prstGeom prst="rect"/>
              <a:solidFill>
                <a:srgbClr val="009F8C">
                  <a:alpha val="60000"/>
                </a:srgbClr>
              </a:solidFill>
              <a:ln w="0">
                <a:noFill/>
              </a:ln>
            </p:spPr>
            <p:style>
              <a:lnRef idx="0">
                <a:srgbClr val="000000"/>
              </a:lnRef>
              <a:fillRef idx="0">
                <a:srgbClr val="000000"/>
              </a:fillRef>
              <a:effectRef idx="0">
                <a:srgbClr val="000000"/>
              </a:effectRef>
              <a:fontRef idx="minor">
                <a:srgbClr val="000000"/>
              </a:fontRef>
            </p:style>
            <p:txBody>
              <a:bodyPr anchor="ctr" bIns="49320" tIns="49320">
                <a:noAutofit/>
              </a:bodyPr>
              <a:p>
                <a:pPr algn="ctr"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sz="1800" lang="en-US" strike="noStrike" u="none">
                  <a:solidFill>
                    <a:srgbClr val="FFFFFF"/>
                  </a:solidFill>
                  <a:effectLst/>
                  <a:latin typeface="OpenSymbol"/>
                </a:endParaRPr>
              </a:p>
            </p:txBody>
          </p:sp>
          <p:sp>
            <p:nvSpPr>
              <p:cNvPr id="1049317" name="Google Shape;3357;p37"/>
              <p:cNvSpPr/>
              <p:nvPr/>
            </p:nvSpPr>
            <p:spPr>
              <a:xfrm>
                <a:off x="1626480" y="-557280"/>
                <a:ext cx="88920" cy="88920"/>
              </a:xfrm>
              <a:prstGeom prst="rect"/>
              <a:solidFill>
                <a:srgbClr val="009F8C">
                  <a:alpha val="65000"/>
                </a:srgbClr>
              </a:solidFill>
              <a:ln w="0">
                <a:noFill/>
              </a:ln>
            </p:spPr>
            <p:style>
              <a:lnRef idx="0">
                <a:srgbClr val="000000"/>
              </a:lnRef>
              <a:fillRef idx="0">
                <a:srgbClr val="000000"/>
              </a:fillRef>
              <a:effectRef idx="0">
                <a:srgbClr val="000000"/>
              </a:effectRef>
              <a:fontRef idx="minor">
                <a:srgbClr val="000000"/>
              </a:fontRef>
            </p:style>
            <p:txBody>
              <a:bodyPr anchor="ctr" bIns="44640" tIns="44640">
                <a:noAutofit/>
              </a:bodyPr>
              <a:p>
                <a:pPr algn="ctr"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sz="1800" lang="en-US" strike="noStrike" u="none">
                  <a:solidFill>
                    <a:srgbClr val="FFFFFF"/>
                  </a:solidFill>
                  <a:effectLst/>
                  <a:latin typeface="OpenSymbol"/>
                </a:endParaRPr>
              </a:p>
            </p:txBody>
          </p:sp>
          <p:sp>
            <p:nvSpPr>
              <p:cNvPr id="1049318" name="Google Shape;3358;p37"/>
              <p:cNvSpPr/>
              <p:nvPr/>
            </p:nvSpPr>
            <p:spPr>
              <a:xfrm>
                <a:off x="1626480" y="-763200"/>
                <a:ext cx="88920" cy="88920"/>
              </a:xfrm>
              <a:prstGeom prst="rect"/>
              <a:solidFill>
                <a:srgbClr val="009F8C">
                  <a:alpha val="70000"/>
                </a:srgbClr>
              </a:solidFill>
              <a:ln w="0">
                <a:noFill/>
              </a:ln>
            </p:spPr>
            <p:style>
              <a:lnRef idx="0">
                <a:srgbClr val="000000"/>
              </a:lnRef>
              <a:fillRef idx="0">
                <a:srgbClr val="000000"/>
              </a:fillRef>
              <a:effectRef idx="0">
                <a:srgbClr val="000000"/>
              </a:effectRef>
              <a:fontRef idx="minor">
                <a:srgbClr val="000000"/>
              </a:fontRef>
            </p:style>
            <p:txBody>
              <a:bodyPr anchor="ctr" bIns="44640" tIns="44640">
                <a:noAutofit/>
              </a:bodyPr>
              <a:p>
                <a:pPr algn="ctr"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sz="1800" lang="en-US" strike="noStrike" u="none">
                  <a:solidFill>
                    <a:srgbClr val="FFFFFF"/>
                  </a:solidFill>
                  <a:effectLst/>
                  <a:latin typeface="OpenSymbol"/>
                </a:endParaRPr>
              </a:p>
            </p:txBody>
          </p:sp>
          <p:sp>
            <p:nvSpPr>
              <p:cNvPr id="1049319" name="Google Shape;3359;p37"/>
              <p:cNvSpPr/>
              <p:nvPr/>
            </p:nvSpPr>
            <p:spPr>
              <a:xfrm>
                <a:off x="1631520" y="-980640"/>
                <a:ext cx="79200" cy="79200"/>
              </a:xfrm>
              <a:prstGeom prst="rect"/>
              <a:solidFill>
                <a:srgbClr val="009F8C">
                  <a:alpha val="80000"/>
                </a:srgbClr>
              </a:solidFill>
              <a:ln w="0">
                <a:noFill/>
              </a:ln>
            </p:spPr>
            <p:style>
              <a:lnRef idx="0">
                <a:srgbClr val="000000"/>
              </a:lnRef>
              <a:fillRef idx="0">
                <a:srgbClr val="000000"/>
              </a:fillRef>
              <a:effectRef idx="0">
                <a:srgbClr val="000000"/>
              </a:effectRef>
              <a:fontRef idx="minor">
                <a:srgbClr val="000000"/>
              </a:fontRef>
            </p:style>
            <p:txBody>
              <a:bodyPr anchor="ctr" bIns="39600" tIns="39600">
                <a:noAutofit/>
              </a:bodyPr>
              <a:p>
                <a:pPr algn="ctr"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sz="1800" lang="en-US" strike="noStrike" u="none">
                  <a:solidFill>
                    <a:srgbClr val="FFFFFF"/>
                  </a:solidFill>
                  <a:effectLst/>
                  <a:latin typeface="OpenSymbol"/>
                </a:endParaRPr>
              </a:p>
            </p:txBody>
          </p:sp>
        </p:grpSp>
      </p:grpSp>
      <p:grpSp>
        <p:nvGrpSpPr>
          <p:cNvPr id="156" name="Google Shape;3360;p37"/>
          <p:cNvGrpSpPr/>
          <p:nvPr/>
        </p:nvGrpSpPr>
        <p:grpSpPr>
          <a:xfrm>
            <a:off x="1046160" y="2149560"/>
            <a:ext cx="142920" cy="2454120"/>
            <a:chOff x="1046160" y="2149560"/>
            <a:chExt cx="142920" cy="2454120"/>
          </a:xfrm>
        </p:grpSpPr>
        <p:grpSp>
          <p:nvGrpSpPr>
            <p:cNvPr id="157" name="Google Shape;3361;p37"/>
            <p:cNvGrpSpPr/>
            <p:nvPr/>
          </p:nvGrpSpPr>
          <p:grpSpPr>
            <a:xfrm>
              <a:off x="1046160" y="2149560"/>
              <a:ext cx="142920" cy="2454120"/>
              <a:chOff x="1046160" y="2149560"/>
              <a:chExt cx="142920" cy="2454120"/>
            </a:xfrm>
          </p:grpSpPr>
          <p:sp>
            <p:nvSpPr>
              <p:cNvPr id="1049320" name="Google Shape;3362;p37"/>
              <p:cNvSpPr/>
              <p:nvPr/>
            </p:nvSpPr>
            <p:spPr>
              <a:xfrm>
                <a:off x="1046160" y="4460760"/>
                <a:ext cx="142920" cy="142920"/>
              </a:xfrm>
              <a:prstGeom prst="rect"/>
              <a:gradFill rotWithShape="0">
                <a:gsLst>
                  <a:gs pos="0">
                    <a:srgbClr val="B6F8F0"/>
                  </a:gs>
                  <a:gs pos="100000">
                    <a:srgbClr val="7DF3E5"/>
                  </a:gs>
                </a:gsLst>
                <a:lin ang="2700000"/>
              </a:gradFill>
              <a:ln w="0">
                <a:noFill/>
              </a:ln>
              <a:effectLst>
                <a:outerShdw algn="bl" blurRad="185760" rotWithShape="0">
                  <a:schemeClr val="dk1">
                    <a:alpha val="31000"/>
                  </a:schemeClr>
                </a:outerShdw>
              </a:effectLst>
            </p:spPr>
            <p:style>
              <a:lnRef idx="0">
                <a:srgbClr val="000000"/>
              </a:lnRef>
              <a:fillRef idx="0">
                <a:srgbClr val="000000"/>
              </a:fillRef>
              <a:effectRef idx="0">
                <a:srgbClr val="000000"/>
              </a:effectRef>
              <a:fontRef idx="minor">
                <a:srgbClr val="000000"/>
              </a:fontRef>
            </p:style>
            <p:txBody>
              <a:bodyPr anchor="ctr" bIns="71640" tIns="71640">
                <a:noAutofit/>
              </a:bodyPr>
              <a:p>
                <a:pPr algn="ctr"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sz="1800" lang="en-US" strike="noStrike" u="none">
                  <a:solidFill>
                    <a:srgbClr val="000000"/>
                  </a:solidFill>
                  <a:effectLst/>
                  <a:latin typeface="OpenSymbol"/>
                </a:endParaRPr>
              </a:p>
            </p:txBody>
          </p:sp>
          <p:sp>
            <p:nvSpPr>
              <p:cNvPr id="1049321" name="Google Shape;3363;p37"/>
              <p:cNvSpPr/>
              <p:nvPr/>
            </p:nvSpPr>
            <p:spPr>
              <a:xfrm>
                <a:off x="1054800" y="4249800"/>
                <a:ext cx="126000" cy="126360"/>
              </a:xfrm>
              <a:prstGeom prst="rect"/>
              <a:gradFill rotWithShape="0">
                <a:gsLst>
                  <a:gs pos="0">
                    <a:srgbClr val="B6F8F0"/>
                  </a:gs>
                  <a:gs pos="100000">
                    <a:srgbClr val="7DF3E5"/>
                  </a:gs>
                </a:gsLst>
                <a:lin ang="2700000"/>
              </a:gradFill>
              <a:ln w="0">
                <a:noFill/>
              </a:ln>
              <a:effectLst>
                <a:outerShdw algn="bl" blurRad="185760" rotWithShape="0">
                  <a:schemeClr val="dk1">
                    <a:alpha val="31000"/>
                  </a:schemeClr>
                </a:outerShdw>
              </a:effectLst>
            </p:spPr>
            <p:style>
              <a:lnRef idx="0">
                <a:srgbClr val="000000"/>
              </a:lnRef>
              <a:fillRef idx="0">
                <a:srgbClr val="000000"/>
              </a:fillRef>
              <a:effectRef idx="0">
                <a:srgbClr val="000000"/>
              </a:effectRef>
              <a:fontRef idx="minor">
                <a:srgbClr val="000000"/>
              </a:fontRef>
            </p:style>
            <p:txBody>
              <a:bodyPr anchor="ctr" bIns="63360" tIns="63360">
                <a:noAutofit/>
              </a:bodyPr>
              <a:p>
                <a:pPr algn="ctr"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sz="1800" lang="en-US" strike="noStrike" u="none">
                  <a:solidFill>
                    <a:srgbClr val="000000"/>
                  </a:solidFill>
                  <a:effectLst/>
                  <a:latin typeface="OpenSymbol"/>
                </a:endParaRPr>
              </a:p>
            </p:txBody>
          </p:sp>
          <p:sp>
            <p:nvSpPr>
              <p:cNvPr id="1049322" name="Google Shape;3364;p37"/>
              <p:cNvSpPr/>
              <p:nvPr/>
            </p:nvSpPr>
            <p:spPr>
              <a:xfrm>
                <a:off x="1054800" y="4039200"/>
                <a:ext cx="126000" cy="126360"/>
              </a:xfrm>
              <a:prstGeom prst="rect"/>
              <a:gradFill rotWithShape="0">
                <a:gsLst>
                  <a:gs pos="0">
                    <a:srgbClr val="B6F8F0"/>
                  </a:gs>
                  <a:gs pos="100000">
                    <a:srgbClr val="7DF3E5"/>
                  </a:gs>
                </a:gsLst>
                <a:lin ang="2700000"/>
              </a:gradFill>
              <a:ln w="0">
                <a:noFill/>
              </a:ln>
              <a:effectLst>
                <a:outerShdw algn="bl" blurRad="185760" rotWithShape="0">
                  <a:schemeClr val="dk1">
                    <a:alpha val="31000"/>
                  </a:schemeClr>
                </a:outerShdw>
              </a:effectLst>
            </p:spPr>
            <p:style>
              <a:lnRef idx="0">
                <a:srgbClr val="000000"/>
              </a:lnRef>
              <a:fillRef idx="0">
                <a:srgbClr val="000000"/>
              </a:fillRef>
              <a:effectRef idx="0">
                <a:srgbClr val="000000"/>
              </a:effectRef>
              <a:fontRef idx="minor">
                <a:srgbClr val="000000"/>
              </a:fontRef>
            </p:style>
            <p:txBody>
              <a:bodyPr anchor="ctr" bIns="63360" tIns="63360">
                <a:noAutofit/>
              </a:bodyPr>
              <a:p>
                <a:pPr algn="ctr"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sz="1800" lang="en-US" strike="noStrike" u="none">
                  <a:solidFill>
                    <a:srgbClr val="000000"/>
                  </a:solidFill>
                  <a:effectLst/>
                  <a:latin typeface="OpenSymbol"/>
                </a:endParaRPr>
              </a:p>
            </p:txBody>
          </p:sp>
          <p:sp>
            <p:nvSpPr>
              <p:cNvPr id="1049323" name="Google Shape;3365;p37"/>
              <p:cNvSpPr/>
              <p:nvPr/>
            </p:nvSpPr>
            <p:spPr>
              <a:xfrm>
                <a:off x="1054800" y="3828600"/>
                <a:ext cx="126000" cy="126360"/>
              </a:xfrm>
              <a:prstGeom prst="rect"/>
              <a:gradFill rotWithShape="0">
                <a:gsLst>
                  <a:gs pos="0">
                    <a:srgbClr val="B6F8F0"/>
                  </a:gs>
                  <a:gs pos="100000">
                    <a:srgbClr val="7DF3E5"/>
                  </a:gs>
                </a:gsLst>
                <a:lin ang="2700000"/>
              </a:gradFill>
              <a:ln w="0">
                <a:noFill/>
              </a:ln>
              <a:effectLst>
                <a:outerShdw algn="bl" blurRad="185760" rotWithShape="0">
                  <a:schemeClr val="dk1">
                    <a:alpha val="31000"/>
                  </a:schemeClr>
                </a:outerShdw>
              </a:effectLst>
            </p:spPr>
            <p:style>
              <a:lnRef idx="0">
                <a:srgbClr val="000000"/>
              </a:lnRef>
              <a:fillRef idx="0">
                <a:srgbClr val="000000"/>
              </a:fillRef>
              <a:effectRef idx="0">
                <a:srgbClr val="000000"/>
              </a:effectRef>
              <a:fontRef idx="minor">
                <a:srgbClr val="000000"/>
              </a:fontRef>
            </p:style>
            <p:txBody>
              <a:bodyPr anchor="ctr" bIns="63360" tIns="63360">
                <a:noAutofit/>
              </a:bodyPr>
              <a:p>
                <a:pPr algn="ctr"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sz="1800" lang="en-US" strike="noStrike" u="none">
                  <a:solidFill>
                    <a:srgbClr val="000000"/>
                  </a:solidFill>
                  <a:effectLst/>
                  <a:latin typeface="OpenSymbol"/>
                </a:endParaRPr>
              </a:p>
            </p:txBody>
          </p:sp>
          <p:sp>
            <p:nvSpPr>
              <p:cNvPr id="1049324" name="Google Shape;3366;p37"/>
              <p:cNvSpPr/>
              <p:nvPr/>
            </p:nvSpPr>
            <p:spPr>
              <a:xfrm>
                <a:off x="1059120" y="3617640"/>
                <a:ext cx="117360" cy="117720"/>
              </a:xfrm>
              <a:prstGeom prst="rect"/>
              <a:gradFill rotWithShape="0">
                <a:gsLst>
                  <a:gs pos="0">
                    <a:srgbClr val="B6F8F0"/>
                  </a:gs>
                  <a:gs pos="100000">
                    <a:srgbClr val="7DF3E5"/>
                  </a:gs>
                </a:gsLst>
                <a:lin ang="2700000"/>
              </a:gradFill>
              <a:ln w="0">
                <a:noFill/>
              </a:ln>
              <a:effectLst>
                <a:outerShdw algn="bl" blurRad="185760" rotWithShape="0">
                  <a:schemeClr val="dk1">
                    <a:alpha val="31000"/>
                  </a:schemeClr>
                </a:outerShdw>
              </a:effectLst>
            </p:spPr>
            <p:style>
              <a:lnRef idx="0">
                <a:srgbClr val="000000"/>
              </a:lnRef>
              <a:fillRef idx="0">
                <a:srgbClr val="000000"/>
              </a:fillRef>
              <a:effectRef idx="0">
                <a:srgbClr val="000000"/>
              </a:effectRef>
              <a:fontRef idx="minor">
                <a:srgbClr val="000000"/>
              </a:fontRef>
            </p:style>
            <p:txBody>
              <a:bodyPr anchor="ctr" bIns="59040" tIns="59040">
                <a:noAutofit/>
              </a:bodyPr>
              <a:p>
                <a:pPr algn="ctr"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sz="1800" lang="en-US" strike="noStrike" u="none">
                  <a:solidFill>
                    <a:srgbClr val="000000"/>
                  </a:solidFill>
                  <a:effectLst/>
                  <a:latin typeface="OpenSymbol"/>
                </a:endParaRPr>
              </a:p>
            </p:txBody>
          </p:sp>
          <p:sp>
            <p:nvSpPr>
              <p:cNvPr id="1049325" name="Google Shape;3367;p37"/>
              <p:cNvSpPr/>
              <p:nvPr/>
            </p:nvSpPr>
            <p:spPr>
              <a:xfrm>
                <a:off x="1059120" y="3407040"/>
                <a:ext cx="117360" cy="117720"/>
              </a:xfrm>
              <a:prstGeom prst="rect"/>
              <a:gradFill rotWithShape="0">
                <a:gsLst>
                  <a:gs pos="0">
                    <a:srgbClr val="B6F8F0"/>
                  </a:gs>
                  <a:gs pos="100000">
                    <a:srgbClr val="7DF3E5"/>
                  </a:gs>
                </a:gsLst>
                <a:lin ang="2700000"/>
              </a:gradFill>
              <a:ln w="0">
                <a:noFill/>
              </a:ln>
              <a:effectLst>
                <a:outerShdw algn="bl" blurRad="185760" rotWithShape="0">
                  <a:schemeClr val="dk1">
                    <a:alpha val="31000"/>
                  </a:schemeClr>
                </a:outerShdw>
              </a:effectLst>
            </p:spPr>
            <p:style>
              <a:lnRef idx="0">
                <a:srgbClr val="000000"/>
              </a:lnRef>
              <a:fillRef idx="0">
                <a:srgbClr val="000000"/>
              </a:fillRef>
              <a:effectRef idx="0">
                <a:srgbClr val="000000"/>
              </a:effectRef>
              <a:fontRef idx="minor">
                <a:srgbClr val="000000"/>
              </a:fontRef>
            </p:style>
            <p:txBody>
              <a:bodyPr anchor="ctr" bIns="59040" tIns="59040">
                <a:noAutofit/>
              </a:bodyPr>
              <a:p>
                <a:pPr algn="ctr"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sz="1800" lang="en-US" strike="noStrike" u="none">
                  <a:solidFill>
                    <a:srgbClr val="000000"/>
                  </a:solidFill>
                  <a:effectLst/>
                  <a:latin typeface="OpenSymbol"/>
                </a:endParaRPr>
              </a:p>
            </p:txBody>
          </p:sp>
          <p:sp>
            <p:nvSpPr>
              <p:cNvPr id="1049326" name="Google Shape;3368;p37"/>
              <p:cNvSpPr/>
              <p:nvPr/>
            </p:nvSpPr>
            <p:spPr>
              <a:xfrm>
                <a:off x="1060920" y="3196080"/>
                <a:ext cx="113040" cy="113040"/>
              </a:xfrm>
              <a:prstGeom prst="rect"/>
              <a:gradFill rotWithShape="0">
                <a:gsLst>
                  <a:gs pos="0">
                    <a:srgbClr val="B6F8F0"/>
                  </a:gs>
                  <a:gs pos="100000">
                    <a:srgbClr val="7DF3E5"/>
                  </a:gs>
                </a:gsLst>
                <a:lin ang="2700000"/>
              </a:gradFill>
              <a:ln w="0">
                <a:noFill/>
              </a:ln>
              <a:effectLst>
                <a:outerShdw algn="bl" blurRad="185760" rotWithShape="0">
                  <a:schemeClr val="dk1">
                    <a:alpha val="31000"/>
                  </a:schemeClr>
                </a:outerShdw>
              </a:effectLst>
            </p:spPr>
            <p:style>
              <a:lnRef idx="0">
                <a:srgbClr val="000000"/>
              </a:lnRef>
              <a:fillRef idx="0">
                <a:srgbClr val="000000"/>
              </a:fillRef>
              <a:effectRef idx="0">
                <a:srgbClr val="000000"/>
              </a:effectRef>
              <a:fontRef idx="minor">
                <a:srgbClr val="000000"/>
              </a:fontRef>
            </p:style>
            <p:txBody>
              <a:bodyPr anchor="ctr" bIns="56520" tIns="56520">
                <a:noAutofit/>
              </a:bodyPr>
              <a:p>
                <a:pPr algn="ctr"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sz="1800" lang="en-US" strike="noStrike" u="none">
                  <a:solidFill>
                    <a:srgbClr val="000000"/>
                  </a:solidFill>
                  <a:effectLst/>
                  <a:latin typeface="OpenSymbol"/>
                </a:endParaRPr>
              </a:p>
            </p:txBody>
          </p:sp>
          <p:sp>
            <p:nvSpPr>
              <p:cNvPr id="1049327" name="Google Shape;3369;p37"/>
              <p:cNvSpPr/>
              <p:nvPr/>
            </p:nvSpPr>
            <p:spPr>
              <a:xfrm>
                <a:off x="1063440" y="2985480"/>
                <a:ext cx="108720" cy="108720"/>
              </a:xfrm>
              <a:prstGeom prst="rect"/>
              <a:gradFill rotWithShape="0">
                <a:gsLst>
                  <a:gs pos="0">
                    <a:srgbClr val="B6F8F0"/>
                  </a:gs>
                  <a:gs pos="100000">
                    <a:srgbClr val="7DF3E5"/>
                  </a:gs>
                </a:gsLst>
                <a:lin ang="2700000"/>
              </a:gradFill>
              <a:ln w="0">
                <a:noFill/>
              </a:ln>
              <a:effectLst>
                <a:outerShdw algn="bl" blurRad="185760" rotWithShape="0">
                  <a:schemeClr val="dk1">
                    <a:alpha val="31000"/>
                  </a:schemeClr>
                </a:outerShdw>
              </a:effectLst>
            </p:spPr>
            <p:style>
              <a:lnRef idx="0">
                <a:srgbClr val="000000"/>
              </a:lnRef>
              <a:fillRef idx="0">
                <a:srgbClr val="000000"/>
              </a:fillRef>
              <a:effectRef idx="0">
                <a:srgbClr val="000000"/>
              </a:effectRef>
              <a:fontRef idx="minor">
                <a:srgbClr val="000000"/>
              </a:fontRef>
            </p:style>
            <p:txBody>
              <a:bodyPr anchor="ctr" bIns="54360" tIns="54360">
                <a:noAutofit/>
              </a:bodyPr>
              <a:p>
                <a:pPr algn="ctr"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sz="1800" lang="en-US" strike="noStrike" u="none">
                  <a:solidFill>
                    <a:srgbClr val="000000"/>
                  </a:solidFill>
                  <a:effectLst/>
                  <a:latin typeface="OpenSymbol"/>
                </a:endParaRPr>
              </a:p>
            </p:txBody>
          </p:sp>
          <p:sp>
            <p:nvSpPr>
              <p:cNvPr id="1049328" name="Google Shape;3370;p37"/>
              <p:cNvSpPr/>
              <p:nvPr/>
            </p:nvSpPr>
            <p:spPr>
              <a:xfrm>
                <a:off x="1068120" y="2779200"/>
                <a:ext cx="98640" cy="98640"/>
              </a:xfrm>
              <a:prstGeom prst="rect"/>
              <a:gradFill rotWithShape="0">
                <a:gsLst>
                  <a:gs pos="0">
                    <a:srgbClr val="B6F8F0"/>
                  </a:gs>
                  <a:gs pos="100000">
                    <a:srgbClr val="7DF3E5"/>
                  </a:gs>
                </a:gsLst>
                <a:lin ang="2700000"/>
              </a:gradFill>
              <a:ln w="0">
                <a:noFill/>
              </a:ln>
              <a:effectLst>
                <a:outerShdw algn="bl" blurRad="185760" rotWithShape="0">
                  <a:schemeClr val="dk1">
                    <a:alpha val="31000"/>
                  </a:schemeClr>
                </a:outerShdw>
              </a:effectLst>
            </p:spPr>
            <p:style>
              <a:lnRef idx="0">
                <a:srgbClr val="000000"/>
              </a:lnRef>
              <a:fillRef idx="0">
                <a:srgbClr val="000000"/>
              </a:fillRef>
              <a:effectRef idx="0">
                <a:srgbClr val="000000"/>
              </a:effectRef>
              <a:fontRef idx="minor">
                <a:srgbClr val="000000"/>
              </a:fontRef>
            </p:style>
            <p:txBody>
              <a:bodyPr anchor="ctr" bIns="49320" tIns="49320">
                <a:noAutofit/>
              </a:bodyPr>
              <a:p>
                <a:pPr algn="ctr"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sz="1800" lang="en-US" strike="noStrike" u="none">
                  <a:solidFill>
                    <a:srgbClr val="000000"/>
                  </a:solidFill>
                  <a:effectLst/>
                  <a:latin typeface="OpenSymbol"/>
                </a:endParaRPr>
              </a:p>
            </p:txBody>
          </p:sp>
          <p:sp>
            <p:nvSpPr>
              <p:cNvPr id="1049329" name="Google Shape;3371;p37"/>
              <p:cNvSpPr/>
              <p:nvPr/>
            </p:nvSpPr>
            <p:spPr>
              <a:xfrm>
                <a:off x="1073160" y="2572920"/>
                <a:ext cx="88920" cy="88920"/>
              </a:xfrm>
              <a:prstGeom prst="rect"/>
              <a:gradFill rotWithShape="0">
                <a:gsLst>
                  <a:gs pos="0">
                    <a:srgbClr val="B6F8F0"/>
                  </a:gs>
                  <a:gs pos="100000">
                    <a:srgbClr val="7DF3E5"/>
                  </a:gs>
                </a:gsLst>
                <a:lin ang="2700000"/>
              </a:gradFill>
              <a:ln w="0">
                <a:noFill/>
              </a:ln>
              <a:effectLst>
                <a:outerShdw algn="bl" blurRad="185760" rotWithShape="0">
                  <a:schemeClr val="dk1">
                    <a:alpha val="31000"/>
                  </a:schemeClr>
                </a:outerShdw>
              </a:effectLst>
            </p:spPr>
            <p:style>
              <a:lnRef idx="0">
                <a:srgbClr val="000000"/>
              </a:lnRef>
              <a:fillRef idx="0">
                <a:srgbClr val="000000"/>
              </a:fillRef>
              <a:effectRef idx="0">
                <a:srgbClr val="000000"/>
              </a:effectRef>
              <a:fontRef idx="minor">
                <a:srgbClr val="000000"/>
              </a:fontRef>
            </p:style>
            <p:txBody>
              <a:bodyPr anchor="ctr" bIns="44640" tIns="44640">
                <a:noAutofit/>
              </a:bodyPr>
              <a:p>
                <a:pPr algn="ctr"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sz="1800" lang="en-US" strike="noStrike" u="none">
                  <a:solidFill>
                    <a:srgbClr val="000000"/>
                  </a:solidFill>
                  <a:effectLst/>
                  <a:latin typeface="OpenSymbol"/>
                </a:endParaRPr>
              </a:p>
            </p:txBody>
          </p:sp>
          <p:sp>
            <p:nvSpPr>
              <p:cNvPr id="1049330" name="Google Shape;3372;p37"/>
              <p:cNvSpPr/>
              <p:nvPr/>
            </p:nvSpPr>
            <p:spPr>
              <a:xfrm>
                <a:off x="1073160" y="2367000"/>
                <a:ext cx="88920" cy="88920"/>
              </a:xfrm>
              <a:prstGeom prst="rect"/>
              <a:gradFill rotWithShape="0">
                <a:gsLst>
                  <a:gs pos="0">
                    <a:srgbClr val="B6F8F0"/>
                  </a:gs>
                  <a:gs pos="100000">
                    <a:srgbClr val="7DF3E5"/>
                  </a:gs>
                </a:gsLst>
                <a:lin ang="2700000"/>
              </a:gradFill>
              <a:ln w="0">
                <a:noFill/>
              </a:ln>
              <a:effectLst>
                <a:outerShdw algn="bl" blurRad="185760" rotWithShape="0">
                  <a:schemeClr val="dk1">
                    <a:alpha val="31000"/>
                  </a:schemeClr>
                </a:outerShdw>
              </a:effectLst>
            </p:spPr>
            <p:style>
              <a:lnRef idx="0">
                <a:srgbClr val="000000"/>
              </a:lnRef>
              <a:fillRef idx="0">
                <a:srgbClr val="000000"/>
              </a:fillRef>
              <a:effectRef idx="0">
                <a:srgbClr val="000000"/>
              </a:effectRef>
              <a:fontRef idx="minor">
                <a:srgbClr val="000000"/>
              </a:fontRef>
            </p:style>
            <p:txBody>
              <a:bodyPr anchor="ctr" bIns="44640" tIns="44640">
                <a:noAutofit/>
              </a:bodyPr>
              <a:p>
                <a:pPr algn="ctr"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sz="1800" lang="en-US" strike="noStrike" u="none">
                  <a:solidFill>
                    <a:srgbClr val="000000"/>
                  </a:solidFill>
                  <a:effectLst/>
                  <a:latin typeface="OpenSymbol"/>
                </a:endParaRPr>
              </a:p>
            </p:txBody>
          </p:sp>
          <p:sp>
            <p:nvSpPr>
              <p:cNvPr id="1049331" name="Google Shape;3373;p37"/>
              <p:cNvSpPr/>
              <p:nvPr/>
            </p:nvSpPr>
            <p:spPr>
              <a:xfrm>
                <a:off x="1078200" y="2149560"/>
                <a:ext cx="79200" cy="79200"/>
              </a:xfrm>
              <a:prstGeom prst="rect"/>
              <a:gradFill rotWithShape="0">
                <a:gsLst>
                  <a:gs pos="0">
                    <a:srgbClr val="B6F8F0"/>
                  </a:gs>
                  <a:gs pos="100000">
                    <a:srgbClr val="7DF3E5"/>
                  </a:gs>
                </a:gsLst>
                <a:lin ang="2700000"/>
              </a:gradFill>
              <a:ln w="0">
                <a:noFill/>
              </a:ln>
              <a:effectLst>
                <a:outerShdw algn="bl" blurRad="185760" rotWithShape="0">
                  <a:schemeClr val="dk1">
                    <a:alpha val="31000"/>
                  </a:schemeClr>
                </a:outerShdw>
              </a:effectLst>
            </p:spPr>
            <p:style>
              <a:lnRef idx="0">
                <a:srgbClr val="000000"/>
              </a:lnRef>
              <a:fillRef idx="0">
                <a:srgbClr val="000000"/>
              </a:fillRef>
              <a:effectRef idx="0">
                <a:srgbClr val="000000"/>
              </a:effectRef>
              <a:fontRef idx="minor">
                <a:srgbClr val="000000"/>
              </a:fontRef>
            </p:style>
            <p:txBody>
              <a:bodyPr anchor="ctr" bIns="39600" tIns="39600">
                <a:noAutofit/>
              </a:bodyPr>
              <a:p>
                <a:pPr algn="ctr"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sz="1800" lang="en-US" strike="noStrike" u="none">
                  <a:solidFill>
                    <a:srgbClr val="000000"/>
                  </a:solidFill>
                  <a:effectLst/>
                  <a:latin typeface="OpenSymbol"/>
                </a:endParaRPr>
              </a:p>
            </p:txBody>
          </p:sp>
        </p:grpSp>
        <p:grpSp>
          <p:nvGrpSpPr>
            <p:cNvPr id="158" name="Google Shape;3374;p37"/>
            <p:cNvGrpSpPr/>
            <p:nvPr/>
          </p:nvGrpSpPr>
          <p:grpSpPr>
            <a:xfrm>
              <a:off x="1046160" y="2149560"/>
              <a:ext cx="142920" cy="2454120"/>
              <a:chOff x="1046160" y="2149560"/>
              <a:chExt cx="142920" cy="2454120"/>
            </a:xfrm>
          </p:grpSpPr>
          <p:sp>
            <p:nvSpPr>
              <p:cNvPr id="1049332" name="Google Shape;3375;p37"/>
              <p:cNvSpPr/>
              <p:nvPr/>
            </p:nvSpPr>
            <p:spPr>
              <a:xfrm>
                <a:off x="1046160" y="4460760"/>
                <a:ext cx="142920" cy="142920"/>
              </a:xfrm>
              <a:prstGeom prst="rect"/>
              <a:noFill/>
              <a:ln w="0">
                <a:noFill/>
              </a:ln>
            </p:spPr>
            <p:style>
              <a:lnRef idx="0">
                <a:srgbClr val="000000"/>
              </a:lnRef>
              <a:fillRef idx="0">
                <a:srgbClr val="000000"/>
              </a:fillRef>
              <a:effectRef idx="0">
                <a:srgbClr val="000000"/>
              </a:effectRef>
              <a:fontRef idx="minor">
                <a:srgbClr val="000000"/>
              </a:fontRef>
            </p:style>
            <p:txBody>
              <a:bodyPr anchor="ctr" bIns="71640" tIns="71640">
                <a:noAutofit/>
              </a:bodyPr>
              <a:p>
                <a:pPr algn="ctr"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sz="1800" lang="en-US" strike="noStrike" u="none">
                  <a:solidFill>
                    <a:srgbClr val="FFFFFF"/>
                  </a:solidFill>
                  <a:effectLst/>
                  <a:latin typeface="OpenSymbol"/>
                </a:endParaRPr>
              </a:p>
            </p:txBody>
          </p:sp>
          <p:sp>
            <p:nvSpPr>
              <p:cNvPr id="1049333" name="Google Shape;3376;p37"/>
              <p:cNvSpPr/>
              <p:nvPr/>
            </p:nvSpPr>
            <p:spPr>
              <a:xfrm>
                <a:off x="1054800" y="4249800"/>
                <a:ext cx="126000" cy="126360"/>
              </a:xfrm>
              <a:prstGeom prst="rect"/>
              <a:solidFill>
                <a:srgbClr val="009F8C">
                  <a:alpha val="5000"/>
                </a:srgbClr>
              </a:solidFill>
              <a:ln w="0">
                <a:noFill/>
              </a:ln>
            </p:spPr>
            <p:style>
              <a:lnRef idx="0">
                <a:srgbClr val="000000"/>
              </a:lnRef>
              <a:fillRef idx="0">
                <a:srgbClr val="000000"/>
              </a:fillRef>
              <a:effectRef idx="0">
                <a:srgbClr val="000000"/>
              </a:effectRef>
              <a:fontRef idx="minor">
                <a:srgbClr val="000000"/>
              </a:fontRef>
            </p:style>
            <p:txBody>
              <a:bodyPr anchor="ctr" bIns="63360" tIns="63360">
                <a:noAutofit/>
              </a:bodyPr>
              <a:p>
                <a:pPr algn="ctr"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sz="1800" lang="en-US" strike="noStrike" u="none">
                  <a:solidFill>
                    <a:srgbClr val="FFFFFF"/>
                  </a:solidFill>
                  <a:effectLst/>
                  <a:latin typeface="OpenSymbol"/>
                </a:endParaRPr>
              </a:p>
            </p:txBody>
          </p:sp>
          <p:sp>
            <p:nvSpPr>
              <p:cNvPr id="1049334" name="Google Shape;3377;p37"/>
              <p:cNvSpPr/>
              <p:nvPr/>
            </p:nvSpPr>
            <p:spPr>
              <a:xfrm>
                <a:off x="1054800" y="4039200"/>
                <a:ext cx="126000" cy="126360"/>
              </a:xfrm>
              <a:prstGeom prst="rect"/>
              <a:solidFill>
                <a:srgbClr val="009F8C">
                  <a:alpha val="10000"/>
                </a:srgbClr>
              </a:solidFill>
              <a:ln w="0">
                <a:noFill/>
              </a:ln>
            </p:spPr>
            <p:style>
              <a:lnRef idx="0">
                <a:srgbClr val="000000"/>
              </a:lnRef>
              <a:fillRef idx="0">
                <a:srgbClr val="000000"/>
              </a:fillRef>
              <a:effectRef idx="0">
                <a:srgbClr val="000000"/>
              </a:effectRef>
              <a:fontRef idx="minor">
                <a:srgbClr val="000000"/>
              </a:fontRef>
            </p:style>
            <p:txBody>
              <a:bodyPr anchor="ctr" bIns="63360" tIns="63360">
                <a:noAutofit/>
              </a:bodyPr>
              <a:p>
                <a:pPr algn="ctr"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sz="1800" lang="en-US" strike="noStrike" u="none">
                  <a:solidFill>
                    <a:srgbClr val="FFFFFF"/>
                  </a:solidFill>
                  <a:effectLst/>
                  <a:latin typeface="OpenSymbol"/>
                </a:endParaRPr>
              </a:p>
            </p:txBody>
          </p:sp>
          <p:sp>
            <p:nvSpPr>
              <p:cNvPr id="1049335" name="Google Shape;3378;p37"/>
              <p:cNvSpPr/>
              <p:nvPr/>
            </p:nvSpPr>
            <p:spPr>
              <a:xfrm>
                <a:off x="1054800" y="3828600"/>
                <a:ext cx="126000" cy="126360"/>
              </a:xfrm>
              <a:prstGeom prst="rect"/>
              <a:solidFill>
                <a:srgbClr val="009F8C">
                  <a:alpha val="20000"/>
                </a:srgbClr>
              </a:solidFill>
              <a:ln w="0">
                <a:noFill/>
              </a:ln>
            </p:spPr>
            <p:style>
              <a:lnRef idx="0">
                <a:srgbClr val="000000"/>
              </a:lnRef>
              <a:fillRef idx="0">
                <a:srgbClr val="000000"/>
              </a:fillRef>
              <a:effectRef idx="0">
                <a:srgbClr val="000000"/>
              </a:effectRef>
              <a:fontRef idx="minor">
                <a:srgbClr val="000000"/>
              </a:fontRef>
            </p:style>
            <p:txBody>
              <a:bodyPr anchor="ctr" bIns="63360" tIns="63360">
                <a:noAutofit/>
              </a:bodyPr>
              <a:p>
                <a:pPr algn="ctr"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sz="1800" lang="en-US" strike="noStrike" u="none">
                  <a:solidFill>
                    <a:srgbClr val="FFFFFF"/>
                  </a:solidFill>
                  <a:effectLst/>
                  <a:latin typeface="OpenSymbol"/>
                </a:endParaRPr>
              </a:p>
            </p:txBody>
          </p:sp>
          <p:sp>
            <p:nvSpPr>
              <p:cNvPr id="1049336" name="Google Shape;3379;p37"/>
              <p:cNvSpPr/>
              <p:nvPr/>
            </p:nvSpPr>
            <p:spPr>
              <a:xfrm>
                <a:off x="1059120" y="3617640"/>
                <a:ext cx="117360" cy="117720"/>
              </a:xfrm>
              <a:prstGeom prst="rect"/>
              <a:solidFill>
                <a:srgbClr val="009F8C">
                  <a:alpha val="30000"/>
                </a:srgbClr>
              </a:solidFill>
              <a:ln w="0">
                <a:noFill/>
              </a:ln>
            </p:spPr>
            <p:style>
              <a:lnRef idx="0">
                <a:srgbClr val="000000"/>
              </a:lnRef>
              <a:fillRef idx="0">
                <a:srgbClr val="000000"/>
              </a:fillRef>
              <a:effectRef idx="0">
                <a:srgbClr val="000000"/>
              </a:effectRef>
              <a:fontRef idx="minor">
                <a:srgbClr val="000000"/>
              </a:fontRef>
            </p:style>
            <p:txBody>
              <a:bodyPr anchor="ctr" bIns="59040" tIns="59040">
                <a:noAutofit/>
              </a:bodyPr>
              <a:p>
                <a:pPr algn="ctr"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sz="1800" lang="en-US" strike="noStrike" u="none">
                  <a:solidFill>
                    <a:srgbClr val="FFFFFF"/>
                  </a:solidFill>
                  <a:effectLst/>
                  <a:latin typeface="OpenSymbol"/>
                </a:endParaRPr>
              </a:p>
            </p:txBody>
          </p:sp>
          <p:sp>
            <p:nvSpPr>
              <p:cNvPr id="1049337" name="Google Shape;3380;p37"/>
              <p:cNvSpPr/>
              <p:nvPr/>
            </p:nvSpPr>
            <p:spPr>
              <a:xfrm>
                <a:off x="1059120" y="3407040"/>
                <a:ext cx="117360" cy="117720"/>
              </a:xfrm>
              <a:prstGeom prst="rect"/>
              <a:solidFill>
                <a:srgbClr val="009F8C">
                  <a:alpha val="40000"/>
                </a:srgbClr>
              </a:solidFill>
              <a:ln w="0">
                <a:noFill/>
              </a:ln>
            </p:spPr>
            <p:style>
              <a:lnRef idx="0">
                <a:srgbClr val="000000"/>
              </a:lnRef>
              <a:fillRef idx="0">
                <a:srgbClr val="000000"/>
              </a:fillRef>
              <a:effectRef idx="0">
                <a:srgbClr val="000000"/>
              </a:effectRef>
              <a:fontRef idx="minor">
                <a:srgbClr val="000000"/>
              </a:fontRef>
            </p:style>
            <p:txBody>
              <a:bodyPr anchor="ctr" bIns="59040" tIns="59040">
                <a:noAutofit/>
              </a:bodyPr>
              <a:p>
                <a:pPr algn="ctr"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sz="1800" lang="en-US" strike="noStrike" u="none">
                  <a:solidFill>
                    <a:srgbClr val="FFFFFF"/>
                  </a:solidFill>
                  <a:effectLst/>
                  <a:latin typeface="OpenSymbol"/>
                </a:endParaRPr>
              </a:p>
            </p:txBody>
          </p:sp>
          <p:sp>
            <p:nvSpPr>
              <p:cNvPr id="1049338" name="Google Shape;3381;p37"/>
              <p:cNvSpPr/>
              <p:nvPr/>
            </p:nvSpPr>
            <p:spPr>
              <a:xfrm>
                <a:off x="1060920" y="3196080"/>
                <a:ext cx="113040" cy="113040"/>
              </a:xfrm>
              <a:prstGeom prst="rect"/>
              <a:solidFill>
                <a:srgbClr val="009F8C">
                  <a:alpha val="50000"/>
                </a:srgbClr>
              </a:solidFill>
              <a:ln w="0">
                <a:noFill/>
              </a:ln>
            </p:spPr>
            <p:style>
              <a:lnRef idx="0">
                <a:srgbClr val="000000"/>
              </a:lnRef>
              <a:fillRef idx="0">
                <a:srgbClr val="000000"/>
              </a:fillRef>
              <a:effectRef idx="0">
                <a:srgbClr val="000000"/>
              </a:effectRef>
              <a:fontRef idx="minor">
                <a:srgbClr val="000000"/>
              </a:fontRef>
            </p:style>
            <p:txBody>
              <a:bodyPr anchor="ctr" bIns="56520" tIns="56520">
                <a:noAutofit/>
              </a:bodyPr>
              <a:p>
                <a:pPr algn="ctr"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sz="1800" lang="en-US" strike="noStrike" u="none">
                  <a:solidFill>
                    <a:srgbClr val="FFFFFF"/>
                  </a:solidFill>
                  <a:effectLst/>
                  <a:latin typeface="OpenSymbol"/>
                </a:endParaRPr>
              </a:p>
            </p:txBody>
          </p:sp>
          <p:sp>
            <p:nvSpPr>
              <p:cNvPr id="1049339" name="Google Shape;3382;p37"/>
              <p:cNvSpPr/>
              <p:nvPr/>
            </p:nvSpPr>
            <p:spPr>
              <a:xfrm>
                <a:off x="1063440" y="2985480"/>
                <a:ext cx="108720" cy="108720"/>
              </a:xfrm>
              <a:prstGeom prst="rect"/>
              <a:solidFill>
                <a:srgbClr val="009F8C">
                  <a:alpha val="55000"/>
                </a:srgbClr>
              </a:solidFill>
              <a:ln w="0">
                <a:noFill/>
              </a:ln>
            </p:spPr>
            <p:style>
              <a:lnRef idx="0">
                <a:srgbClr val="000000"/>
              </a:lnRef>
              <a:fillRef idx="0">
                <a:srgbClr val="000000"/>
              </a:fillRef>
              <a:effectRef idx="0">
                <a:srgbClr val="000000"/>
              </a:effectRef>
              <a:fontRef idx="minor">
                <a:srgbClr val="000000"/>
              </a:fontRef>
            </p:style>
            <p:txBody>
              <a:bodyPr anchor="ctr" bIns="54360" tIns="54360">
                <a:noAutofit/>
              </a:bodyPr>
              <a:p>
                <a:pPr algn="ctr"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sz="1800" lang="en-US" strike="noStrike" u="none">
                  <a:solidFill>
                    <a:srgbClr val="FFFFFF"/>
                  </a:solidFill>
                  <a:effectLst/>
                  <a:latin typeface="OpenSymbol"/>
                </a:endParaRPr>
              </a:p>
            </p:txBody>
          </p:sp>
          <p:sp>
            <p:nvSpPr>
              <p:cNvPr id="1049340" name="Google Shape;3383;p37"/>
              <p:cNvSpPr/>
              <p:nvPr/>
            </p:nvSpPr>
            <p:spPr>
              <a:xfrm>
                <a:off x="1068120" y="2779200"/>
                <a:ext cx="98640" cy="98640"/>
              </a:xfrm>
              <a:prstGeom prst="rect"/>
              <a:solidFill>
                <a:srgbClr val="009F8C">
                  <a:alpha val="60000"/>
                </a:srgbClr>
              </a:solidFill>
              <a:ln w="0">
                <a:noFill/>
              </a:ln>
            </p:spPr>
            <p:style>
              <a:lnRef idx="0">
                <a:srgbClr val="000000"/>
              </a:lnRef>
              <a:fillRef idx="0">
                <a:srgbClr val="000000"/>
              </a:fillRef>
              <a:effectRef idx="0">
                <a:srgbClr val="000000"/>
              </a:effectRef>
              <a:fontRef idx="minor">
                <a:srgbClr val="000000"/>
              </a:fontRef>
            </p:style>
            <p:txBody>
              <a:bodyPr anchor="ctr" bIns="49320" tIns="49320">
                <a:noAutofit/>
              </a:bodyPr>
              <a:p>
                <a:pPr algn="ctr"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sz="1800" lang="en-US" strike="noStrike" u="none">
                  <a:solidFill>
                    <a:srgbClr val="FFFFFF"/>
                  </a:solidFill>
                  <a:effectLst/>
                  <a:latin typeface="OpenSymbol"/>
                </a:endParaRPr>
              </a:p>
            </p:txBody>
          </p:sp>
          <p:sp>
            <p:nvSpPr>
              <p:cNvPr id="1049341" name="Google Shape;3384;p37"/>
              <p:cNvSpPr/>
              <p:nvPr/>
            </p:nvSpPr>
            <p:spPr>
              <a:xfrm>
                <a:off x="1073160" y="2572920"/>
                <a:ext cx="88920" cy="88920"/>
              </a:xfrm>
              <a:prstGeom prst="rect"/>
              <a:solidFill>
                <a:srgbClr val="009F8C">
                  <a:alpha val="65000"/>
                </a:srgbClr>
              </a:solidFill>
              <a:ln w="0">
                <a:noFill/>
              </a:ln>
            </p:spPr>
            <p:style>
              <a:lnRef idx="0">
                <a:srgbClr val="000000"/>
              </a:lnRef>
              <a:fillRef idx="0">
                <a:srgbClr val="000000"/>
              </a:fillRef>
              <a:effectRef idx="0">
                <a:srgbClr val="000000"/>
              </a:effectRef>
              <a:fontRef idx="minor">
                <a:srgbClr val="000000"/>
              </a:fontRef>
            </p:style>
            <p:txBody>
              <a:bodyPr anchor="ctr" bIns="44640" tIns="44640">
                <a:noAutofit/>
              </a:bodyPr>
              <a:p>
                <a:pPr algn="ctr"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sz="1800" lang="en-US" strike="noStrike" u="none">
                  <a:solidFill>
                    <a:srgbClr val="FFFFFF"/>
                  </a:solidFill>
                  <a:effectLst/>
                  <a:latin typeface="OpenSymbol"/>
                </a:endParaRPr>
              </a:p>
            </p:txBody>
          </p:sp>
          <p:sp>
            <p:nvSpPr>
              <p:cNvPr id="1049342" name="Google Shape;3385;p37"/>
              <p:cNvSpPr/>
              <p:nvPr/>
            </p:nvSpPr>
            <p:spPr>
              <a:xfrm>
                <a:off x="1073160" y="2367000"/>
                <a:ext cx="88920" cy="88920"/>
              </a:xfrm>
              <a:prstGeom prst="rect"/>
              <a:solidFill>
                <a:srgbClr val="009F8C">
                  <a:alpha val="70000"/>
                </a:srgbClr>
              </a:solidFill>
              <a:ln w="0">
                <a:noFill/>
              </a:ln>
            </p:spPr>
            <p:style>
              <a:lnRef idx="0">
                <a:srgbClr val="000000"/>
              </a:lnRef>
              <a:fillRef idx="0">
                <a:srgbClr val="000000"/>
              </a:fillRef>
              <a:effectRef idx="0">
                <a:srgbClr val="000000"/>
              </a:effectRef>
              <a:fontRef idx="minor">
                <a:srgbClr val="000000"/>
              </a:fontRef>
            </p:style>
            <p:txBody>
              <a:bodyPr anchor="ctr" bIns="44640" tIns="44640">
                <a:noAutofit/>
              </a:bodyPr>
              <a:p>
                <a:pPr algn="ctr"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sz="1800" lang="en-US" strike="noStrike" u="none">
                  <a:solidFill>
                    <a:srgbClr val="FFFFFF"/>
                  </a:solidFill>
                  <a:effectLst/>
                  <a:latin typeface="OpenSymbol"/>
                </a:endParaRPr>
              </a:p>
            </p:txBody>
          </p:sp>
          <p:sp>
            <p:nvSpPr>
              <p:cNvPr id="1049343" name="Google Shape;3386;p37"/>
              <p:cNvSpPr/>
              <p:nvPr/>
            </p:nvSpPr>
            <p:spPr>
              <a:xfrm>
                <a:off x="1078200" y="2149560"/>
                <a:ext cx="79200" cy="79200"/>
              </a:xfrm>
              <a:prstGeom prst="rect"/>
              <a:solidFill>
                <a:srgbClr val="009F8C">
                  <a:alpha val="80000"/>
                </a:srgbClr>
              </a:solidFill>
              <a:ln w="0">
                <a:noFill/>
              </a:ln>
            </p:spPr>
            <p:style>
              <a:lnRef idx="0">
                <a:srgbClr val="000000"/>
              </a:lnRef>
              <a:fillRef idx="0">
                <a:srgbClr val="000000"/>
              </a:fillRef>
              <a:effectRef idx="0">
                <a:srgbClr val="000000"/>
              </a:effectRef>
              <a:fontRef idx="minor">
                <a:srgbClr val="000000"/>
              </a:fontRef>
            </p:style>
            <p:txBody>
              <a:bodyPr anchor="ctr" bIns="39600" tIns="39600">
                <a:noAutofit/>
              </a:bodyPr>
              <a:p>
                <a:pPr algn="ctr"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sz="1800" lang="en-US" strike="noStrike" u="none">
                  <a:solidFill>
                    <a:srgbClr val="FFFFFF"/>
                  </a:solidFill>
                  <a:effectLst/>
                  <a:latin typeface="OpenSymbol"/>
                </a:endParaRPr>
              </a:p>
            </p:txBody>
          </p:sp>
        </p:grpSp>
      </p:grpSp>
    </p:spTree>
  </p:cSld>
  <p:clrMapOvr>
    <a:masterClrMapping/>
  </p:clrMapOvr>
  <p:transition spd="slow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5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344" name="PlaceHolder 1"/>
          <p:cNvSpPr>
            <a:spLocks noGrp="1"/>
          </p:cNvSpPr>
          <p:nvPr>
            <p:ph type="title"/>
          </p:nvPr>
        </p:nvSpPr>
        <p:spPr>
          <a:xfrm>
            <a:off x="2133720" y="123870"/>
            <a:ext cx="4876560" cy="988611"/>
          </a:xfrm>
          <a:prstGeom prst="rect"/>
          <a:noFill/>
          <a:ln w="0">
            <a:noFill/>
          </a:ln>
        </p:spPr>
        <p:txBody>
          <a:bodyPr anchor="b" bIns="91440" lIns="91440" rIns="91440" tIns="91440">
            <a:noAutofit/>
          </a:bodyPr>
          <a:p>
            <a:pPr algn="ctr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sz="3200" lang="en-US" strike="noStrike" u="none">
                <a:solidFill>
                  <a:schemeClr val="dk1"/>
                </a:solidFill>
                <a:effectLst/>
                <a:latin typeface="Outfit"/>
                <a:ea typeface="Outfit"/>
              </a:rPr>
              <a:t>Grammar Given (Problem Solving)</a:t>
            </a:r>
            <a:endParaRPr b="0" sz="3200" lang="fr-FR" strike="noStrike" u="none">
              <a:solidFill>
                <a:schemeClr val="dk1"/>
              </a:solidFill>
              <a:effectLst/>
              <a:latin typeface="Arial"/>
            </a:endParaRPr>
          </a:p>
        </p:txBody>
      </p:sp>
      <p:sp>
        <p:nvSpPr>
          <p:cNvPr id="1049345" name="PlaceHolder 2"/>
          <p:cNvSpPr>
            <a:spLocks noGrp="1"/>
          </p:cNvSpPr>
          <p:nvPr>
            <p:ph type="subTitle"/>
          </p:nvPr>
        </p:nvSpPr>
        <p:spPr>
          <a:xfrm>
            <a:off x="1761346" y="1174234"/>
            <a:ext cx="5807248" cy="3656772"/>
          </a:xfrm>
          <a:prstGeom prst="rect"/>
          <a:noFill/>
          <a:ln w="9360">
            <a:noFill/>
            <a:prstDash val="solid"/>
            <a:round/>
          </a:ln>
        </p:spPr>
        <p:txBody>
          <a:bodyPr anchor="ctr" bIns="91440" lIns="91440" rIns="91440" tIns="91440">
            <a:noAutofit/>
          </a:bodyPr>
          <a:p>
            <a:pPr algn="l" indent="0">
              <a:lnSpc>
                <a:spcPct val="150000"/>
              </a:lnSpc>
              <a:buNone/>
              <a:tabLst>
                <a:tab algn="l" pos="0"/>
              </a:tabLst>
            </a:pPr>
            <a:r>
              <a:rPr b="0" sz="2400" lang="en-US" strike="noStrike" u="none">
                <a:solidFill>
                  <a:srgbClr val="FFFFFF"/>
                </a:solidFill>
                <a:effectLst/>
                <a:latin typeface="OpenSymbol"/>
              </a:rPr>
              <a:t> </a:t>
            </a:r>
            <a:r>
              <a:rPr b="0" sz="2400" lang="en-US" strike="noStrike" u="none">
                <a:solidFill>
                  <a:srgbClr val="FFFFFF"/>
                </a:solidFill>
                <a:effectLst/>
                <a:latin typeface="OpenSymbol"/>
              </a:rPr>
              <a:t> </a:t>
            </a:r>
            <a:r>
              <a:rPr b="0" sz="2400" lang="en-US" strike="noStrike" u="none">
                <a:solidFill>
                  <a:srgbClr val="FFFFFF"/>
                </a:solidFill>
                <a:effectLst/>
                <a:latin typeface="OpenSymbol"/>
              </a:rPr>
              <a:t> </a:t>
            </a:r>
            <a:r>
              <a:rPr b="0" sz="2400" lang="en-US" strike="noStrike" u="none">
                <a:solidFill>
                  <a:srgbClr val="FFFFFF"/>
                </a:solidFill>
                <a:effectLst/>
                <a:latin typeface="OpenSymbol"/>
              </a:rPr>
              <a:t> </a:t>
            </a:r>
            <a:r>
              <a:rPr b="0" sz="2400" lang="en-US" strike="noStrike" u="none">
                <a:solidFill>
                  <a:srgbClr val="FFFFFF"/>
                </a:solidFill>
                <a:effectLst/>
                <a:latin typeface="OpenSymbol"/>
              </a:rPr>
              <a:t> </a:t>
            </a:r>
            <a:r>
              <a:rPr b="0" sz="2400" lang="en-US" strike="noStrike" u="none">
                <a:solidFill>
                  <a:srgbClr val="FFFFFF"/>
                </a:solidFill>
                <a:effectLst/>
                <a:latin typeface="OpenSymbol"/>
              </a:rPr>
              <a:t> </a:t>
            </a:r>
            <a:r>
              <a:rPr b="0" sz="2400" lang="en-US" strike="noStrike" u="none">
                <a:solidFill>
                  <a:srgbClr val="FFFFFF"/>
                </a:solidFill>
                <a:effectLst/>
                <a:latin typeface="OpenSymbol"/>
              </a:rPr>
              <a:t> </a:t>
            </a:r>
            <a:r>
              <a:rPr b="0" sz="2400" lang="en-US" strike="noStrike" u="none">
                <a:solidFill>
                  <a:srgbClr val="FFFFFF"/>
                </a:solidFill>
                <a:effectLst/>
                <a:latin typeface="OpenSymbol"/>
              </a:rPr>
              <a:t> </a:t>
            </a:r>
            <a:r>
              <a:rPr b="0" sz="2400" lang="en-US" strike="noStrike" u="none">
                <a:solidFill>
                  <a:srgbClr val="FFFFFF"/>
                </a:solidFill>
                <a:effectLst/>
                <a:latin typeface="OpenSymbol"/>
              </a:rPr>
              <a:t> </a:t>
            </a:r>
            <a:r>
              <a:rPr b="0" sz="2400" lang="en-US" strike="noStrike" u="none">
                <a:solidFill>
                  <a:srgbClr val="FFFFFF"/>
                </a:solidFill>
                <a:effectLst/>
                <a:latin typeface="OpenSymbol"/>
              </a:rPr>
              <a:t> </a:t>
            </a:r>
            <a:r>
              <a:rPr b="0" sz="2400" lang="en-US" strike="noStrike" u="none">
                <a:solidFill>
                  <a:srgbClr val="FFFFFF"/>
                </a:solidFill>
                <a:effectLst/>
                <a:latin typeface="OpenSymbol"/>
              </a:rPr>
              <a:t> </a:t>
            </a:r>
            <a:r>
              <a:rPr b="0" sz="2400" lang="en-US" strike="noStrike" u="none">
                <a:solidFill>
                  <a:srgbClr val="FFFFFF"/>
                </a:solidFill>
                <a:effectLst/>
                <a:latin typeface="OpenSymbol"/>
              </a:rPr>
              <a:t> </a:t>
            </a:r>
            <a:r>
              <a:rPr b="0" sz="2400" lang="en-US" strike="noStrike" u="none">
                <a:solidFill>
                  <a:srgbClr val="FFFFFF"/>
                </a:solidFill>
                <a:effectLst/>
                <a:latin typeface="OpenSymbol"/>
              </a:rPr>
              <a:t> </a:t>
            </a:r>
            <a:r>
              <a:rPr b="0" sz="2400" lang="en-US" strike="noStrike" u="none">
                <a:solidFill>
                  <a:srgbClr val="FFFFFF"/>
                </a:solidFill>
                <a:effectLst/>
                <a:latin typeface="OpenSymbol"/>
              </a:rPr>
              <a:t> </a:t>
            </a:r>
            <a:r>
              <a:rPr b="0" sz="2400" lang="en-US" strike="noStrike" u="none">
                <a:solidFill>
                  <a:srgbClr val="FFFFFF"/>
                </a:solidFill>
                <a:effectLst/>
                <a:latin typeface="OpenSymbol"/>
              </a:rPr>
              <a:t> </a:t>
            </a:r>
            <a:r>
              <a:rPr b="0" sz="2400" lang="en-US" strike="noStrike" u="none">
                <a:solidFill>
                  <a:srgbClr val="3399FF"/>
                </a:solidFill>
                <a:effectLst/>
                <a:latin typeface="OpenSymbol"/>
              </a:rPr>
              <a:t>S → 1S0 | 10</a:t>
            </a:r>
            <a:endParaRPr b="0" sz="2400" lang="en-US" strike="noStrike" u="none">
              <a:solidFill>
                <a:srgbClr val="3399FF"/>
              </a:solidFill>
              <a:effectLst/>
              <a:latin typeface="OpenSymbol"/>
            </a:endParaRPr>
          </a:p>
          <a:p>
            <a:pPr algn="l" indent="0">
              <a:lnSpc>
                <a:spcPct val="150000"/>
              </a:lnSpc>
              <a:buNone/>
              <a:tabLst>
                <a:tab algn="l" pos="0"/>
              </a:tabLst>
            </a:pPr>
            <a:r>
              <a:rPr altLang="en-US" b="0" sz="2400" lang="en-US" strike="noStrike" u="none">
                <a:solidFill>
                  <a:srgbClr val="FFFFFF"/>
                </a:solidFill>
                <a:effectLst/>
                <a:latin typeface="OpenSymbol"/>
              </a:rPr>
              <a:t>◆</a:t>
            </a:r>
            <a:r>
              <a:rPr altLang="en-IN" b="0" sz="2400" lang="en-US" strike="noStrike" u="none">
                <a:solidFill>
                  <a:srgbClr val="FFFFFF"/>
                </a:solidFill>
                <a:effectLst/>
                <a:latin typeface="OpenSymbol"/>
              </a:rPr>
              <a:t> </a:t>
            </a:r>
            <a:r>
              <a:rPr b="0" sz="2400" lang="en-US" strike="noStrike" u="none">
                <a:solidFill>
                  <a:srgbClr val="FFFFFF"/>
                </a:solidFill>
                <a:effectLst/>
                <a:latin typeface="OpenSymbol"/>
              </a:rPr>
              <a:t>This</a:t>
            </a:r>
            <a:r>
              <a:rPr b="0" sz="2400" lang="en-US" strike="noStrike" u="none">
                <a:solidFill>
                  <a:srgbClr val="FFFFFF"/>
                </a:solidFill>
                <a:effectLst/>
                <a:latin typeface="OpenSymbol"/>
              </a:rPr>
              <a:t> is a context-free grammar
</a:t>
            </a:r>
            <a:r>
              <a:rPr altLang="en-US" b="0" sz="2400" lang="en-US" strike="noStrike" u="none">
                <a:solidFill>
                  <a:srgbClr val="FFFFFF"/>
                </a:solidFill>
                <a:effectLst/>
                <a:latin typeface="OpenSymbol"/>
              </a:rPr>
              <a:t>◆</a:t>
            </a:r>
            <a:r>
              <a:rPr altLang="en-IN" b="0" sz="2400" lang="en-US" strike="noStrike" u="none">
                <a:solidFill>
                  <a:srgbClr val="FFFFFF"/>
                </a:solidFill>
                <a:effectLst/>
                <a:latin typeface="OpenSymbol"/>
              </a:rPr>
              <a:t> </a:t>
            </a:r>
            <a:r>
              <a:rPr b="0" sz="2400" lang="en-US" strike="noStrike" u="none">
                <a:solidFill>
                  <a:srgbClr val="FFFFFF"/>
                </a:solidFill>
                <a:effectLst/>
                <a:latin typeface="OpenSymbol"/>
              </a:rPr>
              <a:t>Generates</a:t>
            </a:r>
            <a:r>
              <a:rPr b="0" sz="2400" lang="en-US" strike="noStrike" u="none">
                <a:solidFill>
                  <a:srgbClr val="FFFFFF"/>
                </a:solidFill>
                <a:effectLst/>
                <a:latin typeface="OpenSymbol"/>
              </a:rPr>
              <a:t> strings starting with 1 and </a:t>
            </a:r>
            <a:r>
              <a:rPr b="0" sz="2400" lang="en-US" strike="noStrike" u="none">
                <a:solidFill>
                  <a:srgbClr val="FFFFFF"/>
                </a:solidFill>
                <a:effectLst/>
                <a:latin typeface="OpenSymbol"/>
              </a:rPr>
              <a:t>ending</a:t>
            </a:r>
            <a:r>
              <a:rPr b="0" sz="2400" lang="en-US" strike="noStrike" u="none">
                <a:solidFill>
                  <a:srgbClr val="FFFFFF"/>
                </a:solidFill>
                <a:effectLst/>
                <a:latin typeface="OpenSymbol"/>
              </a:rPr>
              <a:t> </a:t>
            </a:r>
            <a:r>
              <a:rPr b="0" sz="2400" lang="en-US" strike="noStrike" u="none">
                <a:solidFill>
                  <a:srgbClr val="FFFFFF"/>
                </a:solidFill>
                <a:effectLst/>
                <a:latin typeface="OpenSymbol"/>
              </a:rPr>
              <a:t>with 0
</a:t>
            </a:r>
            <a:r>
              <a:rPr altLang="en-US" b="0" sz="2400" lang="en-US" strike="noStrike" u="none">
                <a:solidFill>
                  <a:srgbClr val="FFFFFF"/>
                </a:solidFill>
                <a:effectLst/>
                <a:latin typeface="OpenSymbol"/>
              </a:rPr>
              <a:t>◆</a:t>
            </a:r>
            <a:r>
              <a:rPr altLang="en-IN" b="0" sz="2400" lang="en-US" strike="noStrike" u="none">
                <a:solidFill>
                  <a:srgbClr val="FFFFFF"/>
                </a:solidFill>
                <a:effectLst/>
                <a:latin typeface="OpenSymbol"/>
              </a:rPr>
              <a:t> </a:t>
            </a:r>
            <a:r>
              <a:rPr b="0" sz="2400" lang="en-US" strike="noStrike" u="none">
                <a:solidFill>
                  <a:srgbClr val="FFFFFF"/>
                </a:solidFill>
                <a:effectLst/>
                <a:latin typeface="OpenSymbol"/>
              </a:rPr>
              <a:t>Used</a:t>
            </a:r>
            <a:r>
              <a:rPr b="0" sz="2400" lang="en-US" strike="noStrike" u="none">
                <a:solidFill>
                  <a:srgbClr val="FFFFFF"/>
                </a:solidFill>
                <a:effectLst/>
                <a:latin typeface="OpenSymbol"/>
              </a:rPr>
              <a:t> to demonstrate recursive derivation</a:t>
            </a:r>
            <a:endParaRPr b="0" sz="2400" lang="en-US" strike="noStrike" u="none">
              <a:solidFill>
                <a:srgbClr val="FFFFFF"/>
              </a:solidFill>
              <a:effectLst/>
              <a:latin typeface="OpenSymbol"/>
            </a:endParaRPr>
          </a:p>
        </p:txBody>
      </p:sp>
      <p:grpSp>
        <p:nvGrpSpPr>
          <p:cNvPr id="160" name="Google Shape;3333;p37"/>
          <p:cNvGrpSpPr/>
          <p:nvPr/>
        </p:nvGrpSpPr>
        <p:grpSpPr>
          <a:xfrm>
            <a:off x="1599480" y="-980640"/>
            <a:ext cx="142920" cy="2454120"/>
            <a:chOff x="1599480" y="-980640"/>
            <a:chExt cx="142920" cy="2454120"/>
          </a:xfrm>
        </p:grpSpPr>
        <p:grpSp>
          <p:nvGrpSpPr>
            <p:cNvPr id="161" name="Google Shape;3334;p37"/>
            <p:cNvGrpSpPr/>
            <p:nvPr/>
          </p:nvGrpSpPr>
          <p:grpSpPr>
            <a:xfrm>
              <a:off x="1599480" y="-980640"/>
              <a:ext cx="142920" cy="2454120"/>
              <a:chOff x="1599480" y="-980640"/>
              <a:chExt cx="142920" cy="2454120"/>
            </a:xfrm>
          </p:grpSpPr>
          <p:sp>
            <p:nvSpPr>
              <p:cNvPr id="1049346" name="Google Shape;3335;p37"/>
              <p:cNvSpPr/>
              <p:nvPr/>
            </p:nvSpPr>
            <p:spPr>
              <a:xfrm>
                <a:off x="1599480" y="1330560"/>
                <a:ext cx="142920" cy="142920"/>
              </a:xfrm>
              <a:prstGeom prst="rect"/>
              <a:gradFill rotWithShape="0">
                <a:gsLst>
                  <a:gs pos="0">
                    <a:srgbClr val="7DF3E5"/>
                  </a:gs>
                  <a:gs pos="100000">
                    <a:srgbClr val="02C5AE"/>
                  </a:gs>
                </a:gsLst>
                <a:lin ang="2700000"/>
              </a:gradFill>
              <a:ln w="0">
                <a:noFill/>
              </a:ln>
              <a:effectLst>
                <a:outerShdw algn="bl" blurRad="185760" rotWithShape="0">
                  <a:schemeClr val="dk1">
                    <a:alpha val="31000"/>
                  </a:schemeClr>
                </a:outerShdw>
              </a:effectLst>
            </p:spPr>
            <p:style>
              <a:lnRef idx="0">
                <a:srgbClr val="000000"/>
              </a:lnRef>
              <a:fillRef idx="0">
                <a:srgbClr val="000000"/>
              </a:fillRef>
              <a:effectRef idx="0">
                <a:srgbClr val="000000"/>
              </a:effectRef>
              <a:fontRef idx="minor">
                <a:srgbClr val="000000"/>
              </a:fontRef>
            </p:style>
            <p:txBody>
              <a:bodyPr anchor="ctr" bIns="71640" tIns="71640">
                <a:noAutofit/>
              </a:bodyPr>
              <a:p>
                <a:pPr algn="ctr"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sz="1800" lang="en-US" strike="noStrike" u="none">
                  <a:solidFill>
                    <a:srgbClr val="000000"/>
                  </a:solidFill>
                  <a:effectLst/>
                  <a:latin typeface="OpenSymbol"/>
                </a:endParaRPr>
              </a:p>
            </p:txBody>
          </p:sp>
          <p:sp>
            <p:nvSpPr>
              <p:cNvPr id="1049347" name="Google Shape;3336;p37"/>
              <p:cNvSpPr/>
              <p:nvPr/>
            </p:nvSpPr>
            <p:spPr>
              <a:xfrm>
                <a:off x="1608120" y="1119600"/>
                <a:ext cx="126000" cy="126360"/>
              </a:xfrm>
              <a:prstGeom prst="rect"/>
              <a:gradFill rotWithShape="0">
                <a:gsLst>
                  <a:gs pos="0">
                    <a:srgbClr val="7DF3E5"/>
                  </a:gs>
                  <a:gs pos="100000">
                    <a:srgbClr val="02C5AE"/>
                  </a:gs>
                </a:gsLst>
                <a:lin ang="2700000"/>
              </a:gradFill>
              <a:ln w="0">
                <a:noFill/>
              </a:ln>
              <a:effectLst>
                <a:outerShdw algn="bl" blurRad="185760" rotWithShape="0">
                  <a:schemeClr val="dk1">
                    <a:alpha val="31000"/>
                  </a:schemeClr>
                </a:outerShdw>
              </a:effectLst>
            </p:spPr>
            <p:style>
              <a:lnRef idx="0">
                <a:srgbClr val="000000"/>
              </a:lnRef>
              <a:fillRef idx="0">
                <a:srgbClr val="000000"/>
              </a:fillRef>
              <a:effectRef idx="0">
                <a:srgbClr val="000000"/>
              </a:effectRef>
              <a:fontRef idx="minor">
                <a:srgbClr val="000000"/>
              </a:fontRef>
            </p:style>
            <p:txBody>
              <a:bodyPr anchor="ctr" bIns="63360" tIns="63360">
                <a:noAutofit/>
              </a:bodyPr>
              <a:p>
                <a:pPr algn="ctr"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sz="1800" lang="en-US" strike="noStrike" u="none">
                  <a:solidFill>
                    <a:srgbClr val="000000"/>
                  </a:solidFill>
                  <a:effectLst/>
                  <a:latin typeface="OpenSymbol"/>
                </a:endParaRPr>
              </a:p>
            </p:txBody>
          </p:sp>
          <p:sp>
            <p:nvSpPr>
              <p:cNvPr id="1049348" name="Google Shape;3337;p37"/>
              <p:cNvSpPr/>
              <p:nvPr/>
            </p:nvSpPr>
            <p:spPr>
              <a:xfrm>
                <a:off x="1608120" y="909000"/>
                <a:ext cx="126000" cy="126360"/>
              </a:xfrm>
              <a:prstGeom prst="rect"/>
              <a:gradFill rotWithShape="0">
                <a:gsLst>
                  <a:gs pos="0">
                    <a:srgbClr val="7DF3E5"/>
                  </a:gs>
                  <a:gs pos="100000">
                    <a:srgbClr val="02C5AE"/>
                  </a:gs>
                </a:gsLst>
                <a:lin ang="2700000"/>
              </a:gradFill>
              <a:ln w="0">
                <a:noFill/>
              </a:ln>
              <a:effectLst>
                <a:outerShdw algn="bl" blurRad="185760" rotWithShape="0">
                  <a:schemeClr val="dk1">
                    <a:alpha val="31000"/>
                  </a:schemeClr>
                </a:outerShdw>
              </a:effectLst>
            </p:spPr>
            <p:style>
              <a:lnRef idx="0">
                <a:srgbClr val="000000"/>
              </a:lnRef>
              <a:fillRef idx="0">
                <a:srgbClr val="000000"/>
              </a:fillRef>
              <a:effectRef idx="0">
                <a:srgbClr val="000000"/>
              </a:effectRef>
              <a:fontRef idx="minor">
                <a:srgbClr val="000000"/>
              </a:fontRef>
            </p:style>
            <p:txBody>
              <a:bodyPr anchor="ctr" bIns="63360" tIns="63360">
                <a:noAutofit/>
              </a:bodyPr>
              <a:p>
                <a:pPr algn="ctr"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sz="1800" lang="en-US" strike="noStrike" u="none">
                  <a:solidFill>
                    <a:srgbClr val="000000"/>
                  </a:solidFill>
                  <a:effectLst/>
                  <a:latin typeface="OpenSymbol"/>
                </a:endParaRPr>
              </a:p>
            </p:txBody>
          </p:sp>
          <p:sp>
            <p:nvSpPr>
              <p:cNvPr id="1049349" name="Google Shape;3338;p37"/>
              <p:cNvSpPr/>
              <p:nvPr/>
            </p:nvSpPr>
            <p:spPr>
              <a:xfrm>
                <a:off x="1608120" y="698040"/>
                <a:ext cx="126000" cy="126360"/>
              </a:xfrm>
              <a:prstGeom prst="rect"/>
              <a:gradFill rotWithShape="0">
                <a:gsLst>
                  <a:gs pos="0">
                    <a:srgbClr val="7DF3E5"/>
                  </a:gs>
                  <a:gs pos="100000">
                    <a:srgbClr val="02C5AE"/>
                  </a:gs>
                </a:gsLst>
                <a:lin ang="2700000"/>
              </a:gradFill>
              <a:ln w="0">
                <a:noFill/>
              </a:ln>
              <a:effectLst>
                <a:outerShdw algn="bl" blurRad="185760" rotWithShape="0">
                  <a:schemeClr val="dk1">
                    <a:alpha val="31000"/>
                  </a:schemeClr>
                </a:outerShdw>
              </a:effectLst>
            </p:spPr>
            <p:style>
              <a:lnRef idx="0">
                <a:srgbClr val="000000"/>
              </a:lnRef>
              <a:fillRef idx="0">
                <a:srgbClr val="000000"/>
              </a:fillRef>
              <a:effectRef idx="0">
                <a:srgbClr val="000000"/>
              </a:effectRef>
              <a:fontRef idx="minor">
                <a:srgbClr val="000000"/>
              </a:fontRef>
            </p:style>
            <p:txBody>
              <a:bodyPr anchor="ctr" bIns="63360" tIns="63360">
                <a:noAutofit/>
              </a:bodyPr>
              <a:p>
                <a:pPr algn="ctr"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sz="1800" lang="en-US" strike="noStrike" u="none">
                  <a:solidFill>
                    <a:srgbClr val="000000"/>
                  </a:solidFill>
                  <a:effectLst/>
                  <a:latin typeface="OpenSymbol"/>
                </a:endParaRPr>
              </a:p>
            </p:txBody>
          </p:sp>
          <p:sp>
            <p:nvSpPr>
              <p:cNvPr id="1049350" name="Google Shape;3339;p37"/>
              <p:cNvSpPr/>
              <p:nvPr/>
            </p:nvSpPr>
            <p:spPr>
              <a:xfrm>
                <a:off x="1612440" y="487440"/>
                <a:ext cx="117360" cy="117720"/>
              </a:xfrm>
              <a:prstGeom prst="rect"/>
              <a:gradFill rotWithShape="0">
                <a:gsLst>
                  <a:gs pos="0">
                    <a:srgbClr val="7DF3E5"/>
                  </a:gs>
                  <a:gs pos="100000">
                    <a:srgbClr val="02C5AE"/>
                  </a:gs>
                </a:gsLst>
                <a:lin ang="2700000"/>
              </a:gradFill>
              <a:ln w="0">
                <a:noFill/>
              </a:ln>
              <a:effectLst>
                <a:outerShdw algn="bl" blurRad="185760" rotWithShape="0">
                  <a:schemeClr val="dk1">
                    <a:alpha val="31000"/>
                  </a:schemeClr>
                </a:outerShdw>
              </a:effectLst>
            </p:spPr>
            <p:style>
              <a:lnRef idx="0">
                <a:srgbClr val="000000"/>
              </a:lnRef>
              <a:fillRef idx="0">
                <a:srgbClr val="000000"/>
              </a:fillRef>
              <a:effectRef idx="0">
                <a:srgbClr val="000000"/>
              </a:effectRef>
              <a:fontRef idx="minor">
                <a:srgbClr val="000000"/>
              </a:fontRef>
            </p:style>
            <p:txBody>
              <a:bodyPr anchor="ctr" bIns="59040" tIns="59040">
                <a:noAutofit/>
              </a:bodyPr>
              <a:p>
                <a:pPr algn="ctr"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sz="1800" lang="en-US" strike="noStrike" u="none">
                  <a:solidFill>
                    <a:srgbClr val="000000"/>
                  </a:solidFill>
                  <a:effectLst/>
                  <a:latin typeface="OpenSymbol"/>
                </a:endParaRPr>
              </a:p>
            </p:txBody>
          </p:sp>
          <p:sp>
            <p:nvSpPr>
              <p:cNvPr id="1049351" name="Google Shape;3340;p37"/>
              <p:cNvSpPr/>
              <p:nvPr/>
            </p:nvSpPr>
            <p:spPr>
              <a:xfrm>
                <a:off x="1612440" y="276840"/>
                <a:ext cx="117360" cy="117720"/>
              </a:xfrm>
              <a:prstGeom prst="rect"/>
              <a:gradFill rotWithShape="0">
                <a:gsLst>
                  <a:gs pos="0">
                    <a:srgbClr val="7DF3E5"/>
                  </a:gs>
                  <a:gs pos="100000">
                    <a:srgbClr val="02C5AE"/>
                  </a:gs>
                </a:gsLst>
                <a:lin ang="2700000"/>
              </a:gradFill>
              <a:ln w="0">
                <a:noFill/>
              </a:ln>
              <a:effectLst>
                <a:outerShdw algn="bl" blurRad="185760" rotWithShape="0">
                  <a:schemeClr val="dk1">
                    <a:alpha val="31000"/>
                  </a:schemeClr>
                </a:outerShdw>
              </a:effectLst>
            </p:spPr>
            <p:style>
              <a:lnRef idx="0">
                <a:srgbClr val="000000"/>
              </a:lnRef>
              <a:fillRef idx="0">
                <a:srgbClr val="000000"/>
              </a:fillRef>
              <a:effectRef idx="0">
                <a:srgbClr val="000000"/>
              </a:effectRef>
              <a:fontRef idx="minor">
                <a:srgbClr val="000000"/>
              </a:fontRef>
            </p:style>
            <p:txBody>
              <a:bodyPr anchor="ctr" bIns="59040" tIns="59040">
                <a:noAutofit/>
              </a:bodyPr>
              <a:p>
                <a:pPr algn="ctr"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sz="1800" lang="en-US" strike="noStrike" u="none">
                  <a:solidFill>
                    <a:srgbClr val="000000"/>
                  </a:solidFill>
                  <a:effectLst/>
                  <a:latin typeface="OpenSymbol"/>
                </a:endParaRPr>
              </a:p>
            </p:txBody>
          </p:sp>
          <p:sp>
            <p:nvSpPr>
              <p:cNvPr id="1049352" name="Google Shape;3341;p37"/>
              <p:cNvSpPr/>
              <p:nvPr/>
            </p:nvSpPr>
            <p:spPr>
              <a:xfrm>
                <a:off x="1614600" y="65880"/>
                <a:ext cx="113040" cy="113040"/>
              </a:xfrm>
              <a:prstGeom prst="rect"/>
              <a:gradFill rotWithShape="0">
                <a:gsLst>
                  <a:gs pos="0">
                    <a:srgbClr val="7DF3E5"/>
                  </a:gs>
                  <a:gs pos="100000">
                    <a:srgbClr val="02C5AE"/>
                  </a:gs>
                </a:gsLst>
                <a:lin ang="2700000"/>
              </a:gradFill>
              <a:ln w="0">
                <a:noFill/>
              </a:ln>
              <a:effectLst>
                <a:outerShdw algn="bl" blurRad="185760" rotWithShape="0">
                  <a:schemeClr val="dk1">
                    <a:alpha val="31000"/>
                  </a:schemeClr>
                </a:outerShdw>
              </a:effectLst>
            </p:spPr>
            <p:style>
              <a:lnRef idx="0">
                <a:srgbClr val="000000"/>
              </a:lnRef>
              <a:fillRef idx="0">
                <a:srgbClr val="000000"/>
              </a:fillRef>
              <a:effectRef idx="0">
                <a:srgbClr val="000000"/>
              </a:effectRef>
              <a:fontRef idx="minor">
                <a:srgbClr val="000000"/>
              </a:fontRef>
            </p:style>
            <p:txBody>
              <a:bodyPr anchor="ctr" bIns="56520" tIns="56520">
                <a:noAutofit/>
              </a:bodyPr>
              <a:p>
                <a:pPr algn="ctr"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sz="1800" lang="en-US" strike="noStrike" u="none">
                  <a:solidFill>
                    <a:srgbClr val="000000"/>
                  </a:solidFill>
                  <a:effectLst/>
                  <a:latin typeface="OpenSymbol"/>
                </a:endParaRPr>
              </a:p>
            </p:txBody>
          </p:sp>
          <p:sp>
            <p:nvSpPr>
              <p:cNvPr id="1049353" name="Google Shape;3342;p37"/>
              <p:cNvSpPr/>
              <p:nvPr/>
            </p:nvSpPr>
            <p:spPr>
              <a:xfrm>
                <a:off x="1616760" y="-144720"/>
                <a:ext cx="108720" cy="108720"/>
              </a:xfrm>
              <a:prstGeom prst="rect"/>
              <a:gradFill rotWithShape="0">
                <a:gsLst>
                  <a:gs pos="0">
                    <a:srgbClr val="7DF3E5"/>
                  </a:gs>
                  <a:gs pos="100000">
                    <a:srgbClr val="02C5AE"/>
                  </a:gs>
                </a:gsLst>
                <a:lin ang="2700000"/>
              </a:gradFill>
              <a:ln w="0">
                <a:noFill/>
              </a:ln>
              <a:effectLst>
                <a:outerShdw algn="bl" blurRad="185760" rotWithShape="0">
                  <a:schemeClr val="dk1">
                    <a:alpha val="31000"/>
                  </a:schemeClr>
                </a:outerShdw>
              </a:effectLst>
            </p:spPr>
            <p:style>
              <a:lnRef idx="0">
                <a:srgbClr val="000000"/>
              </a:lnRef>
              <a:fillRef idx="0">
                <a:srgbClr val="000000"/>
              </a:fillRef>
              <a:effectRef idx="0">
                <a:srgbClr val="000000"/>
              </a:effectRef>
              <a:fontRef idx="minor">
                <a:srgbClr val="000000"/>
              </a:fontRef>
            </p:style>
            <p:txBody>
              <a:bodyPr anchor="ctr" bIns="54360" tIns="54360">
                <a:noAutofit/>
              </a:bodyPr>
              <a:p>
                <a:pPr algn="ctr"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sz="1800" lang="en-US" strike="noStrike" u="none">
                  <a:solidFill>
                    <a:srgbClr val="000000"/>
                  </a:solidFill>
                  <a:effectLst/>
                  <a:latin typeface="OpenSymbol"/>
                </a:endParaRPr>
              </a:p>
            </p:txBody>
          </p:sp>
          <p:sp>
            <p:nvSpPr>
              <p:cNvPr id="1049354" name="Google Shape;3343;p37"/>
              <p:cNvSpPr/>
              <p:nvPr/>
            </p:nvSpPr>
            <p:spPr>
              <a:xfrm>
                <a:off x="1621800" y="-351000"/>
                <a:ext cx="98640" cy="98640"/>
              </a:xfrm>
              <a:prstGeom prst="rect"/>
              <a:gradFill rotWithShape="0">
                <a:gsLst>
                  <a:gs pos="0">
                    <a:srgbClr val="7DF3E5"/>
                  </a:gs>
                  <a:gs pos="100000">
                    <a:srgbClr val="02C5AE"/>
                  </a:gs>
                </a:gsLst>
                <a:lin ang="2700000"/>
              </a:gradFill>
              <a:ln w="0">
                <a:noFill/>
              </a:ln>
              <a:effectLst>
                <a:outerShdw algn="bl" blurRad="185760" rotWithShape="0">
                  <a:schemeClr val="dk1">
                    <a:alpha val="31000"/>
                  </a:schemeClr>
                </a:outerShdw>
              </a:effectLst>
            </p:spPr>
            <p:style>
              <a:lnRef idx="0">
                <a:srgbClr val="000000"/>
              </a:lnRef>
              <a:fillRef idx="0">
                <a:srgbClr val="000000"/>
              </a:fillRef>
              <a:effectRef idx="0">
                <a:srgbClr val="000000"/>
              </a:effectRef>
              <a:fontRef idx="minor">
                <a:srgbClr val="000000"/>
              </a:fontRef>
            </p:style>
            <p:txBody>
              <a:bodyPr anchor="ctr" bIns="49320" tIns="49320">
                <a:noAutofit/>
              </a:bodyPr>
              <a:p>
                <a:pPr algn="ctr"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sz="1800" lang="en-US" strike="noStrike" u="none">
                  <a:solidFill>
                    <a:srgbClr val="000000"/>
                  </a:solidFill>
                  <a:effectLst/>
                  <a:latin typeface="OpenSymbol"/>
                </a:endParaRPr>
              </a:p>
            </p:txBody>
          </p:sp>
          <p:sp>
            <p:nvSpPr>
              <p:cNvPr id="1049355" name="Google Shape;3344;p37"/>
              <p:cNvSpPr/>
              <p:nvPr/>
            </p:nvSpPr>
            <p:spPr>
              <a:xfrm>
                <a:off x="1626480" y="-557280"/>
                <a:ext cx="88920" cy="88920"/>
              </a:xfrm>
              <a:prstGeom prst="rect"/>
              <a:gradFill rotWithShape="0">
                <a:gsLst>
                  <a:gs pos="0">
                    <a:srgbClr val="7DF3E5"/>
                  </a:gs>
                  <a:gs pos="100000">
                    <a:srgbClr val="02C5AE"/>
                  </a:gs>
                </a:gsLst>
                <a:lin ang="2700000"/>
              </a:gradFill>
              <a:ln w="0">
                <a:noFill/>
              </a:ln>
              <a:effectLst>
                <a:outerShdw algn="bl" blurRad="185760" rotWithShape="0">
                  <a:schemeClr val="dk1">
                    <a:alpha val="31000"/>
                  </a:schemeClr>
                </a:outerShdw>
              </a:effectLst>
            </p:spPr>
            <p:style>
              <a:lnRef idx="0">
                <a:srgbClr val="000000"/>
              </a:lnRef>
              <a:fillRef idx="0">
                <a:srgbClr val="000000"/>
              </a:fillRef>
              <a:effectRef idx="0">
                <a:srgbClr val="000000"/>
              </a:effectRef>
              <a:fontRef idx="minor">
                <a:srgbClr val="000000"/>
              </a:fontRef>
            </p:style>
            <p:txBody>
              <a:bodyPr anchor="ctr" bIns="44640" tIns="44640">
                <a:noAutofit/>
              </a:bodyPr>
              <a:p>
                <a:pPr algn="ctr"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sz="1800" lang="en-US" strike="noStrike" u="none">
                  <a:solidFill>
                    <a:srgbClr val="000000"/>
                  </a:solidFill>
                  <a:effectLst/>
                  <a:latin typeface="OpenSymbol"/>
                </a:endParaRPr>
              </a:p>
            </p:txBody>
          </p:sp>
          <p:sp>
            <p:nvSpPr>
              <p:cNvPr id="1049356" name="Google Shape;3345;p37"/>
              <p:cNvSpPr/>
              <p:nvPr/>
            </p:nvSpPr>
            <p:spPr>
              <a:xfrm>
                <a:off x="1626480" y="-763200"/>
                <a:ext cx="88920" cy="88920"/>
              </a:xfrm>
              <a:prstGeom prst="rect"/>
              <a:gradFill rotWithShape="0">
                <a:gsLst>
                  <a:gs pos="0">
                    <a:srgbClr val="7DF3E5"/>
                  </a:gs>
                  <a:gs pos="100000">
                    <a:srgbClr val="02C5AE"/>
                  </a:gs>
                </a:gsLst>
                <a:lin ang="2700000"/>
              </a:gradFill>
              <a:ln w="0">
                <a:noFill/>
              </a:ln>
              <a:effectLst>
                <a:outerShdw algn="bl" blurRad="185760" rotWithShape="0">
                  <a:schemeClr val="dk1">
                    <a:alpha val="31000"/>
                  </a:schemeClr>
                </a:outerShdw>
              </a:effectLst>
            </p:spPr>
            <p:style>
              <a:lnRef idx="0">
                <a:srgbClr val="000000"/>
              </a:lnRef>
              <a:fillRef idx="0">
                <a:srgbClr val="000000"/>
              </a:fillRef>
              <a:effectRef idx="0">
                <a:srgbClr val="000000"/>
              </a:effectRef>
              <a:fontRef idx="minor">
                <a:srgbClr val="000000"/>
              </a:fontRef>
            </p:style>
            <p:txBody>
              <a:bodyPr anchor="ctr" bIns="44640" tIns="44640">
                <a:noAutofit/>
              </a:bodyPr>
              <a:p>
                <a:pPr algn="ctr"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sz="1800" lang="en-US" strike="noStrike" u="none">
                  <a:solidFill>
                    <a:srgbClr val="000000"/>
                  </a:solidFill>
                  <a:effectLst/>
                  <a:latin typeface="OpenSymbol"/>
                </a:endParaRPr>
              </a:p>
            </p:txBody>
          </p:sp>
          <p:sp>
            <p:nvSpPr>
              <p:cNvPr id="1049357" name="Google Shape;3346;p37"/>
              <p:cNvSpPr/>
              <p:nvPr/>
            </p:nvSpPr>
            <p:spPr>
              <a:xfrm>
                <a:off x="1631520" y="-980640"/>
                <a:ext cx="79200" cy="79200"/>
              </a:xfrm>
              <a:prstGeom prst="rect"/>
              <a:gradFill rotWithShape="0">
                <a:gsLst>
                  <a:gs pos="0">
                    <a:srgbClr val="7DF3E5"/>
                  </a:gs>
                  <a:gs pos="100000">
                    <a:srgbClr val="02C5AE"/>
                  </a:gs>
                </a:gsLst>
                <a:lin ang="2700000"/>
              </a:gradFill>
              <a:ln w="0">
                <a:noFill/>
              </a:ln>
              <a:effectLst>
                <a:outerShdw algn="bl" blurRad="185760" rotWithShape="0">
                  <a:schemeClr val="dk1">
                    <a:alpha val="31000"/>
                  </a:schemeClr>
                </a:outerShdw>
              </a:effectLst>
            </p:spPr>
            <p:style>
              <a:lnRef idx="0">
                <a:srgbClr val="000000"/>
              </a:lnRef>
              <a:fillRef idx="0">
                <a:srgbClr val="000000"/>
              </a:fillRef>
              <a:effectRef idx="0">
                <a:srgbClr val="000000"/>
              </a:effectRef>
              <a:fontRef idx="minor">
                <a:srgbClr val="000000"/>
              </a:fontRef>
            </p:style>
            <p:txBody>
              <a:bodyPr anchor="ctr" bIns="39600" tIns="39600">
                <a:noAutofit/>
              </a:bodyPr>
              <a:p>
                <a:pPr algn="ctr"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sz="1800" lang="en-US" strike="noStrike" u="none">
                  <a:solidFill>
                    <a:srgbClr val="000000"/>
                  </a:solidFill>
                  <a:effectLst/>
                  <a:latin typeface="OpenSymbol"/>
                </a:endParaRPr>
              </a:p>
            </p:txBody>
          </p:sp>
        </p:grpSp>
        <p:grpSp>
          <p:nvGrpSpPr>
            <p:cNvPr id="162" name="Google Shape;3347;p37"/>
            <p:cNvGrpSpPr/>
            <p:nvPr/>
          </p:nvGrpSpPr>
          <p:grpSpPr>
            <a:xfrm>
              <a:off x="1599480" y="-980640"/>
              <a:ext cx="142920" cy="2454120"/>
              <a:chOff x="1599480" y="-980640"/>
              <a:chExt cx="142920" cy="2454120"/>
            </a:xfrm>
          </p:grpSpPr>
          <p:sp>
            <p:nvSpPr>
              <p:cNvPr id="1049358" name="Google Shape;3348;p37"/>
              <p:cNvSpPr/>
              <p:nvPr/>
            </p:nvSpPr>
            <p:spPr>
              <a:xfrm>
                <a:off x="1599480" y="1330560"/>
                <a:ext cx="142920" cy="142920"/>
              </a:xfrm>
              <a:prstGeom prst="rect"/>
              <a:noFill/>
              <a:ln w="0">
                <a:noFill/>
              </a:ln>
            </p:spPr>
            <p:style>
              <a:lnRef idx="0">
                <a:srgbClr val="000000"/>
              </a:lnRef>
              <a:fillRef idx="0">
                <a:srgbClr val="000000"/>
              </a:fillRef>
              <a:effectRef idx="0">
                <a:srgbClr val="000000"/>
              </a:effectRef>
              <a:fontRef idx="minor">
                <a:srgbClr val="000000"/>
              </a:fontRef>
            </p:style>
            <p:txBody>
              <a:bodyPr anchor="ctr" bIns="71640" tIns="71640">
                <a:noAutofit/>
              </a:bodyPr>
              <a:p>
                <a:pPr algn="ctr"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sz="1800" lang="en-US" strike="noStrike" u="none">
                  <a:solidFill>
                    <a:srgbClr val="FFFFFF"/>
                  </a:solidFill>
                  <a:effectLst/>
                  <a:latin typeface="OpenSymbol"/>
                </a:endParaRPr>
              </a:p>
            </p:txBody>
          </p:sp>
          <p:sp>
            <p:nvSpPr>
              <p:cNvPr id="1049359" name="Google Shape;3349;p37"/>
              <p:cNvSpPr/>
              <p:nvPr/>
            </p:nvSpPr>
            <p:spPr>
              <a:xfrm>
                <a:off x="1608120" y="1119600"/>
                <a:ext cx="126000" cy="126360"/>
              </a:xfrm>
              <a:prstGeom prst="rect"/>
              <a:solidFill>
                <a:srgbClr val="009F8C">
                  <a:alpha val="5000"/>
                </a:srgbClr>
              </a:solidFill>
              <a:ln w="0">
                <a:noFill/>
              </a:ln>
            </p:spPr>
            <p:style>
              <a:lnRef idx="0">
                <a:srgbClr val="000000"/>
              </a:lnRef>
              <a:fillRef idx="0">
                <a:srgbClr val="000000"/>
              </a:fillRef>
              <a:effectRef idx="0">
                <a:srgbClr val="000000"/>
              </a:effectRef>
              <a:fontRef idx="minor">
                <a:srgbClr val="000000"/>
              </a:fontRef>
            </p:style>
            <p:txBody>
              <a:bodyPr anchor="ctr" bIns="63360" tIns="63360">
                <a:noAutofit/>
              </a:bodyPr>
              <a:p>
                <a:pPr algn="ctr"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sz="1800" lang="en-US" strike="noStrike" u="none">
                  <a:solidFill>
                    <a:srgbClr val="FFFFFF"/>
                  </a:solidFill>
                  <a:effectLst/>
                  <a:latin typeface="OpenSymbol"/>
                </a:endParaRPr>
              </a:p>
            </p:txBody>
          </p:sp>
          <p:sp>
            <p:nvSpPr>
              <p:cNvPr id="1049360" name="Google Shape;3350;p37"/>
              <p:cNvSpPr/>
              <p:nvPr/>
            </p:nvSpPr>
            <p:spPr>
              <a:xfrm>
                <a:off x="1608120" y="909000"/>
                <a:ext cx="126000" cy="126360"/>
              </a:xfrm>
              <a:prstGeom prst="rect"/>
              <a:solidFill>
                <a:srgbClr val="009F8C">
                  <a:alpha val="10000"/>
                </a:srgbClr>
              </a:solidFill>
              <a:ln w="0">
                <a:noFill/>
              </a:ln>
            </p:spPr>
            <p:style>
              <a:lnRef idx="0">
                <a:srgbClr val="000000"/>
              </a:lnRef>
              <a:fillRef idx="0">
                <a:srgbClr val="000000"/>
              </a:fillRef>
              <a:effectRef idx="0">
                <a:srgbClr val="000000"/>
              </a:effectRef>
              <a:fontRef idx="minor">
                <a:srgbClr val="000000"/>
              </a:fontRef>
            </p:style>
            <p:txBody>
              <a:bodyPr anchor="ctr" bIns="63360" tIns="63360">
                <a:noAutofit/>
              </a:bodyPr>
              <a:p>
                <a:pPr algn="ctr"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sz="1800" lang="en-US" strike="noStrike" u="none">
                  <a:solidFill>
                    <a:srgbClr val="FFFFFF"/>
                  </a:solidFill>
                  <a:effectLst/>
                  <a:latin typeface="OpenSymbol"/>
                </a:endParaRPr>
              </a:p>
            </p:txBody>
          </p:sp>
          <p:sp>
            <p:nvSpPr>
              <p:cNvPr id="1049361" name="Google Shape;3351;p37"/>
              <p:cNvSpPr/>
              <p:nvPr/>
            </p:nvSpPr>
            <p:spPr>
              <a:xfrm>
                <a:off x="1608120" y="698040"/>
                <a:ext cx="126000" cy="126360"/>
              </a:xfrm>
              <a:prstGeom prst="rect"/>
              <a:solidFill>
                <a:srgbClr val="009F8C">
                  <a:alpha val="20000"/>
                </a:srgbClr>
              </a:solidFill>
              <a:ln w="0">
                <a:noFill/>
              </a:ln>
            </p:spPr>
            <p:style>
              <a:lnRef idx="0">
                <a:srgbClr val="000000"/>
              </a:lnRef>
              <a:fillRef idx="0">
                <a:srgbClr val="000000"/>
              </a:fillRef>
              <a:effectRef idx="0">
                <a:srgbClr val="000000"/>
              </a:effectRef>
              <a:fontRef idx="minor">
                <a:srgbClr val="000000"/>
              </a:fontRef>
            </p:style>
            <p:txBody>
              <a:bodyPr anchor="ctr" bIns="63360" tIns="63360">
                <a:noAutofit/>
              </a:bodyPr>
              <a:p>
                <a:pPr algn="ctr"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sz="1800" lang="en-US" strike="noStrike" u="none">
                  <a:solidFill>
                    <a:srgbClr val="FFFFFF"/>
                  </a:solidFill>
                  <a:effectLst/>
                  <a:latin typeface="OpenSymbol"/>
                </a:endParaRPr>
              </a:p>
            </p:txBody>
          </p:sp>
          <p:sp>
            <p:nvSpPr>
              <p:cNvPr id="1049362" name="Google Shape;3352;p37"/>
              <p:cNvSpPr/>
              <p:nvPr/>
            </p:nvSpPr>
            <p:spPr>
              <a:xfrm>
                <a:off x="1612440" y="487440"/>
                <a:ext cx="117360" cy="117720"/>
              </a:xfrm>
              <a:prstGeom prst="rect"/>
              <a:solidFill>
                <a:srgbClr val="009F8C">
                  <a:alpha val="30000"/>
                </a:srgbClr>
              </a:solidFill>
              <a:ln w="0">
                <a:noFill/>
              </a:ln>
            </p:spPr>
            <p:style>
              <a:lnRef idx="0">
                <a:srgbClr val="000000"/>
              </a:lnRef>
              <a:fillRef idx="0">
                <a:srgbClr val="000000"/>
              </a:fillRef>
              <a:effectRef idx="0">
                <a:srgbClr val="000000"/>
              </a:effectRef>
              <a:fontRef idx="minor">
                <a:srgbClr val="000000"/>
              </a:fontRef>
            </p:style>
            <p:txBody>
              <a:bodyPr anchor="ctr" bIns="59040" tIns="59040">
                <a:noAutofit/>
              </a:bodyPr>
              <a:p>
                <a:pPr algn="ctr"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sz="1800" lang="en-US" strike="noStrike" u="none">
                  <a:solidFill>
                    <a:srgbClr val="FFFFFF"/>
                  </a:solidFill>
                  <a:effectLst/>
                  <a:latin typeface="OpenSymbol"/>
                </a:endParaRPr>
              </a:p>
            </p:txBody>
          </p:sp>
          <p:sp>
            <p:nvSpPr>
              <p:cNvPr id="1049363" name="Google Shape;3353;p37"/>
              <p:cNvSpPr/>
              <p:nvPr/>
            </p:nvSpPr>
            <p:spPr>
              <a:xfrm>
                <a:off x="1612440" y="276840"/>
                <a:ext cx="117360" cy="117720"/>
              </a:xfrm>
              <a:prstGeom prst="rect"/>
              <a:solidFill>
                <a:srgbClr val="009F8C">
                  <a:alpha val="40000"/>
                </a:srgbClr>
              </a:solidFill>
              <a:ln w="0">
                <a:noFill/>
              </a:ln>
            </p:spPr>
            <p:style>
              <a:lnRef idx="0">
                <a:srgbClr val="000000"/>
              </a:lnRef>
              <a:fillRef idx="0">
                <a:srgbClr val="000000"/>
              </a:fillRef>
              <a:effectRef idx="0">
                <a:srgbClr val="000000"/>
              </a:effectRef>
              <a:fontRef idx="minor">
                <a:srgbClr val="000000"/>
              </a:fontRef>
            </p:style>
            <p:txBody>
              <a:bodyPr anchor="ctr" bIns="59040" tIns="59040">
                <a:noAutofit/>
              </a:bodyPr>
              <a:p>
                <a:pPr algn="ctr"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sz="1800" lang="en-US" strike="noStrike" u="none">
                  <a:solidFill>
                    <a:srgbClr val="FFFFFF"/>
                  </a:solidFill>
                  <a:effectLst/>
                  <a:latin typeface="OpenSymbol"/>
                </a:endParaRPr>
              </a:p>
            </p:txBody>
          </p:sp>
          <p:sp>
            <p:nvSpPr>
              <p:cNvPr id="1049364" name="Google Shape;3354;p37"/>
              <p:cNvSpPr/>
              <p:nvPr/>
            </p:nvSpPr>
            <p:spPr>
              <a:xfrm>
                <a:off x="1614600" y="65880"/>
                <a:ext cx="113040" cy="113040"/>
              </a:xfrm>
              <a:prstGeom prst="rect"/>
              <a:solidFill>
                <a:srgbClr val="009F8C">
                  <a:alpha val="50000"/>
                </a:srgbClr>
              </a:solidFill>
              <a:ln w="0">
                <a:noFill/>
              </a:ln>
            </p:spPr>
            <p:style>
              <a:lnRef idx="0">
                <a:srgbClr val="000000"/>
              </a:lnRef>
              <a:fillRef idx="0">
                <a:srgbClr val="000000"/>
              </a:fillRef>
              <a:effectRef idx="0">
                <a:srgbClr val="000000"/>
              </a:effectRef>
              <a:fontRef idx="minor">
                <a:srgbClr val="000000"/>
              </a:fontRef>
            </p:style>
            <p:txBody>
              <a:bodyPr anchor="ctr" bIns="56520" tIns="56520">
                <a:noAutofit/>
              </a:bodyPr>
              <a:p>
                <a:pPr algn="ctr"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sz="1800" lang="en-US" strike="noStrike" u="none">
                  <a:solidFill>
                    <a:srgbClr val="FFFFFF"/>
                  </a:solidFill>
                  <a:effectLst/>
                  <a:latin typeface="OpenSymbol"/>
                </a:endParaRPr>
              </a:p>
            </p:txBody>
          </p:sp>
          <p:sp>
            <p:nvSpPr>
              <p:cNvPr id="1049365" name="Google Shape;3355;p37"/>
              <p:cNvSpPr/>
              <p:nvPr/>
            </p:nvSpPr>
            <p:spPr>
              <a:xfrm>
                <a:off x="1616760" y="-144720"/>
                <a:ext cx="108720" cy="108720"/>
              </a:xfrm>
              <a:prstGeom prst="rect"/>
              <a:solidFill>
                <a:srgbClr val="009F8C">
                  <a:alpha val="55000"/>
                </a:srgbClr>
              </a:solidFill>
              <a:ln w="0">
                <a:noFill/>
              </a:ln>
            </p:spPr>
            <p:style>
              <a:lnRef idx="0">
                <a:srgbClr val="000000"/>
              </a:lnRef>
              <a:fillRef idx="0">
                <a:srgbClr val="000000"/>
              </a:fillRef>
              <a:effectRef idx="0">
                <a:srgbClr val="000000"/>
              </a:effectRef>
              <a:fontRef idx="minor">
                <a:srgbClr val="000000"/>
              </a:fontRef>
            </p:style>
            <p:txBody>
              <a:bodyPr anchor="ctr" bIns="54360" tIns="54360">
                <a:noAutofit/>
              </a:bodyPr>
              <a:p>
                <a:pPr algn="ctr"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sz="1800" lang="en-US" strike="noStrike" u="none">
                  <a:solidFill>
                    <a:srgbClr val="FFFFFF"/>
                  </a:solidFill>
                  <a:effectLst/>
                  <a:latin typeface="OpenSymbol"/>
                </a:endParaRPr>
              </a:p>
            </p:txBody>
          </p:sp>
          <p:sp>
            <p:nvSpPr>
              <p:cNvPr id="1049366" name="Google Shape;3356;p37"/>
              <p:cNvSpPr/>
              <p:nvPr/>
            </p:nvSpPr>
            <p:spPr>
              <a:xfrm>
                <a:off x="1621800" y="-351000"/>
                <a:ext cx="98640" cy="98640"/>
              </a:xfrm>
              <a:prstGeom prst="rect"/>
              <a:solidFill>
                <a:srgbClr val="009F8C">
                  <a:alpha val="60000"/>
                </a:srgbClr>
              </a:solidFill>
              <a:ln w="0">
                <a:noFill/>
              </a:ln>
            </p:spPr>
            <p:style>
              <a:lnRef idx="0">
                <a:srgbClr val="000000"/>
              </a:lnRef>
              <a:fillRef idx="0">
                <a:srgbClr val="000000"/>
              </a:fillRef>
              <a:effectRef idx="0">
                <a:srgbClr val="000000"/>
              </a:effectRef>
              <a:fontRef idx="minor">
                <a:srgbClr val="000000"/>
              </a:fontRef>
            </p:style>
            <p:txBody>
              <a:bodyPr anchor="ctr" bIns="49320" tIns="49320">
                <a:noAutofit/>
              </a:bodyPr>
              <a:p>
                <a:pPr algn="ctr"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sz="1800" lang="en-US" strike="noStrike" u="none">
                  <a:solidFill>
                    <a:srgbClr val="FFFFFF"/>
                  </a:solidFill>
                  <a:effectLst/>
                  <a:latin typeface="OpenSymbol"/>
                </a:endParaRPr>
              </a:p>
            </p:txBody>
          </p:sp>
          <p:sp>
            <p:nvSpPr>
              <p:cNvPr id="1049367" name="Google Shape;3357;p37"/>
              <p:cNvSpPr/>
              <p:nvPr/>
            </p:nvSpPr>
            <p:spPr>
              <a:xfrm>
                <a:off x="1626480" y="-557280"/>
                <a:ext cx="88920" cy="88920"/>
              </a:xfrm>
              <a:prstGeom prst="rect"/>
              <a:solidFill>
                <a:srgbClr val="009F8C">
                  <a:alpha val="65000"/>
                </a:srgbClr>
              </a:solidFill>
              <a:ln w="0">
                <a:noFill/>
              </a:ln>
            </p:spPr>
            <p:style>
              <a:lnRef idx="0">
                <a:srgbClr val="000000"/>
              </a:lnRef>
              <a:fillRef idx="0">
                <a:srgbClr val="000000"/>
              </a:fillRef>
              <a:effectRef idx="0">
                <a:srgbClr val="000000"/>
              </a:effectRef>
              <a:fontRef idx="minor">
                <a:srgbClr val="000000"/>
              </a:fontRef>
            </p:style>
            <p:txBody>
              <a:bodyPr anchor="ctr" bIns="44640" tIns="44640">
                <a:noAutofit/>
              </a:bodyPr>
              <a:p>
                <a:pPr algn="ctr"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sz="1800" lang="en-US" strike="noStrike" u="none">
                  <a:solidFill>
                    <a:srgbClr val="FFFFFF"/>
                  </a:solidFill>
                  <a:effectLst/>
                  <a:latin typeface="OpenSymbol"/>
                </a:endParaRPr>
              </a:p>
            </p:txBody>
          </p:sp>
          <p:sp>
            <p:nvSpPr>
              <p:cNvPr id="1049368" name="Google Shape;3358;p37"/>
              <p:cNvSpPr/>
              <p:nvPr/>
            </p:nvSpPr>
            <p:spPr>
              <a:xfrm>
                <a:off x="1626480" y="-763200"/>
                <a:ext cx="88920" cy="88920"/>
              </a:xfrm>
              <a:prstGeom prst="rect"/>
              <a:solidFill>
                <a:srgbClr val="009F8C">
                  <a:alpha val="70000"/>
                </a:srgbClr>
              </a:solidFill>
              <a:ln w="0">
                <a:noFill/>
              </a:ln>
            </p:spPr>
            <p:style>
              <a:lnRef idx="0">
                <a:srgbClr val="000000"/>
              </a:lnRef>
              <a:fillRef idx="0">
                <a:srgbClr val="000000"/>
              </a:fillRef>
              <a:effectRef idx="0">
                <a:srgbClr val="000000"/>
              </a:effectRef>
              <a:fontRef idx="minor">
                <a:srgbClr val="000000"/>
              </a:fontRef>
            </p:style>
            <p:txBody>
              <a:bodyPr anchor="ctr" bIns="44640" tIns="44640">
                <a:noAutofit/>
              </a:bodyPr>
              <a:p>
                <a:pPr algn="ctr"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sz="1800" lang="en-US" strike="noStrike" u="none">
                  <a:solidFill>
                    <a:srgbClr val="FFFFFF"/>
                  </a:solidFill>
                  <a:effectLst/>
                  <a:latin typeface="OpenSymbol"/>
                </a:endParaRPr>
              </a:p>
            </p:txBody>
          </p:sp>
          <p:sp>
            <p:nvSpPr>
              <p:cNvPr id="1049369" name="Google Shape;3359;p37"/>
              <p:cNvSpPr/>
              <p:nvPr/>
            </p:nvSpPr>
            <p:spPr>
              <a:xfrm>
                <a:off x="1631520" y="-980640"/>
                <a:ext cx="79200" cy="79200"/>
              </a:xfrm>
              <a:prstGeom prst="rect"/>
              <a:solidFill>
                <a:srgbClr val="009F8C">
                  <a:alpha val="80000"/>
                </a:srgbClr>
              </a:solidFill>
              <a:ln w="0">
                <a:noFill/>
              </a:ln>
            </p:spPr>
            <p:style>
              <a:lnRef idx="0">
                <a:srgbClr val="000000"/>
              </a:lnRef>
              <a:fillRef idx="0">
                <a:srgbClr val="000000"/>
              </a:fillRef>
              <a:effectRef idx="0">
                <a:srgbClr val="000000"/>
              </a:effectRef>
              <a:fontRef idx="minor">
                <a:srgbClr val="000000"/>
              </a:fontRef>
            </p:style>
            <p:txBody>
              <a:bodyPr anchor="ctr" bIns="39600" tIns="39600">
                <a:noAutofit/>
              </a:bodyPr>
              <a:p>
                <a:pPr algn="ctr"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sz="1800" lang="en-US" strike="noStrike" u="none">
                  <a:solidFill>
                    <a:srgbClr val="FFFFFF"/>
                  </a:solidFill>
                  <a:effectLst/>
                  <a:latin typeface="OpenSymbol"/>
                </a:endParaRPr>
              </a:p>
            </p:txBody>
          </p:sp>
        </p:grpSp>
      </p:grpSp>
      <p:grpSp>
        <p:nvGrpSpPr>
          <p:cNvPr id="163" name="Google Shape;3360;p37"/>
          <p:cNvGrpSpPr/>
          <p:nvPr/>
        </p:nvGrpSpPr>
        <p:grpSpPr>
          <a:xfrm>
            <a:off x="1046160" y="2149560"/>
            <a:ext cx="142920" cy="2454120"/>
            <a:chOff x="1046160" y="2149560"/>
            <a:chExt cx="142920" cy="2454120"/>
          </a:xfrm>
        </p:grpSpPr>
        <p:grpSp>
          <p:nvGrpSpPr>
            <p:cNvPr id="164" name="Google Shape;3361;p37"/>
            <p:cNvGrpSpPr/>
            <p:nvPr/>
          </p:nvGrpSpPr>
          <p:grpSpPr>
            <a:xfrm>
              <a:off x="1046160" y="2149560"/>
              <a:ext cx="142920" cy="2454120"/>
              <a:chOff x="1046160" y="2149560"/>
              <a:chExt cx="142920" cy="2454120"/>
            </a:xfrm>
          </p:grpSpPr>
          <p:sp>
            <p:nvSpPr>
              <p:cNvPr id="1049370" name="Google Shape;3362;p37"/>
              <p:cNvSpPr/>
              <p:nvPr/>
            </p:nvSpPr>
            <p:spPr>
              <a:xfrm>
                <a:off x="1046160" y="4460760"/>
                <a:ext cx="142920" cy="142920"/>
              </a:xfrm>
              <a:prstGeom prst="rect"/>
              <a:gradFill rotWithShape="0">
                <a:gsLst>
                  <a:gs pos="0">
                    <a:srgbClr val="B6F8F0"/>
                  </a:gs>
                  <a:gs pos="100000">
                    <a:srgbClr val="7DF3E5"/>
                  </a:gs>
                </a:gsLst>
                <a:lin ang="2700000"/>
              </a:gradFill>
              <a:ln w="0">
                <a:noFill/>
              </a:ln>
              <a:effectLst>
                <a:outerShdw algn="bl" blurRad="185760" rotWithShape="0">
                  <a:schemeClr val="dk1">
                    <a:alpha val="31000"/>
                  </a:schemeClr>
                </a:outerShdw>
              </a:effectLst>
            </p:spPr>
            <p:style>
              <a:lnRef idx="0">
                <a:srgbClr val="000000"/>
              </a:lnRef>
              <a:fillRef idx="0">
                <a:srgbClr val="000000"/>
              </a:fillRef>
              <a:effectRef idx="0">
                <a:srgbClr val="000000"/>
              </a:effectRef>
              <a:fontRef idx="minor">
                <a:srgbClr val="000000"/>
              </a:fontRef>
            </p:style>
            <p:txBody>
              <a:bodyPr anchor="ctr" bIns="71640" tIns="71640">
                <a:noAutofit/>
              </a:bodyPr>
              <a:p>
                <a:pPr algn="ctr"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sz="1800" lang="en-US" strike="noStrike" u="none">
                  <a:solidFill>
                    <a:srgbClr val="000000"/>
                  </a:solidFill>
                  <a:effectLst/>
                  <a:latin typeface="OpenSymbol"/>
                </a:endParaRPr>
              </a:p>
            </p:txBody>
          </p:sp>
          <p:sp>
            <p:nvSpPr>
              <p:cNvPr id="1049371" name="Google Shape;3363;p37"/>
              <p:cNvSpPr/>
              <p:nvPr/>
            </p:nvSpPr>
            <p:spPr>
              <a:xfrm>
                <a:off x="1054800" y="4249800"/>
                <a:ext cx="126000" cy="126360"/>
              </a:xfrm>
              <a:prstGeom prst="rect"/>
              <a:gradFill rotWithShape="0">
                <a:gsLst>
                  <a:gs pos="0">
                    <a:srgbClr val="B6F8F0"/>
                  </a:gs>
                  <a:gs pos="100000">
                    <a:srgbClr val="7DF3E5"/>
                  </a:gs>
                </a:gsLst>
                <a:lin ang="2700000"/>
              </a:gradFill>
              <a:ln w="0">
                <a:noFill/>
              </a:ln>
              <a:effectLst>
                <a:outerShdw algn="bl" blurRad="185760" rotWithShape="0">
                  <a:schemeClr val="dk1">
                    <a:alpha val="31000"/>
                  </a:schemeClr>
                </a:outerShdw>
              </a:effectLst>
            </p:spPr>
            <p:style>
              <a:lnRef idx="0">
                <a:srgbClr val="000000"/>
              </a:lnRef>
              <a:fillRef idx="0">
                <a:srgbClr val="000000"/>
              </a:fillRef>
              <a:effectRef idx="0">
                <a:srgbClr val="000000"/>
              </a:effectRef>
              <a:fontRef idx="minor">
                <a:srgbClr val="000000"/>
              </a:fontRef>
            </p:style>
            <p:txBody>
              <a:bodyPr anchor="ctr" bIns="63360" tIns="63360">
                <a:noAutofit/>
              </a:bodyPr>
              <a:p>
                <a:pPr algn="ctr"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sz="1800" lang="en-US" strike="noStrike" u="none">
                  <a:solidFill>
                    <a:srgbClr val="000000"/>
                  </a:solidFill>
                  <a:effectLst/>
                  <a:latin typeface="OpenSymbol"/>
                </a:endParaRPr>
              </a:p>
            </p:txBody>
          </p:sp>
          <p:sp>
            <p:nvSpPr>
              <p:cNvPr id="1049372" name="Google Shape;3364;p37"/>
              <p:cNvSpPr/>
              <p:nvPr/>
            </p:nvSpPr>
            <p:spPr>
              <a:xfrm>
                <a:off x="1054800" y="4039200"/>
                <a:ext cx="126000" cy="126360"/>
              </a:xfrm>
              <a:prstGeom prst="rect"/>
              <a:gradFill rotWithShape="0">
                <a:gsLst>
                  <a:gs pos="0">
                    <a:srgbClr val="B6F8F0"/>
                  </a:gs>
                  <a:gs pos="100000">
                    <a:srgbClr val="7DF3E5"/>
                  </a:gs>
                </a:gsLst>
                <a:lin ang="2700000"/>
              </a:gradFill>
              <a:ln w="0">
                <a:noFill/>
              </a:ln>
              <a:effectLst>
                <a:outerShdw algn="bl" blurRad="185760" rotWithShape="0">
                  <a:schemeClr val="dk1">
                    <a:alpha val="31000"/>
                  </a:schemeClr>
                </a:outerShdw>
              </a:effectLst>
            </p:spPr>
            <p:style>
              <a:lnRef idx="0">
                <a:srgbClr val="000000"/>
              </a:lnRef>
              <a:fillRef idx="0">
                <a:srgbClr val="000000"/>
              </a:fillRef>
              <a:effectRef idx="0">
                <a:srgbClr val="000000"/>
              </a:effectRef>
              <a:fontRef idx="minor">
                <a:srgbClr val="000000"/>
              </a:fontRef>
            </p:style>
            <p:txBody>
              <a:bodyPr anchor="ctr" bIns="63360" tIns="63360">
                <a:noAutofit/>
              </a:bodyPr>
              <a:p>
                <a:pPr algn="ctr"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sz="1800" lang="en-US" strike="noStrike" u="none">
                  <a:solidFill>
                    <a:srgbClr val="000000"/>
                  </a:solidFill>
                  <a:effectLst/>
                  <a:latin typeface="OpenSymbol"/>
                </a:endParaRPr>
              </a:p>
            </p:txBody>
          </p:sp>
          <p:sp>
            <p:nvSpPr>
              <p:cNvPr id="1049373" name="Google Shape;3365;p37"/>
              <p:cNvSpPr/>
              <p:nvPr/>
            </p:nvSpPr>
            <p:spPr>
              <a:xfrm>
                <a:off x="1054800" y="3828600"/>
                <a:ext cx="126000" cy="126360"/>
              </a:xfrm>
              <a:prstGeom prst="rect"/>
              <a:gradFill rotWithShape="0">
                <a:gsLst>
                  <a:gs pos="0">
                    <a:srgbClr val="B6F8F0"/>
                  </a:gs>
                  <a:gs pos="100000">
                    <a:srgbClr val="7DF3E5"/>
                  </a:gs>
                </a:gsLst>
                <a:lin ang="2700000"/>
              </a:gradFill>
              <a:ln w="0">
                <a:noFill/>
              </a:ln>
              <a:effectLst>
                <a:outerShdw algn="bl" blurRad="185760" rotWithShape="0">
                  <a:schemeClr val="dk1">
                    <a:alpha val="31000"/>
                  </a:schemeClr>
                </a:outerShdw>
              </a:effectLst>
            </p:spPr>
            <p:style>
              <a:lnRef idx="0">
                <a:srgbClr val="000000"/>
              </a:lnRef>
              <a:fillRef idx="0">
                <a:srgbClr val="000000"/>
              </a:fillRef>
              <a:effectRef idx="0">
                <a:srgbClr val="000000"/>
              </a:effectRef>
              <a:fontRef idx="minor">
                <a:srgbClr val="000000"/>
              </a:fontRef>
            </p:style>
            <p:txBody>
              <a:bodyPr anchor="ctr" bIns="63360" tIns="63360">
                <a:noAutofit/>
              </a:bodyPr>
              <a:p>
                <a:pPr algn="ctr"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sz="1800" lang="en-US" strike="noStrike" u="none">
                  <a:solidFill>
                    <a:srgbClr val="000000"/>
                  </a:solidFill>
                  <a:effectLst/>
                  <a:latin typeface="OpenSymbol"/>
                </a:endParaRPr>
              </a:p>
            </p:txBody>
          </p:sp>
          <p:sp>
            <p:nvSpPr>
              <p:cNvPr id="1049374" name="Google Shape;3366;p37"/>
              <p:cNvSpPr/>
              <p:nvPr/>
            </p:nvSpPr>
            <p:spPr>
              <a:xfrm>
                <a:off x="1059120" y="3617640"/>
                <a:ext cx="117360" cy="117720"/>
              </a:xfrm>
              <a:prstGeom prst="rect"/>
              <a:gradFill rotWithShape="0">
                <a:gsLst>
                  <a:gs pos="0">
                    <a:srgbClr val="B6F8F0"/>
                  </a:gs>
                  <a:gs pos="100000">
                    <a:srgbClr val="7DF3E5"/>
                  </a:gs>
                </a:gsLst>
                <a:lin ang="2700000"/>
              </a:gradFill>
              <a:ln w="0">
                <a:noFill/>
              </a:ln>
              <a:effectLst>
                <a:outerShdw algn="bl" blurRad="185760" rotWithShape="0">
                  <a:schemeClr val="dk1">
                    <a:alpha val="31000"/>
                  </a:schemeClr>
                </a:outerShdw>
              </a:effectLst>
            </p:spPr>
            <p:style>
              <a:lnRef idx="0">
                <a:srgbClr val="000000"/>
              </a:lnRef>
              <a:fillRef idx="0">
                <a:srgbClr val="000000"/>
              </a:fillRef>
              <a:effectRef idx="0">
                <a:srgbClr val="000000"/>
              </a:effectRef>
              <a:fontRef idx="minor">
                <a:srgbClr val="000000"/>
              </a:fontRef>
            </p:style>
            <p:txBody>
              <a:bodyPr anchor="ctr" bIns="59040" tIns="59040">
                <a:noAutofit/>
              </a:bodyPr>
              <a:p>
                <a:pPr algn="ctr"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sz="1800" lang="en-US" strike="noStrike" u="none">
                  <a:solidFill>
                    <a:srgbClr val="000000"/>
                  </a:solidFill>
                  <a:effectLst/>
                  <a:latin typeface="OpenSymbol"/>
                </a:endParaRPr>
              </a:p>
            </p:txBody>
          </p:sp>
          <p:sp>
            <p:nvSpPr>
              <p:cNvPr id="1049375" name="Google Shape;3367;p37"/>
              <p:cNvSpPr/>
              <p:nvPr/>
            </p:nvSpPr>
            <p:spPr>
              <a:xfrm>
                <a:off x="1059120" y="3407040"/>
                <a:ext cx="117360" cy="117720"/>
              </a:xfrm>
              <a:prstGeom prst="rect"/>
              <a:gradFill rotWithShape="0">
                <a:gsLst>
                  <a:gs pos="0">
                    <a:srgbClr val="B6F8F0"/>
                  </a:gs>
                  <a:gs pos="100000">
                    <a:srgbClr val="7DF3E5"/>
                  </a:gs>
                </a:gsLst>
                <a:lin ang="2700000"/>
              </a:gradFill>
              <a:ln w="0">
                <a:noFill/>
              </a:ln>
              <a:effectLst>
                <a:outerShdw algn="bl" blurRad="185760" rotWithShape="0">
                  <a:schemeClr val="dk1">
                    <a:alpha val="31000"/>
                  </a:schemeClr>
                </a:outerShdw>
              </a:effectLst>
            </p:spPr>
            <p:style>
              <a:lnRef idx="0">
                <a:srgbClr val="000000"/>
              </a:lnRef>
              <a:fillRef idx="0">
                <a:srgbClr val="000000"/>
              </a:fillRef>
              <a:effectRef idx="0">
                <a:srgbClr val="000000"/>
              </a:effectRef>
              <a:fontRef idx="minor">
                <a:srgbClr val="000000"/>
              </a:fontRef>
            </p:style>
            <p:txBody>
              <a:bodyPr anchor="ctr" bIns="59040" tIns="59040">
                <a:noAutofit/>
              </a:bodyPr>
              <a:p>
                <a:pPr algn="ctr"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sz="1800" lang="en-US" strike="noStrike" u="none">
                  <a:solidFill>
                    <a:srgbClr val="000000"/>
                  </a:solidFill>
                  <a:effectLst/>
                  <a:latin typeface="OpenSymbol"/>
                </a:endParaRPr>
              </a:p>
            </p:txBody>
          </p:sp>
          <p:sp>
            <p:nvSpPr>
              <p:cNvPr id="1049376" name="Google Shape;3368;p37"/>
              <p:cNvSpPr/>
              <p:nvPr/>
            </p:nvSpPr>
            <p:spPr>
              <a:xfrm>
                <a:off x="1060920" y="3196080"/>
                <a:ext cx="113040" cy="113040"/>
              </a:xfrm>
              <a:prstGeom prst="rect"/>
              <a:gradFill rotWithShape="0">
                <a:gsLst>
                  <a:gs pos="0">
                    <a:srgbClr val="B6F8F0"/>
                  </a:gs>
                  <a:gs pos="100000">
                    <a:srgbClr val="7DF3E5"/>
                  </a:gs>
                </a:gsLst>
                <a:lin ang="2700000"/>
              </a:gradFill>
              <a:ln w="0">
                <a:noFill/>
              </a:ln>
              <a:effectLst>
                <a:outerShdw algn="bl" blurRad="185760" rotWithShape="0">
                  <a:schemeClr val="dk1">
                    <a:alpha val="31000"/>
                  </a:schemeClr>
                </a:outerShdw>
              </a:effectLst>
            </p:spPr>
            <p:style>
              <a:lnRef idx="0">
                <a:srgbClr val="000000"/>
              </a:lnRef>
              <a:fillRef idx="0">
                <a:srgbClr val="000000"/>
              </a:fillRef>
              <a:effectRef idx="0">
                <a:srgbClr val="000000"/>
              </a:effectRef>
              <a:fontRef idx="minor">
                <a:srgbClr val="000000"/>
              </a:fontRef>
            </p:style>
            <p:txBody>
              <a:bodyPr anchor="ctr" bIns="56520" tIns="56520">
                <a:noAutofit/>
              </a:bodyPr>
              <a:p>
                <a:pPr algn="ctr"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sz="1800" lang="en-US" strike="noStrike" u="none">
                  <a:solidFill>
                    <a:srgbClr val="000000"/>
                  </a:solidFill>
                  <a:effectLst/>
                  <a:latin typeface="OpenSymbol"/>
                </a:endParaRPr>
              </a:p>
            </p:txBody>
          </p:sp>
          <p:sp>
            <p:nvSpPr>
              <p:cNvPr id="1049377" name="Google Shape;3369;p37"/>
              <p:cNvSpPr/>
              <p:nvPr/>
            </p:nvSpPr>
            <p:spPr>
              <a:xfrm>
                <a:off x="1063440" y="2985480"/>
                <a:ext cx="108720" cy="108720"/>
              </a:xfrm>
              <a:prstGeom prst="rect"/>
              <a:gradFill rotWithShape="0">
                <a:gsLst>
                  <a:gs pos="0">
                    <a:srgbClr val="B6F8F0"/>
                  </a:gs>
                  <a:gs pos="100000">
                    <a:srgbClr val="7DF3E5"/>
                  </a:gs>
                </a:gsLst>
                <a:lin ang="2700000"/>
              </a:gradFill>
              <a:ln w="0">
                <a:noFill/>
              </a:ln>
              <a:effectLst>
                <a:outerShdw algn="bl" blurRad="185760" rotWithShape="0">
                  <a:schemeClr val="dk1">
                    <a:alpha val="31000"/>
                  </a:schemeClr>
                </a:outerShdw>
              </a:effectLst>
            </p:spPr>
            <p:style>
              <a:lnRef idx="0">
                <a:srgbClr val="000000"/>
              </a:lnRef>
              <a:fillRef idx="0">
                <a:srgbClr val="000000"/>
              </a:fillRef>
              <a:effectRef idx="0">
                <a:srgbClr val="000000"/>
              </a:effectRef>
              <a:fontRef idx="minor">
                <a:srgbClr val="000000"/>
              </a:fontRef>
            </p:style>
            <p:txBody>
              <a:bodyPr anchor="ctr" bIns="54360" tIns="54360">
                <a:noAutofit/>
              </a:bodyPr>
              <a:p>
                <a:pPr algn="ctr"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sz="1800" lang="en-US" strike="noStrike" u="none">
                  <a:solidFill>
                    <a:srgbClr val="000000"/>
                  </a:solidFill>
                  <a:effectLst/>
                  <a:latin typeface="OpenSymbol"/>
                </a:endParaRPr>
              </a:p>
            </p:txBody>
          </p:sp>
          <p:sp>
            <p:nvSpPr>
              <p:cNvPr id="1049378" name="Google Shape;3370;p37"/>
              <p:cNvSpPr/>
              <p:nvPr/>
            </p:nvSpPr>
            <p:spPr>
              <a:xfrm>
                <a:off x="1068120" y="2779200"/>
                <a:ext cx="98640" cy="98640"/>
              </a:xfrm>
              <a:prstGeom prst="rect"/>
              <a:gradFill rotWithShape="0">
                <a:gsLst>
                  <a:gs pos="0">
                    <a:srgbClr val="B6F8F0"/>
                  </a:gs>
                  <a:gs pos="100000">
                    <a:srgbClr val="7DF3E5"/>
                  </a:gs>
                </a:gsLst>
                <a:lin ang="2700000"/>
              </a:gradFill>
              <a:ln w="0">
                <a:noFill/>
              </a:ln>
              <a:effectLst>
                <a:outerShdw algn="bl" blurRad="185760" rotWithShape="0">
                  <a:schemeClr val="dk1">
                    <a:alpha val="31000"/>
                  </a:schemeClr>
                </a:outerShdw>
              </a:effectLst>
            </p:spPr>
            <p:style>
              <a:lnRef idx="0">
                <a:srgbClr val="000000"/>
              </a:lnRef>
              <a:fillRef idx="0">
                <a:srgbClr val="000000"/>
              </a:fillRef>
              <a:effectRef idx="0">
                <a:srgbClr val="000000"/>
              </a:effectRef>
              <a:fontRef idx="minor">
                <a:srgbClr val="000000"/>
              </a:fontRef>
            </p:style>
            <p:txBody>
              <a:bodyPr anchor="ctr" bIns="49320" tIns="49320">
                <a:noAutofit/>
              </a:bodyPr>
              <a:p>
                <a:pPr algn="ctr"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sz="1800" lang="en-US" strike="noStrike" u="none">
                  <a:solidFill>
                    <a:srgbClr val="000000"/>
                  </a:solidFill>
                  <a:effectLst/>
                  <a:latin typeface="OpenSymbol"/>
                </a:endParaRPr>
              </a:p>
            </p:txBody>
          </p:sp>
          <p:sp>
            <p:nvSpPr>
              <p:cNvPr id="1049379" name="Google Shape;3371;p37"/>
              <p:cNvSpPr/>
              <p:nvPr/>
            </p:nvSpPr>
            <p:spPr>
              <a:xfrm>
                <a:off x="1073160" y="2572920"/>
                <a:ext cx="88920" cy="88920"/>
              </a:xfrm>
              <a:prstGeom prst="rect"/>
              <a:gradFill rotWithShape="0">
                <a:gsLst>
                  <a:gs pos="0">
                    <a:srgbClr val="B6F8F0"/>
                  </a:gs>
                  <a:gs pos="100000">
                    <a:srgbClr val="7DF3E5"/>
                  </a:gs>
                </a:gsLst>
                <a:lin ang="2700000"/>
              </a:gradFill>
              <a:ln w="0">
                <a:noFill/>
              </a:ln>
              <a:effectLst>
                <a:outerShdw algn="bl" blurRad="185760" rotWithShape="0">
                  <a:schemeClr val="dk1">
                    <a:alpha val="31000"/>
                  </a:schemeClr>
                </a:outerShdw>
              </a:effectLst>
            </p:spPr>
            <p:style>
              <a:lnRef idx="0">
                <a:srgbClr val="000000"/>
              </a:lnRef>
              <a:fillRef idx="0">
                <a:srgbClr val="000000"/>
              </a:fillRef>
              <a:effectRef idx="0">
                <a:srgbClr val="000000"/>
              </a:effectRef>
              <a:fontRef idx="minor">
                <a:srgbClr val="000000"/>
              </a:fontRef>
            </p:style>
            <p:txBody>
              <a:bodyPr anchor="ctr" bIns="44640" tIns="44640">
                <a:noAutofit/>
              </a:bodyPr>
              <a:p>
                <a:pPr algn="ctr"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sz="1800" lang="en-US" strike="noStrike" u="none">
                  <a:solidFill>
                    <a:srgbClr val="000000"/>
                  </a:solidFill>
                  <a:effectLst/>
                  <a:latin typeface="OpenSymbol"/>
                </a:endParaRPr>
              </a:p>
            </p:txBody>
          </p:sp>
          <p:sp>
            <p:nvSpPr>
              <p:cNvPr id="1049380" name="Google Shape;3372;p37"/>
              <p:cNvSpPr/>
              <p:nvPr/>
            </p:nvSpPr>
            <p:spPr>
              <a:xfrm>
                <a:off x="1073160" y="2367000"/>
                <a:ext cx="88920" cy="88920"/>
              </a:xfrm>
              <a:prstGeom prst="rect"/>
              <a:gradFill rotWithShape="0">
                <a:gsLst>
                  <a:gs pos="0">
                    <a:srgbClr val="B6F8F0"/>
                  </a:gs>
                  <a:gs pos="100000">
                    <a:srgbClr val="7DF3E5"/>
                  </a:gs>
                </a:gsLst>
                <a:lin ang="2700000"/>
              </a:gradFill>
              <a:ln w="0">
                <a:noFill/>
              </a:ln>
              <a:effectLst>
                <a:outerShdw algn="bl" blurRad="185760" rotWithShape="0">
                  <a:schemeClr val="dk1">
                    <a:alpha val="31000"/>
                  </a:schemeClr>
                </a:outerShdw>
              </a:effectLst>
            </p:spPr>
            <p:style>
              <a:lnRef idx="0">
                <a:srgbClr val="000000"/>
              </a:lnRef>
              <a:fillRef idx="0">
                <a:srgbClr val="000000"/>
              </a:fillRef>
              <a:effectRef idx="0">
                <a:srgbClr val="000000"/>
              </a:effectRef>
              <a:fontRef idx="minor">
                <a:srgbClr val="000000"/>
              </a:fontRef>
            </p:style>
            <p:txBody>
              <a:bodyPr anchor="ctr" bIns="44640" tIns="44640">
                <a:noAutofit/>
              </a:bodyPr>
              <a:p>
                <a:pPr algn="ctr"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sz="1800" lang="en-US" strike="noStrike" u="none">
                  <a:solidFill>
                    <a:srgbClr val="000000"/>
                  </a:solidFill>
                  <a:effectLst/>
                  <a:latin typeface="OpenSymbol"/>
                </a:endParaRPr>
              </a:p>
            </p:txBody>
          </p:sp>
          <p:sp>
            <p:nvSpPr>
              <p:cNvPr id="1049381" name="Google Shape;3373;p37"/>
              <p:cNvSpPr/>
              <p:nvPr/>
            </p:nvSpPr>
            <p:spPr>
              <a:xfrm>
                <a:off x="1078200" y="2149560"/>
                <a:ext cx="79200" cy="79200"/>
              </a:xfrm>
              <a:prstGeom prst="rect"/>
              <a:gradFill rotWithShape="0">
                <a:gsLst>
                  <a:gs pos="0">
                    <a:srgbClr val="B6F8F0"/>
                  </a:gs>
                  <a:gs pos="100000">
                    <a:srgbClr val="7DF3E5"/>
                  </a:gs>
                </a:gsLst>
                <a:lin ang="2700000"/>
              </a:gradFill>
              <a:ln w="0">
                <a:noFill/>
              </a:ln>
              <a:effectLst>
                <a:outerShdw algn="bl" blurRad="185760" rotWithShape="0">
                  <a:schemeClr val="dk1">
                    <a:alpha val="31000"/>
                  </a:schemeClr>
                </a:outerShdw>
              </a:effectLst>
            </p:spPr>
            <p:style>
              <a:lnRef idx="0">
                <a:srgbClr val="000000"/>
              </a:lnRef>
              <a:fillRef idx="0">
                <a:srgbClr val="000000"/>
              </a:fillRef>
              <a:effectRef idx="0">
                <a:srgbClr val="000000"/>
              </a:effectRef>
              <a:fontRef idx="minor">
                <a:srgbClr val="000000"/>
              </a:fontRef>
            </p:style>
            <p:txBody>
              <a:bodyPr anchor="ctr" bIns="39600" tIns="39600">
                <a:noAutofit/>
              </a:bodyPr>
              <a:p>
                <a:pPr algn="ctr"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sz="1800" lang="en-US" strike="noStrike" u="none">
                  <a:solidFill>
                    <a:srgbClr val="000000"/>
                  </a:solidFill>
                  <a:effectLst/>
                  <a:latin typeface="OpenSymbol"/>
                </a:endParaRPr>
              </a:p>
            </p:txBody>
          </p:sp>
        </p:grpSp>
        <p:grpSp>
          <p:nvGrpSpPr>
            <p:cNvPr id="165" name="Google Shape;3374;p37"/>
            <p:cNvGrpSpPr/>
            <p:nvPr/>
          </p:nvGrpSpPr>
          <p:grpSpPr>
            <a:xfrm>
              <a:off x="1046160" y="2149560"/>
              <a:ext cx="142920" cy="2454120"/>
              <a:chOff x="1046160" y="2149560"/>
              <a:chExt cx="142920" cy="2454120"/>
            </a:xfrm>
          </p:grpSpPr>
          <p:sp>
            <p:nvSpPr>
              <p:cNvPr id="1049382" name="Google Shape;3375;p37"/>
              <p:cNvSpPr/>
              <p:nvPr/>
            </p:nvSpPr>
            <p:spPr>
              <a:xfrm>
                <a:off x="1046160" y="4460760"/>
                <a:ext cx="142920" cy="142920"/>
              </a:xfrm>
              <a:prstGeom prst="rect"/>
              <a:noFill/>
              <a:ln w="0">
                <a:noFill/>
              </a:ln>
            </p:spPr>
            <p:style>
              <a:lnRef idx="0">
                <a:srgbClr val="000000"/>
              </a:lnRef>
              <a:fillRef idx="0">
                <a:srgbClr val="000000"/>
              </a:fillRef>
              <a:effectRef idx="0">
                <a:srgbClr val="000000"/>
              </a:effectRef>
              <a:fontRef idx="minor">
                <a:srgbClr val="000000"/>
              </a:fontRef>
            </p:style>
            <p:txBody>
              <a:bodyPr anchor="ctr" bIns="71640" tIns="71640">
                <a:noAutofit/>
              </a:bodyPr>
              <a:p>
                <a:pPr algn="ctr"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sz="1800" lang="en-US" strike="noStrike" u="none">
                  <a:solidFill>
                    <a:srgbClr val="FFFFFF"/>
                  </a:solidFill>
                  <a:effectLst/>
                  <a:latin typeface="OpenSymbol"/>
                </a:endParaRPr>
              </a:p>
            </p:txBody>
          </p:sp>
          <p:sp>
            <p:nvSpPr>
              <p:cNvPr id="1049383" name="Google Shape;3376;p37"/>
              <p:cNvSpPr/>
              <p:nvPr/>
            </p:nvSpPr>
            <p:spPr>
              <a:xfrm>
                <a:off x="1054800" y="4249800"/>
                <a:ext cx="126000" cy="126360"/>
              </a:xfrm>
              <a:prstGeom prst="rect"/>
              <a:solidFill>
                <a:srgbClr val="009F8C">
                  <a:alpha val="5000"/>
                </a:srgbClr>
              </a:solidFill>
              <a:ln w="0">
                <a:noFill/>
              </a:ln>
            </p:spPr>
            <p:style>
              <a:lnRef idx="0">
                <a:srgbClr val="000000"/>
              </a:lnRef>
              <a:fillRef idx="0">
                <a:srgbClr val="000000"/>
              </a:fillRef>
              <a:effectRef idx="0">
                <a:srgbClr val="000000"/>
              </a:effectRef>
              <a:fontRef idx="minor">
                <a:srgbClr val="000000"/>
              </a:fontRef>
            </p:style>
            <p:txBody>
              <a:bodyPr anchor="ctr" bIns="63360" tIns="63360">
                <a:noAutofit/>
              </a:bodyPr>
              <a:p>
                <a:pPr algn="ctr"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sz="1800" lang="en-US" strike="noStrike" u="none">
                  <a:solidFill>
                    <a:srgbClr val="FFFFFF"/>
                  </a:solidFill>
                  <a:effectLst/>
                  <a:latin typeface="OpenSymbol"/>
                </a:endParaRPr>
              </a:p>
            </p:txBody>
          </p:sp>
          <p:sp>
            <p:nvSpPr>
              <p:cNvPr id="1049384" name="Google Shape;3377;p37"/>
              <p:cNvSpPr/>
              <p:nvPr/>
            </p:nvSpPr>
            <p:spPr>
              <a:xfrm>
                <a:off x="1054800" y="4039200"/>
                <a:ext cx="126000" cy="126360"/>
              </a:xfrm>
              <a:prstGeom prst="rect"/>
              <a:solidFill>
                <a:srgbClr val="009F8C">
                  <a:alpha val="10000"/>
                </a:srgbClr>
              </a:solidFill>
              <a:ln w="0">
                <a:noFill/>
              </a:ln>
            </p:spPr>
            <p:style>
              <a:lnRef idx="0">
                <a:srgbClr val="000000"/>
              </a:lnRef>
              <a:fillRef idx="0">
                <a:srgbClr val="000000"/>
              </a:fillRef>
              <a:effectRef idx="0">
                <a:srgbClr val="000000"/>
              </a:effectRef>
              <a:fontRef idx="minor">
                <a:srgbClr val="000000"/>
              </a:fontRef>
            </p:style>
            <p:txBody>
              <a:bodyPr anchor="ctr" bIns="63360" tIns="63360">
                <a:noAutofit/>
              </a:bodyPr>
              <a:p>
                <a:pPr algn="ctr"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sz="1800" lang="en-US" strike="noStrike" u="none">
                  <a:solidFill>
                    <a:srgbClr val="FFFFFF"/>
                  </a:solidFill>
                  <a:effectLst/>
                  <a:latin typeface="OpenSymbol"/>
                </a:endParaRPr>
              </a:p>
            </p:txBody>
          </p:sp>
          <p:sp>
            <p:nvSpPr>
              <p:cNvPr id="1049385" name="Google Shape;3378;p37"/>
              <p:cNvSpPr/>
              <p:nvPr/>
            </p:nvSpPr>
            <p:spPr>
              <a:xfrm>
                <a:off x="1054800" y="3828600"/>
                <a:ext cx="126000" cy="126360"/>
              </a:xfrm>
              <a:prstGeom prst="rect"/>
              <a:solidFill>
                <a:srgbClr val="009F8C">
                  <a:alpha val="20000"/>
                </a:srgbClr>
              </a:solidFill>
              <a:ln w="0">
                <a:noFill/>
              </a:ln>
            </p:spPr>
            <p:style>
              <a:lnRef idx="0">
                <a:srgbClr val="000000"/>
              </a:lnRef>
              <a:fillRef idx="0">
                <a:srgbClr val="000000"/>
              </a:fillRef>
              <a:effectRef idx="0">
                <a:srgbClr val="000000"/>
              </a:effectRef>
              <a:fontRef idx="minor">
                <a:srgbClr val="000000"/>
              </a:fontRef>
            </p:style>
            <p:txBody>
              <a:bodyPr anchor="ctr" bIns="63360" tIns="63360">
                <a:noAutofit/>
              </a:bodyPr>
              <a:p>
                <a:pPr algn="ctr"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sz="1800" lang="en-US" strike="noStrike" u="none">
                  <a:solidFill>
                    <a:srgbClr val="FFFFFF"/>
                  </a:solidFill>
                  <a:effectLst/>
                  <a:latin typeface="OpenSymbol"/>
                </a:endParaRPr>
              </a:p>
            </p:txBody>
          </p:sp>
          <p:sp>
            <p:nvSpPr>
              <p:cNvPr id="1049386" name="Google Shape;3379;p37"/>
              <p:cNvSpPr/>
              <p:nvPr/>
            </p:nvSpPr>
            <p:spPr>
              <a:xfrm>
                <a:off x="1059120" y="3617640"/>
                <a:ext cx="117360" cy="117720"/>
              </a:xfrm>
              <a:prstGeom prst="rect"/>
              <a:solidFill>
                <a:srgbClr val="009F8C">
                  <a:alpha val="30000"/>
                </a:srgbClr>
              </a:solidFill>
              <a:ln w="0">
                <a:noFill/>
              </a:ln>
            </p:spPr>
            <p:style>
              <a:lnRef idx="0">
                <a:srgbClr val="000000"/>
              </a:lnRef>
              <a:fillRef idx="0">
                <a:srgbClr val="000000"/>
              </a:fillRef>
              <a:effectRef idx="0">
                <a:srgbClr val="000000"/>
              </a:effectRef>
              <a:fontRef idx="minor">
                <a:srgbClr val="000000"/>
              </a:fontRef>
            </p:style>
            <p:txBody>
              <a:bodyPr anchor="ctr" bIns="59040" tIns="59040">
                <a:noAutofit/>
              </a:bodyPr>
              <a:p>
                <a:pPr algn="ctr"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sz="1800" lang="en-US" strike="noStrike" u="none">
                  <a:solidFill>
                    <a:srgbClr val="FFFFFF"/>
                  </a:solidFill>
                  <a:effectLst/>
                  <a:latin typeface="OpenSymbol"/>
                </a:endParaRPr>
              </a:p>
            </p:txBody>
          </p:sp>
          <p:sp>
            <p:nvSpPr>
              <p:cNvPr id="1049387" name="Google Shape;3380;p37"/>
              <p:cNvSpPr/>
              <p:nvPr/>
            </p:nvSpPr>
            <p:spPr>
              <a:xfrm>
                <a:off x="1059120" y="3407040"/>
                <a:ext cx="117360" cy="117720"/>
              </a:xfrm>
              <a:prstGeom prst="rect"/>
              <a:solidFill>
                <a:srgbClr val="009F8C">
                  <a:alpha val="40000"/>
                </a:srgbClr>
              </a:solidFill>
              <a:ln w="0">
                <a:noFill/>
              </a:ln>
            </p:spPr>
            <p:style>
              <a:lnRef idx="0">
                <a:srgbClr val="000000"/>
              </a:lnRef>
              <a:fillRef idx="0">
                <a:srgbClr val="000000"/>
              </a:fillRef>
              <a:effectRef idx="0">
                <a:srgbClr val="000000"/>
              </a:effectRef>
              <a:fontRef idx="minor">
                <a:srgbClr val="000000"/>
              </a:fontRef>
            </p:style>
            <p:txBody>
              <a:bodyPr anchor="ctr" bIns="59040" tIns="59040">
                <a:noAutofit/>
              </a:bodyPr>
              <a:p>
                <a:pPr algn="ctr"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sz="1800" lang="en-US" strike="noStrike" u="none">
                  <a:solidFill>
                    <a:srgbClr val="FFFFFF"/>
                  </a:solidFill>
                  <a:effectLst/>
                  <a:latin typeface="OpenSymbol"/>
                </a:endParaRPr>
              </a:p>
            </p:txBody>
          </p:sp>
          <p:sp>
            <p:nvSpPr>
              <p:cNvPr id="1049388" name="Google Shape;3381;p37"/>
              <p:cNvSpPr/>
              <p:nvPr/>
            </p:nvSpPr>
            <p:spPr>
              <a:xfrm>
                <a:off x="1060920" y="3196080"/>
                <a:ext cx="113040" cy="113040"/>
              </a:xfrm>
              <a:prstGeom prst="rect"/>
              <a:solidFill>
                <a:srgbClr val="009F8C">
                  <a:alpha val="50000"/>
                </a:srgbClr>
              </a:solidFill>
              <a:ln w="0">
                <a:noFill/>
              </a:ln>
            </p:spPr>
            <p:style>
              <a:lnRef idx="0">
                <a:srgbClr val="000000"/>
              </a:lnRef>
              <a:fillRef idx="0">
                <a:srgbClr val="000000"/>
              </a:fillRef>
              <a:effectRef idx="0">
                <a:srgbClr val="000000"/>
              </a:effectRef>
              <a:fontRef idx="minor">
                <a:srgbClr val="000000"/>
              </a:fontRef>
            </p:style>
            <p:txBody>
              <a:bodyPr anchor="ctr" bIns="56520" tIns="56520">
                <a:noAutofit/>
              </a:bodyPr>
              <a:p>
                <a:pPr algn="ctr"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sz="1800" lang="en-US" strike="noStrike" u="none">
                  <a:solidFill>
                    <a:srgbClr val="FFFFFF"/>
                  </a:solidFill>
                  <a:effectLst/>
                  <a:latin typeface="OpenSymbol"/>
                </a:endParaRPr>
              </a:p>
            </p:txBody>
          </p:sp>
          <p:sp>
            <p:nvSpPr>
              <p:cNvPr id="1049389" name="Google Shape;3382;p37"/>
              <p:cNvSpPr/>
              <p:nvPr/>
            </p:nvSpPr>
            <p:spPr>
              <a:xfrm>
                <a:off x="1063440" y="2985480"/>
                <a:ext cx="108720" cy="108720"/>
              </a:xfrm>
              <a:prstGeom prst="rect"/>
              <a:solidFill>
                <a:srgbClr val="009F8C">
                  <a:alpha val="55000"/>
                </a:srgbClr>
              </a:solidFill>
              <a:ln w="0">
                <a:noFill/>
              </a:ln>
            </p:spPr>
            <p:style>
              <a:lnRef idx="0">
                <a:srgbClr val="000000"/>
              </a:lnRef>
              <a:fillRef idx="0">
                <a:srgbClr val="000000"/>
              </a:fillRef>
              <a:effectRef idx="0">
                <a:srgbClr val="000000"/>
              </a:effectRef>
              <a:fontRef idx="minor">
                <a:srgbClr val="000000"/>
              </a:fontRef>
            </p:style>
            <p:txBody>
              <a:bodyPr anchor="ctr" bIns="54360" tIns="54360">
                <a:noAutofit/>
              </a:bodyPr>
              <a:p>
                <a:pPr algn="ctr"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sz="1800" lang="en-US" strike="noStrike" u="none">
                  <a:solidFill>
                    <a:srgbClr val="FFFFFF"/>
                  </a:solidFill>
                  <a:effectLst/>
                  <a:latin typeface="OpenSymbol"/>
                </a:endParaRPr>
              </a:p>
            </p:txBody>
          </p:sp>
          <p:sp>
            <p:nvSpPr>
              <p:cNvPr id="1049390" name="Google Shape;3383;p37"/>
              <p:cNvSpPr/>
              <p:nvPr/>
            </p:nvSpPr>
            <p:spPr>
              <a:xfrm>
                <a:off x="1068120" y="2779200"/>
                <a:ext cx="98640" cy="98640"/>
              </a:xfrm>
              <a:prstGeom prst="rect"/>
              <a:solidFill>
                <a:srgbClr val="009F8C">
                  <a:alpha val="60000"/>
                </a:srgbClr>
              </a:solidFill>
              <a:ln w="0">
                <a:noFill/>
              </a:ln>
            </p:spPr>
            <p:style>
              <a:lnRef idx="0">
                <a:srgbClr val="000000"/>
              </a:lnRef>
              <a:fillRef idx="0">
                <a:srgbClr val="000000"/>
              </a:fillRef>
              <a:effectRef idx="0">
                <a:srgbClr val="000000"/>
              </a:effectRef>
              <a:fontRef idx="minor">
                <a:srgbClr val="000000"/>
              </a:fontRef>
            </p:style>
            <p:txBody>
              <a:bodyPr anchor="ctr" bIns="49320" tIns="49320">
                <a:noAutofit/>
              </a:bodyPr>
              <a:p>
                <a:pPr algn="ctr"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sz="1800" lang="en-US" strike="noStrike" u="none">
                  <a:solidFill>
                    <a:srgbClr val="FFFFFF"/>
                  </a:solidFill>
                  <a:effectLst/>
                  <a:latin typeface="OpenSymbol"/>
                </a:endParaRPr>
              </a:p>
            </p:txBody>
          </p:sp>
          <p:sp>
            <p:nvSpPr>
              <p:cNvPr id="1049391" name="Google Shape;3384;p37"/>
              <p:cNvSpPr/>
              <p:nvPr/>
            </p:nvSpPr>
            <p:spPr>
              <a:xfrm>
                <a:off x="1073160" y="2572920"/>
                <a:ext cx="88920" cy="88920"/>
              </a:xfrm>
              <a:prstGeom prst="rect"/>
              <a:solidFill>
                <a:srgbClr val="009F8C">
                  <a:alpha val="65000"/>
                </a:srgbClr>
              </a:solidFill>
              <a:ln w="0">
                <a:noFill/>
              </a:ln>
            </p:spPr>
            <p:style>
              <a:lnRef idx="0">
                <a:srgbClr val="000000"/>
              </a:lnRef>
              <a:fillRef idx="0">
                <a:srgbClr val="000000"/>
              </a:fillRef>
              <a:effectRef idx="0">
                <a:srgbClr val="000000"/>
              </a:effectRef>
              <a:fontRef idx="minor">
                <a:srgbClr val="000000"/>
              </a:fontRef>
            </p:style>
            <p:txBody>
              <a:bodyPr anchor="ctr" bIns="44640" tIns="44640">
                <a:noAutofit/>
              </a:bodyPr>
              <a:p>
                <a:pPr algn="ctr"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sz="1800" lang="en-US" strike="noStrike" u="none">
                  <a:solidFill>
                    <a:srgbClr val="FFFFFF"/>
                  </a:solidFill>
                  <a:effectLst/>
                  <a:latin typeface="OpenSymbol"/>
                </a:endParaRPr>
              </a:p>
            </p:txBody>
          </p:sp>
          <p:sp>
            <p:nvSpPr>
              <p:cNvPr id="1049392" name="Google Shape;3385;p37"/>
              <p:cNvSpPr/>
              <p:nvPr/>
            </p:nvSpPr>
            <p:spPr>
              <a:xfrm>
                <a:off x="1073160" y="2367000"/>
                <a:ext cx="88920" cy="88920"/>
              </a:xfrm>
              <a:prstGeom prst="rect"/>
              <a:solidFill>
                <a:srgbClr val="009F8C">
                  <a:alpha val="70000"/>
                </a:srgbClr>
              </a:solidFill>
              <a:ln w="0">
                <a:noFill/>
              </a:ln>
            </p:spPr>
            <p:style>
              <a:lnRef idx="0">
                <a:srgbClr val="000000"/>
              </a:lnRef>
              <a:fillRef idx="0">
                <a:srgbClr val="000000"/>
              </a:fillRef>
              <a:effectRef idx="0">
                <a:srgbClr val="000000"/>
              </a:effectRef>
              <a:fontRef idx="minor">
                <a:srgbClr val="000000"/>
              </a:fontRef>
            </p:style>
            <p:txBody>
              <a:bodyPr anchor="ctr" bIns="44640" tIns="44640">
                <a:noAutofit/>
              </a:bodyPr>
              <a:p>
                <a:pPr algn="ctr"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sz="1800" lang="en-US" strike="noStrike" u="none">
                  <a:solidFill>
                    <a:srgbClr val="FFFFFF"/>
                  </a:solidFill>
                  <a:effectLst/>
                  <a:latin typeface="OpenSymbol"/>
                </a:endParaRPr>
              </a:p>
            </p:txBody>
          </p:sp>
          <p:sp>
            <p:nvSpPr>
              <p:cNvPr id="1049393" name="Google Shape;3386;p37"/>
              <p:cNvSpPr/>
              <p:nvPr/>
            </p:nvSpPr>
            <p:spPr>
              <a:xfrm>
                <a:off x="1078200" y="2149560"/>
                <a:ext cx="79200" cy="79200"/>
              </a:xfrm>
              <a:prstGeom prst="rect"/>
              <a:solidFill>
                <a:srgbClr val="009F8C">
                  <a:alpha val="80000"/>
                </a:srgbClr>
              </a:solidFill>
              <a:ln w="0">
                <a:noFill/>
              </a:ln>
            </p:spPr>
            <p:style>
              <a:lnRef idx="0">
                <a:srgbClr val="000000"/>
              </a:lnRef>
              <a:fillRef idx="0">
                <a:srgbClr val="000000"/>
              </a:fillRef>
              <a:effectRef idx="0">
                <a:srgbClr val="000000"/>
              </a:effectRef>
              <a:fontRef idx="minor">
                <a:srgbClr val="000000"/>
              </a:fontRef>
            </p:style>
            <p:txBody>
              <a:bodyPr anchor="ctr" bIns="39600" tIns="39600">
                <a:noAutofit/>
              </a:bodyPr>
              <a:p>
                <a:pPr algn="ctr"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sz="1800" lang="en-US" strike="noStrike" u="none">
                  <a:solidFill>
                    <a:srgbClr val="FFFFFF"/>
                  </a:solidFill>
                  <a:effectLst/>
                  <a:latin typeface="OpenSymbol"/>
                </a:endParaRPr>
              </a:p>
            </p:txBody>
          </p:sp>
        </p:grpSp>
      </p:grpSp>
    </p:spTree>
  </p:cSld>
  <p:clrMapOvr>
    <a:masterClrMapping/>
  </p:clrMapOvr>
  <p:transition spd="slow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6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155" name="Google Shape;3775;p48" descr=""/>
          <p:cNvPicPr>
            <a:picLocks/>
          </p:cNvPicPr>
          <p:nvPr/>
        </p:nvPicPr>
        <p:blipFill>
          <a:blip xmlns:r="http://schemas.openxmlformats.org/officeDocument/2006/relationships" r:embed="rId1"/>
          <a:srcRect l="24286" t="0" r="5842" b="0"/>
          <a:stretch>
            <a:fillRect/>
          </a:stretch>
        </p:blipFill>
        <p:spPr>
          <a:xfrm>
            <a:off x="6605434" y="795960"/>
            <a:ext cx="2193648" cy="3277393"/>
          </a:xfrm>
          <a:prstGeom prst="rect"/>
          <a:noFill/>
          <a:ln w="0">
            <a:noFill/>
          </a:ln>
        </p:spPr>
      </p:pic>
      <p:sp>
        <p:nvSpPr>
          <p:cNvPr id="1049394" name="PlaceHolder 1"/>
          <p:cNvSpPr>
            <a:spLocks noGrp="1"/>
          </p:cNvSpPr>
          <p:nvPr>
            <p:ph type="title"/>
          </p:nvPr>
        </p:nvSpPr>
        <p:spPr>
          <a:xfrm>
            <a:off x="723960" y="205043"/>
            <a:ext cx="5253719" cy="786704"/>
          </a:xfrm>
          <a:prstGeom prst="rect"/>
          <a:noFill/>
          <a:ln w="0">
            <a:noFill/>
          </a:ln>
        </p:spPr>
        <p:txBody>
          <a:bodyPr anchor="b" bIns="91440" lIns="91440" rIns="91440" tIns="91440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altLang="fr-FR" b="0" sz="2400" lang="en-US" strike="noStrike" u="none">
                <a:solidFill>
                  <a:schemeClr val="dk1"/>
                </a:solidFill>
                <a:effectLst/>
                <a:latin typeface="Arial"/>
              </a:rPr>
              <a:t> </a:t>
            </a:r>
            <a:r>
              <a:rPr altLang="fr-FR" b="0" sz="2400" lang="en-US" strike="noStrike" u="none">
                <a:solidFill>
                  <a:schemeClr val="dk1"/>
                </a:solidFill>
                <a:effectLst/>
                <a:latin typeface="Arial"/>
              </a:rPr>
              <a:t> </a:t>
            </a:r>
            <a:r>
              <a:rPr altLang="fr-FR" b="0" sz="2400" lang="en-US" strike="noStrike" u="none">
                <a:solidFill>
                  <a:schemeClr val="dk1"/>
                </a:solidFill>
                <a:effectLst/>
                <a:latin typeface="Arial"/>
              </a:rPr>
              <a:t> </a:t>
            </a:r>
            <a:r>
              <a:rPr altLang="fr-FR" b="0" sz="2400" lang="en-US" strike="noStrike" u="none">
                <a:solidFill>
                  <a:schemeClr val="dk1"/>
                </a:solidFill>
                <a:effectLst/>
                <a:latin typeface="Arial"/>
              </a:rPr>
              <a:t> </a:t>
            </a:r>
            <a:r>
              <a:rPr altLang="fr-FR" b="0" sz="2400" lang="en-US" strike="noStrike" u="none">
                <a:solidFill>
                  <a:schemeClr val="dk1"/>
                </a:solidFill>
                <a:effectLst/>
                <a:latin typeface="Arial"/>
              </a:rPr>
              <a:t> </a:t>
            </a:r>
            <a:r>
              <a:rPr b="0" sz="2400" lang="fr-FR" strike="noStrike" u="none">
                <a:solidFill>
                  <a:schemeClr val="dk1"/>
                </a:solidFill>
                <a:effectLst/>
                <a:latin typeface="Arial"/>
              </a:rPr>
              <a:t>Derivation of String "11010"</a:t>
            </a:r>
            <a:endParaRPr b="0" sz="2400" lang="fr-FR" strike="noStrike" u="none">
              <a:solidFill>
                <a:schemeClr val="dk1"/>
              </a:solidFill>
              <a:effectLst/>
              <a:latin typeface="Arial"/>
            </a:endParaRPr>
          </a:p>
        </p:txBody>
      </p:sp>
      <p:sp>
        <p:nvSpPr>
          <p:cNvPr id="1049395" name="PlaceHolder 2"/>
          <p:cNvSpPr>
            <a:spLocks noGrp="1"/>
          </p:cNvSpPr>
          <p:nvPr>
            <p:ph type="subTitle"/>
          </p:nvPr>
        </p:nvSpPr>
        <p:spPr>
          <a:xfrm>
            <a:off x="723960" y="1175467"/>
            <a:ext cx="5718579" cy="3607955"/>
          </a:xfrm>
          <a:prstGeom prst="rect"/>
          <a:noFill/>
          <a:ln w="0">
            <a:noFill/>
          </a:ln>
        </p:spPr>
        <p:txBody>
          <a:bodyPr anchor="t" bIns="91440" lIns="91440" rIns="91440" tIns="91440">
            <a:normAutofit/>
          </a:bodyPr>
          <a:p>
            <a:pPr indent="0">
              <a:lnSpc>
                <a:spcPct val="150000"/>
              </a:lnSpc>
              <a:buNone/>
              <a:tabLst>
                <a:tab algn="l" pos="0"/>
              </a:tabLst>
            </a:pPr>
            <a:r>
              <a:rPr altLang="en-US" b="0" sz="2000" lang="en-US" strike="noStrike" u="none">
                <a:solidFill>
                  <a:srgbClr val="FFFFFF"/>
                </a:solidFill>
                <a:effectLst/>
                <a:latin typeface="OpenSymbol"/>
              </a:rPr>
              <a:t>◆</a:t>
            </a:r>
            <a:r>
              <a:rPr altLang="en-IN" b="0" sz="2000" lang="en-US" strike="noStrike" u="none">
                <a:solidFill>
                  <a:srgbClr val="FFFFFF"/>
                </a:solidFill>
                <a:effectLst/>
                <a:latin typeface="OpenSymbol"/>
              </a:rPr>
              <a:t> </a:t>
            </a:r>
            <a:r>
              <a:rPr b="0" sz="2000" lang="en-US" strike="noStrike" u="none">
                <a:solidFill>
                  <a:srgbClr val="FFFFFF"/>
                </a:solidFill>
                <a:effectLst/>
                <a:latin typeface="OpenSymbol"/>
              </a:rPr>
              <a:t>Leftmost</a:t>
            </a:r>
            <a:r>
              <a:rPr b="0" sz="2000" lang="en-US" strike="noStrike" u="none">
                <a:solidFill>
                  <a:srgbClr val="FFFFFF"/>
                </a:solidFill>
                <a:effectLst/>
                <a:latin typeface="OpenSymbol"/>
              </a:rPr>
              <a:t> Derivation</a:t>
            </a:r>
            <a:endParaRPr b="0" sz="2000" lang="en-US" strike="noStrike" u="none">
              <a:solidFill>
                <a:srgbClr val="FFFFFF"/>
              </a:solidFill>
              <a:effectLst/>
              <a:latin typeface="OpenSymbol"/>
            </a:endParaRPr>
          </a:p>
          <a:p>
            <a:pPr indent="0">
              <a:lnSpc>
                <a:spcPct val="150000"/>
              </a:lnSpc>
              <a:buNone/>
              <a:tabLst>
                <a:tab algn="l" pos="0"/>
              </a:tabLst>
            </a:pPr>
            <a:r>
              <a:rPr b="0" sz="2000" lang="en-US" strike="noStrike" u="none">
                <a:solidFill>
                  <a:srgbClr val="3399FF"/>
                </a:solidFill>
                <a:effectLst/>
                <a:latin typeface="OpenSymbol"/>
              </a:rPr>
              <a:t>S → 1S0
S → 10</a:t>
            </a:r>
            <a:endParaRPr b="0" sz="2000" lang="en-US" strike="noStrike" u="none">
              <a:solidFill>
                <a:srgbClr val="3399FF"/>
              </a:solidFill>
              <a:effectLst/>
              <a:latin typeface="OpenSymbol"/>
            </a:endParaRPr>
          </a:p>
          <a:p>
            <a:pPr indent="0">
              <a:lnSpc>
                <a:spcPct val="150000"/>
              </a:lnSpc>
              <a:buNone/>
              <a:tabLst>
                <a:tab algn="l" pos="0"/>
              </a:tabLst>
            </a:pPr>
            <a:r>
              <a:rPr altLang="en-US" b="0" sz="2000" lang="en-US" strike="noStrike" u="none">
                <a:solidFill>
                  <a:srgbClr val="FFFFFF"/>
                </a:solidFill>
                <a:effectLst/>
                <a:latin typeface="OpenSymbol"/>
              </a:rPr>
              <a:t>◆</a:t>
            </a:r>
            <a:r>
              <a:rPr altLang="en-IN" b="0" sz="2000" lang="en-US" strike="noStrike" u="none">
                <a:solidFill>
                  <a:srgbClr val="FFFFFF"/>
                </a:solidFill>
                <a:effectLst/>
                <a:latin typeface="OpenSymbol"/>
              </a:rPr>
              <a:t> </a:t>
            </a:r>
            <a:r>
              <a:rPr b="0" sz="2000" lang="en-US" strike="noStrike" u="none">
                <a:solidFill>
                  <a:srgbClr val="FFFFFF"/>
                </a:solidFill>
                <a:effectLst/>
                <a:latin typeface="OpenSymbol"/>
              </a:rPr>
              <a:t>Substituting</a:t>
            </a:r>
            <a:endParaRPr b="0" sz="2000" lang="en-US" strike="noStrike" u="none">
              <a:solidFill>
                <a:srgbClr val="FFFFFF"/>
              </a:solidFill>
              <a:effectLst/>
              <a:latin typeface="OpenSymbol"/>
            </a:endParaRPr>
          </a:p>
          <a:p>
            <a:pPr indent="0">
              <a:lnSpc>
                <a:spcPct val="150000"/>
              </a:lnSpc>
              <a:buNone/>
              <a:tabLst>
                <a:tab algn="l" pos="0"/>
              </a:tabLst>
            </a:pPr>
            <a:r>
              <a:rPr b="0" sz="2000" lang="en-US" strike="noStrike" u="none">
                <a:solidFill>
                  <a:srgbClr val="3399FF"/>
                </a:solidFill>
                <a:effectLst/>
                <a:latin typeface="OpenSymbol"/>
              </a:rPr>
              <a:t>1(10)0 = 11010</a:t>
            </a:r>
            <a:endParaRPr b="0" sz="2000" lang="en-US" strike="noStrike" u="none">
              <a:solidFill>
                <a:srgbClr val="3399FF"/>
              </a:solidFill>
              <a:effectLst/>
              <a:latin typeface="OpenSymbol"/>
            </a:endParaRPr>
          </a:p>
          <a:p>
            <a:pPr indent="0">
              <a:lnSpc>
                <a:spcPct val="150000"/>
              </a:lnSpc>
              <a:buNone/>
              <a:tabLst>
                <a:tab algn="l" pos="0"/>
              </a:tabLst>
            </a:pPr>
            <a:endParaRPr b="0" sz="2000" lang="en-US" strike="noStrike" u="none">
              <a:solidFill>
                <a:srgbClr val="FFFFFF"/>
              </a:solidFill>
              <a:effectLst/>
              <a:latin typeface="OpenSymbol"/>
            </a:endParaRPr>
          </a:p>
          <a:p>
            <a:pPr indent="0">
              <a:lnSpc>
                <a:spcPct val="150000"/>
              </a:lnSpc>
              <a:buNone/>
              <a:tabLst>
                <a:tab algn="l" pos="0"/>
              </a:tabLst>
            </a:pPr>
            <a:r>
              <a:rPr b="0" sz="2000" lang="en-US" strike="noStrike" u="none">
                <a:solidFill>
                  <a:srgbClr val="FFFFFF"/>
                </a:solidFill>
                <a:effectLst/>
                <a:latin typeface="OpenSymbol"/>
              </a:rPr>
              <a:t>The string 11010 is generated by the grammar.</a:t>
            </a:r>
            <a:endParaRPr b="0" sz="2000" lang="en-US" strike="noStrike" u="none">
              <a:solidFill>
                <a:srgbClr val="FFFFFF"/>
              </a:solidFill>
              <a:effectLst/>
              <a:latin typeface="OpenSymbol"/>
            </a:endParaRPr>
          </a:p>
        </p:txBody>
      </p:sp>
    </p:spTree>
  </p:cSld>
  <p:clrMapOvr>
    <a:masterClrMapping/>
  </p:clrMapOvr>
  <p:transition spd="slow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6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396" name=""/>
          <p:cNvSpPr>
            <a:spLocks noGrp="1"/>
          </p:cNvSpPr>
          <p:nvPr>
            <p:ph type="title"/>
          </p:nvPr>
        </p:nvSpPr>
        <p:spPr>
          <a:xfrm>
            <a:off x="720000" y="1997261"/>
            <a:ext cx="7468023" cy="2904912"/>
          </a:xfrm>
        </p:spPr>
        <p:txBody>
          <a:bodyPr/>
          <a:p>
            <a:r>
              <a:rPr altLang="en-IN" b="1" sz="3200" lang="en-US">
                <a:solidFill>
                  <a:srgbClr val="FFFFFF"/>
                </a:solidFill>
              </a:rPr>
              <a:t> </a:t>
            </a:r>
            <a:r>
              <a:rPr altLang="en-IN" b="1" sz="3200" lang="en-US">
                <a:solidFill>
                  <a:srgbClr val="FFFFFF"/>
                </a:solidFill>
              </a:rPr>
              <a:t> </a:t>
            </a:r>
            <a:r>
              <a:rPr altLang="en-IN" b="1" sz="3200" lang="en-US">
                <a:solidFill>
                  <a:srgbClr val="FFFFFF"/>
                </a:solidFill>
              </a:rPr>
              <a:t> </a:t>
            </a:r>
            <a:r>
              <a:rPr altLang="en-IN" b="1" sz="3200" lang="en-US">
                <a:solidFill>
                  <a:srgbClr val="FFFFFF"/>
                </a:solidFill>
              </a:rPr>
              <a:t> </a:t>
            </a:r>
            <a:r>
              <a:rPr altLang="en-IN" b="1" sz="3200" lang="en-US">
                <a:solidFill>
                  <a:srgbClr val="3399FF"/>
                </a:solidFill>
              </a:rPr>
              <a:t> </a:t>
            </a:r>
            <a:r>
              <a:rPr altLang="en-IN" b="1" sz="3200" lang="en-US">
                <a:solidFill>
                  <a:srgbClr val="3399FF"/>
                </a:solidFill>
              </a:rPr>
              <a:t> </a:t>
            </a:r>
            <a:r>
              <a:rPr altLang="en-IN" b="1" sz="3200" lang="en-US">
                <a:solidFill>
                  <a:srgbClr val="3399FF"/>
                </a:solidFill>
              </a:rPr>
              <a:t> </a:t>
            </a:r>
            <a:r>
              <a:rPr altLang="en-IN" b="1" sz="3200" lang="en-US">
                <a:solidFill>
                  <a:srgbClr val="3399FF"/>
                </a:solidFill>
              </a:rPr>
              <a:t> </a:t>
            </a:r>
            <a:r>
              <a:rPr altLang="en-IN" b="1" sz="3200" lang="en-US">
                <a:solidFill>
                  <a:srgbClr val="3399FF"/>
                </a:solidFill>
              </a:rPr>
              <a:t> </a:t>
            </a:r>
            <a:r>
              <a:rPr altLang="en-IN" b="1" sz="3200" lang="en-US">
                <a:solidFill>
                  <a:srgbClr val="3399FF"/>
                </a:solidFill>
              </a:rPr>
              <a:t> </a:t>
            </a:r>
            <a:r>
              <a:rPr altLang="en-IN" b="1" sz="3200" lang="en-US">
                <a:solidFill>
                  <a:srgbClr val="3399FF"/>
                </a:solidFill>
              </a:rPr>
              <a:t> </a:t>
            </a:r>
            <a:r>
              <a:rPr altLang="en-IN" b="1" sz="3200" lang="en-US">
                <a:solidFill>
                  <a:srgbClr val="3399FF"/>
                </a:solidFill>
              </a:rPr>
              <a:t> </a:t>
            </a:r>
            <a:r>
              <a:rPr altLang="en-IN" b="1" sz="3200" lang="en-US">
                <a:solidFill>
                  <a:srgbClr val="3399FF"/>
                </a:solidFill>
              </a:rPr>
              <a:t> </a:t>
            </a:r>
            <a:r>
              <a:rPr altLang="en-IN" b="1" sz="3200" lang="en-US">
                <a:solidFill>
                  <a:srgbClr val="3399FF"/>
                </a:solidFill>
              </a:rPr>
              <a:t> </a:t>
            </a:r>
            <a:r>
              <a:rPr altLang="en-IN" b="1" sz="3200" lang="en-US">
                <a:solidFill>
                  <a:srgbClr val="3399FF"/>
                </a:solidFill>
              </a:rPr>
              <a:t> </a:t>
            </a:r>
            <a:r>
              <a:rPr altLang="en-IN" b="1" sz="3200" lang="en-US">
                <a:solidFill>
                  <a:srgbClr val="3399FF"/>
                </a:solidFill>
              </a:rPr>
              <a:t> </a:t>
            </a:r>
            <a:r>
              <a:rPr altLang="en-IN" b="1" sz="3200" lang="en-US">
                <a:solidFill>
                  <a:srgbClr val="3399FF"/>
                </a:solidFill>
              </a:rPr>
              <a:t> </a:t>
            </a:r>
            <a:r>
              <a:rPr altLang="en-IN" b="1" sz="3200" lang="en-US">
                <a:solidFill>
                  <a:srgbClr val="3399FF"/>
                </a:solidFill>
              </a:rPr>
              <a:t> </a:t>
            </a:r>
            <a:r>
              <a:rPr altLang="en-IN" b="1" sz="3200" lang="en-US">
                <a:solidFill>
                  <a:srgbClr val="3399FF"/>
                </a:solidFill>
              </a:rPr>
              <a:t> </a:t>
            </a:r>
            <a:r>
              <a:rPr altLang="en-IN" b="1" sz="3200" lang="en-US">
                <a:solidFill>
                  <a:srgbClr val="3399FF"/>
                </a:solidFill>
              </a:rPr>
              <a:t> </a:t>
            </a:r>
            <a:r>
              <a:rPr altLang="en-IN" b="1" sz="3200" lang="en-US">
                <a:solidFill>
                  <a:srgbClr val="3399FF"/>
                </a:solidFill>
              </a:rPr>
              <a:t> </a:t>
            </a:r>
            <a:r>
              <a:rPr altLang="en-IN" b="1" sz="3200" lang="en-US">
                <a:solidFill>
                  <a:srgbClr val="3399FF"/>
                </a:solidFill>
              </a:rPr>
              <a:t> </a:t>
            </a:r>
            <a:r>
              <a:rPr altLang="en-IN" b="1" sz="3200" lang="en-US">
                <a:solidFill>
                  <a:srgbClr val="3399FF"/>
                </a:solidFill>
              </a:rPr>
              <a:t>S
   </a:t>
            </a:r>
            <a:r>
              <a:rPr altLang="en-IN" b="1" sz="3200" lang="en-US">
                <a:solidFill>
                  <a:srgbClr val="3399FF"/>
                </a:solidFill>
              </a:rPr>
              <a:t> </a:t>
            </a:r>
            <a:r>
              <a:rPr altLang="en-IN" b="1" sz="3200" lang="en-US">
                <a:solidFill>
                  <a:srgbClr val="3399FF"/>
                </a:solidFill>
              </a:rPr>
              <a:t> </a:t>
            </a:r>
            <a:r>
              <a:rPr altLang="en-IN" b="1" sz="3200" lang="en-US">
                <a:solidFill>
                  <a:srgbClr val="3399FF"/>
                </a:solidFill>
              </a:rPr>
              <a:t> </a:t>
            </a:r>
            <a:r>
              <a:rPr altLang="en-IN" b="1" sz="3200" lang="en-US">
                <a:solidFill>
                  <a:srgbClr val="3399FF"/>
                </a:solidFill>
              </a:rPr>
              <a:t> </a:t>
            </a:r>
            <a:r>
              <a:rPr altLang="en-IN" b="1" sz="3200" lang="en-US">
                <a:solidFill>
                  <a:srgbClr val="3399FF"/>
                </a:solidFill>
              </a:rPr>
              <a:t> </a:t>
            </a:r>
            <a:r>
              <a:rPr altLang="en-IN" b="1" sz="3200" lang="en-US">
                <a:solidFill>
                  <a:srgbClr val="3399FF"/>
                </a:solidFill>
              </a:rPr>
              <a:t> </a:t>
            </a:r>
            <a:r>
              <a:rPr altLang="en-IN" b="1" sz="3200" lang="en-US">
                <a:solidFill>
                  <a:srgbClr val="3399FF"/>
                </a:solidFill>
              </a:rPr>
              <a:t> </a:t>
            </a:r>
            <a:r>
              <a:rPr altLang="en-IN" b="1" sz="3200" lang="en-US">
                <a:solidFill>
                  <a:srgbClr val="3399FF"/>
                </a:solidFill>
              </a:rPr>
              <a:t> </a:t>
            </a:r>
            <a:r>
              <a:rPr altLang="en-IN" b="1" sz="3200" lang="en-US">
                <a:solidFill>
                  <a:srgbClr val="3399FF"/>
                </a:solidFill>
              </a:rPr>
              <a:t> </a:t>
            </a:r>
            <a:r>
              <a:rPr altLang="en-IN" b="1" sz="3200" lang="en-US">
                <a:solidFill>
                  <a:srgbClr val="3399FF"/>
                </a:solidFill>
              </a:rPr>
              <a:t> </a:t>
            </a:r>
            <a:r>
              <a:rPr altLang="en-IN" b="1" sz="3200" lang="en-US">
                <a:solidFill>
                  <a:srgbClr val="3399FF"/>
                </a:solidFill>
              </a:rPr>
              <a:t> </a:t>
            </a:r>
            <a:r>
              <a:rPr altLang="en-IN" b="1" sz="3200" lang="en-US">
                <a:solidFill>
                  <a:srgbClr val="3399FF"/>
                </a:solidFill>
              </a:rPr>
              <a:t> </a:t>
            </a:r>
            <a:r>
              <a:rPr altLang="en-IN" b="1" sz="3200" lang="en-US">
                <a:solidFill>
                  <a:srgbClr val="3399FF"/>
                </a:solidFill>
              </a:rPr>
              <a:t> </a:t>
            </a:r>
            <a:r>
              <a:rPr altLang="en-IN" b="1" sz="3200" lang="en-US">
                <a:solidFill>
                  <a:srgbClr val="3399FF"/>
                </a:solidFill>
              </a:rPr>
              <a:t> </a:t>
            </a:r>
            <a:r>
              <a:rPr altLang="en-IN" b="1" sz="3200" lang="en-US">
                <a:solidFill>
                  <a:srgbClr val="3399FF"/>
                </a:solidFill>
              </a:rPr>
              <a:t> </a:t>
            </a:r>
            <a:r>
              <a:rPr altLang="en-IN" b="1" sz="3200" lang="en-US">
                <a:solidFill>
                  <a:srgbClr val="3399FF"/>
                </a:solidFill>
              </a:rPr>
              <a:t>   / | \
   </a:t>
            </a:r>
            <a:r>
              <a:rPr altLang="en-IN" b="1" sz="3200" lang="en-US">
                <a:solidFill>
                  <a:srgbClr val="3399FF"/>
                </a:solidFill>
              </a:rPr>
              <a:t> </a:t>
            </a:r>
            <a:r>
              <a:rPr altLang="en-IN" b="1" sz="3200" lang="en-US">
                <a:solidFill>
                  <a:srgbClr val="3399FF"/>
                </a:solidFill>
              </a:rPr>
              <a:t> </a:t>
            </a:r>
            <a:r>
              <a:rPr altLang="en-IN" b="1" sz="3200" lang="en-US">
                <a:solidFill>
                  <a:srgbClr val="3399FF"/>
                </a:solidFill>
              </a:rPr>
              <a:t> </a:t>
            </a:r>
            <a:r>
              <a:rPr altLang="en-IN" b="1" sz="3200" lang="en-US">
                <a:solidFill>
                  <a:srgbClr val="3399FF"/>
                </a:solidFill>
              </a:rPr>
              <a:t> </a:t>
            </a:r>
            <a:r>
              <a:rPr altLang="en-IN" b="1" sz="3200" lang="en-US">
                <a:solidFill>
                  <a:srgbClr val="3399FF"/>
                </a:solidFill>
              </a:rPr>
              <a:t> </a:t>
            </a:r>
            <a:r>
              <a:rPr altLang="en-IN" b="1" sz="3200" lang="en-US">
                <a:solidFill>
                  <a:srgbClr val="3399FF"/>
                </a:solidFill>
              </a:rPr>
              <a:t> </a:t>
            </a:r>
            <a:r>
              <a:rPr altLang="en-IN" b="1" sz="3200" lang="en-US">
                <a:solidFill>
                  <a:srgbClr val="3399FF"/>
                </a:solidFill>
              </a:rPr>
              <a:t> </a:t>
            </a:r>
            <a:r>
              <a:rPr altLang="en-IN" b="1" sz="3200" lang="en-US">
                <a:solidFill>
                  <a:srgbClr val="3399FF"/>
                </a:solidFill>
              </a:rPr>
              <a:t> </a:t>
            </a:r>
            <a:r>
              <a:rPr altLang="en-IN" b="1" sz="3200" lang="en-US">
                <a:solidFill>
                  <a:srgbClr val="3399FF"/>
                </a:solidFill>
              </a:rPr>
              <a:t> </a:t>
            </a:r>
            <a:r>
              <a:rPr altLang="en-IN" b="1" sz="3200" lang="en-US">
                <a:solidFill>
                  <a:srgbClr val="3399FF"/>
                </a:solidFill>
              </a:rPr>
              <a:t> </a:t>
            </a:r>
            <a:r>
              <a:rPr altLang="en-IN" b="1" sz="3200" lang="en-US">
                <a:solidFill>
                  <a:srgbClr val="3399FF"/>
                </a:solidFill>
              </a:rPr>
              <a:t> </a:t>
            </a:r>
            <a:r>
              <a:rPr altLang="en-IN" b="1" sz="3200" lang="en-US">
                <a:solidFill>
                  <a:srgbClr val="3399FF"/>
                </a:solidFill>
              </a:rPr>
              <a:t> </a:t>
            </a:r>
            <a:r>
              <a:rPr altLang="en-IN" b="1" sz="3200" lang="en-US">
                <a:solidFill>
                  <a:srgbClr val="3399FF"/>
                </a:solidFill>
              </a:rPr>
              <a:t> </a:t>
            </a:r>
            <a:r>
              <a:rPr altLang="en-IN" b="1" sz="3200" lang="en-US">
                <a:solidFill>
                  <a:srgbClr val="3399FF"/>
                </a:solidFill>
              </a:rPr>
              <a:t> </a:t>
            </a:r>
            <a:r>
              <a:rPr altLang="en-IN" b="1" sz="3200" lang="en-US">
                <a:solidFill>
                  <a:srgbClr val="3399FF"/>
                </a:solidFill>
              </a:rPr>
              <a:t> </a:t>
            </a:r>
            <a:r>
              <a:rPr altLang="en-IN" b="1" sz="3200" lang="en-US">
                <a:solidFill>
                  <a:srgbClr val="3399FF"/>
                </a:solidFill>
              </a:rPr>
              <a:t>  1  S  0
      </a:t>
            </a:r>
            <a:r>
              <a:rPr altLang="en-IN" b="1" sz="3200" lang="en-US">
                <a:solidFill>
                  <a:srgbClr val="3399FF"/>
                </a:solidFill>
              </a:rPr>
              <a:t> </a:t>
            </a:r>
            <a:r>
              <a:rPr altLang="en-IN" b="1" sz="3200" lang="en-US">
                <a:solidFill>
                  <a:srgbClr val="3399FF"/>
                </a:solidFill>
              </a:rPr>
              <a:t> </a:t>
            </a:r>
            <a:r>
              <a:rPr altLang="en-IN" b="1" sz="3200" lang="en-US">
                <a:solidFill>
                  <a:srgbClr val="3399FF"/>
                </a:solidFill>
              </a:rPr>
              <a:t> </a:t>
            </a:r>
            <a:r>
              <a:rPr altLang="en-IN" b="1" sz="3200" lang="en-US">
                <a:solidFill>
                  <a:srgbClr val="3399FF"/>
                </a:solidFill>
              </a:rPr>
              <a:t> </a:t>
            </a:r>
            <a:r>
              <a:rPr altLang="en-IN" b="1" sz="3200" lang="en-US">
                <a:solidFill>
                  <a:srgbClr val="3399FF"/>
                </a:solidFill>
              </a:rPr>
              <a:t> </a:t>
            </a:r>
            <a:r>
              <a:rPr altLang="en-IN" b="1" sz="3200" lang="en-US">
                <a:solidFill>
                  <a:srgbClr val="3399FF"/>
                </a:solidFill>
              </a:rPr>
              <a:t> </a:t>
            </a:r>
            <a:r>
              <a:rPr altLang="en-IN" b="1" sz="3200" lang="en-US">
                <a:solidFill>
                  <a:srgbClr val="3399FF"/>
                </a:solidFill>
              </a:rPr>
              <a:t> </a:t>
            </a:r>
            <a:r>
              <a:rPr altLang="en-IN" b="1" sz="3200" lang="en-US">
                <a:solidFill>
                  <a:srgbClr val="3399FF"/>
                </a:solidFill>
              </a:rPr>
              <a:t> </a:t>
            </a:r>
            <a:r>
              <a:rPr altLang="en-IN" b="1" sz="3200" lang="en-US">
                <a:solidFill>
                  <a:srgbClr val="3399FF"/>
                </a:solidFill>
              </a:rPr>
              <a:t> </a:t>
            </a:r>
            <a:r>
              <a:rPr altLang="en-IN" b="1" sz="3200" lang="en-US">
                <a:solidFill>
                  <a:srgbClr val="3399FF"/>
                </a:solidFill>
              </a:rPr>
              <a:t> </a:t>
            </a:r>
            <a:r>
              <a:rPr altLang="en-IN" b="1" sz="3200" lang="en-US">
                <a:solidFill>
                  <a:srgbClr val="3399FF"/>
                </a:solidFill>
              </a:rPr>
              <a:t> </a:t>
            </a:r>
            <a:r>
              <a:rPr altLang="en-IN" b="1" sz="3200" lang="en-US">
                <a:solidFill>
                  <a:srgbClr val="3399FF"/>
                </a:solidFill>
              </a:rPr>
              <a:t> </a:t>
            </a:r>
            <a:r>
              <a:rPr altLang="en-IN" b="1" sz="3200" lang="en-US">
                <a:solidFill>
                  <a:srgbClr val="3399FF"/>
                </a:solidFill>
              </a:rPr>
              <a:t> </a:t>
            </a:r>
            <a:r>
              <a:rPr altLang="en-IN" b="1" sz="3200" lang="en-US">
                <a:solidFill>
                  <a:srgbClr val="3399FF"/>
                </a:solidFill>
              </a:rPr>
              <a:t> </a:t>
            </a:r>
            <a:r>
              <a:rPr altLang="en-IN" b="1" sz="3200" lang="en-US">
                <a:solidFill>
                  <a:srgbClr val="3399FF"/>
                </a:solidFill>
              </a:rPr>
              <a:t> </a:t>
            </a:r>
            <a:r>
              <a:rPr altLang="en-IN" b="1" sz="3200" lang="en-US">
                <a:solidFill>
                  <a:srgbClr val="3399FF"/>
                </a:solidFill>
              </a:rPr>
              <a:t> </a:t>
            </a:r>
            <a:r>
              <a:rPr altLang="en-IN" b="1" sz="3200" lang="en-US">
                <a:solidFill>
                  <a:srgbClr val="3399FF"/>
                </a:solidFill>
              </a:rPr>
              <a:t>  |
      </a:t>
            </a:r>
            <a:r>
              <a:rPr altLang="en-IN" b="1" sz="3200" lang="en-US">
                <a:solidFill>
                  <a:srgbClr val="3399FF"/>
                </a:solidFill>
              </a:rPr>
              <a:t> </a:t>
            </a:r>
            <a:r>
              <a:rPr altLang="en-IN" b="1" sz="3200" lang="en-US">
                <a:solidFill>
                  <a:srgbClr val="3399FF"/>
                </a:solidFill>
              </a:rPr>
              <a:t> </a:t>
            </a:r>
            <a:r>
              <a:rPr altLang="en-IN" b="1" sz="3200" lang="en-US">
                <a:solidFill>
                  <a:srgbClr val="3399FF"/>
                </a:solidFill>
              </a:rPr>
              <a:t> </a:t>
            </a:r>
            <a:r>
              <a:rPr altLang="en-IN" b="1" sz="3200" lang="en-US">
                <a:solidFill>
                  <a:srgbClr val="3399FF"/>
                </a:solidFill>
              </a:rPr>
              <a:t> </a:t>
            </a:r>
            <a:r>
              <a:rPr altLang="en-IN" b="1" sz="3200" lang="en-US">
                <a:solidFill>
                  <a:srgbClr val="3399FF"/>
                </a:solidFill>
              </a:rPr>
              <a:t> </a:t>
            </a:r>
            <a:r>
              <a:rPr altLang="en-IN" b="1" sz="3200" lang="en-US">
                <a:solidFill>
                  <a:srgbClr val="3399FF"/>
                </a:solidFill>
              </a:rPr>
              <a:t> </a:t>
            </a:r>
            <a:r>
              <a:rPr altLang="en-IN" b="1" sz="3200" lang="en-US">
                <a:solidFill>
                  <a:srgbClr val="3399FF"/>
                </a:solidFill>
              </a:rPr>
              <a:t> </a:t>
            </a:r>
            <a:r>
              <a:rPr altLang="en-IN" b="1" sz="3200" lang="en-US">
                <a:solidFill>
                  <a:srgbClr val="3399FF"/>
                </a:solidFill>
              </a:rPr>
              <a:t> </a:t>
            </a:r>
            <a:r>
              <a:rPr altLang="en-IN" b="1" sz="3200" lang="en-US">
                <a:solidFill>
                  <a:srgbClr val="3399FF"/>
                </a:solidFill>
              </a:rPr>
              <a:t> </a:t>
            </a:r>
            <a:r>
              <a:rPr altLang="en-IN" b="1" sz="3200" lang="en-US">
                <a:solidFill>
                  <a:srgbClr val="3399FF"/>
                </a:solidFill>
              </a:rPr>
              <a:t> </a:t>
            </a:r>
            <a:r>
              <a:rPr altLang="en-IN" b="1" sz="3200" lang="en-US">
                <a:solidFill>
                  <a:srgbClr val="3399FF"/>
                </a:solidFill>
              </a:rPr>
              <a:t> </a:t>
            </a:r>
            <a:r>
              <a:rPr altLang="en-IN" b="1" sz="3200" lang="en-US">
                <a:solidFill>
                  <a:srgbClr val="3399FF"/>
                </a:solidFill>
              </a:rPr>
              <a:t> </a:t>
            </a:r>
            <a:r>
              <a:rPr altLang="en-IN" b="1" sz="3200" lang="en-US">
                <a:solidFill>
                  <a:srgbClr val="3399FF"/>
                </a:solidFill>
              </a:rPr>
              <a:t> </a:t>
            </a:r>
            <a:r>
              <a:rPr altLang="en-IN" b="1" sz="3200" lang="en-US">
                <a:solidFill>
                  <a:srgbClr val="3399FF"/>
                </a:solidFill>
              </a:rPr>
              <a:t> </a:t>
            </a:r>
            <a:r>
              <a:rPr altLang="en-IN" b="1" sz="3200" lang="en-US">
                <a:solidFill>
                  <a:srgbClr val="3399FF"/>
                </a:solidFill>
              </a:rPr>
              <a:t> </a:t>
            </a:r>
            <a:r>
              <a:rPr altLang="en-IN" b="1" sz="3200" lang="en-US">
                <a:solidFill>
                  <a:srgbClr val="3399FF"/>
                </a:solidFill>
              </a:rPr>
              <a:t> 10</a:t>
            </a:r>
            <a:endParaRPr b="1" sz="3200" lang="en-IN">
              <a:solidFill>
                <a:srgbClr val="3399FF"/>
              </a:solidFill>
            </a:endParaRPr>
          </a:p>
        </p:txBody>
      </p:sp>
      <p:sp>
        <p:nvSpPr>
          <p:cNvPr id="1049397" name=""/>
          <p:cNvSpPr>
            <a:spLocks noGrp="1"/>
          </p:cNvSpPr>
          <p:nvPr>
            <p:ph type="body"/>
          </p:nvPr>
        </p:nvSpPr>
        <p:spPr>
          <a:xfrm>
            <a:off x="720000" y="219693"/>
            <a:ext cx="7313373" cy="1270011"/>
          </a:xfrm>
        </p:spPr>
        <p:txBody>
          <a:bodyPr/>
          <a:p>
            <a:r>
              <a:rPr sz="3600" lang="en-IN">
                <a:solidFill>
                  <a:srgbClr val="FFFFFF"/>
                </a:solidFill>
              </a:rPr>
              <a:t>Parse Tree for "11010"</a:t>
            </a:r>
            <a:endParaRPr sz="3600" lang="en-IN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6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398" name=""/>
          <p:cNvSpPr>
            <a:spLocks noGrp="1"/>
          </p:cNvSpPr>
          <p:nvPr>
            <p:ph type="title"/>
          </p:nvPr>
        </p:nvSpPr>
        <p:spPr>
          <a:xfrm>
            <a:off x="720000" y="1555214"/>
            <a:ext cx="7436456" cy="3078600"/>
          </a:xfrm>
        </p:spPr>
        <p:txBody>
          <a:bodyPr/>
          <a:p>
            <a:r>
              <a:rPr altLang="en-US" sz="3200" lang="en-IN">
                <a:solidFill>
                  <a:srgbClr val="FFFFFF"/>
                </a:solidFill>
              </a:rPr>
              <a:t>◆</a:t>
            </a:r>
            <a:r>
              <a:rPr altLang="en-IN" sz="3200" lang="en-US">
                <a:solidFill>
                  <a:srgbClr val="FFFFFF"/>
                </a:solidFill>
              </a:rPr>
              <a:t> </a:t>
            </a:r>
            <a:r>
              <a:rPr altLang="en-IN" sz="3200" lang="en-US">
                <a:solidFill>
                  <a:srgbClr val="FFFFFF"/>
                </a:solidFill>
              </a:rPr>
              <a:t>Root</a:t>
            </a:r>
            <a:r>
              <a:rPr sz="3200" lang="en-IN">
                <a:solidFill>
                  <a:srgbClr val="FFFFFF"/>
                </a:solidFill>
              </a:rPr>
              <a:t> symbol is S
</a:t>
            </a:r>
            <a:r>
              <a:rPr sz="3200" lang="en-IN">
                <a:solidFill>
                  <a:srgbClr val="FFFFFF"/>
                </a:solidFill>
              </a:rPr>
              <a:t>◆</a:t>
            </a:r>
            <a:r>
              <a:rPr altLang="en-IN" sz="3200" lang="en-US">
                <a:solidFill>
                  <a:srgbClr val="FFFFFF"/>
                </a:solidFill>
              </a:rPr>
              <a:t> </a:t>
            </a:r>
            <a:r>
              <a:rPr altLang="en-IN" sz="3200" lang="en-US">
                <a:solidFill>
                  <a:srgbClr val="FFFFFF"/>
                </a:solidFill>
              </a:rPr>
              <a:t>Rule</a:t>
            </a:r>
            <a:r>
              <a:rPr sz="3200" lang="en-IN">
                <a:solidFill>
                  <a:srgbClr val="FFFFFF"/>
                </a:solidFill>
              </a:rPr>
              <a:t> applied: S → 1S0
</a:t>
            </a:r>
            <a:r>
              <a:rPr sz="3200" lang="en-IN">
                <a:solidFill>
                  <a:srgbClr val="FFFFFF"/>
                </a:solidFill>
              </a:rPr>
              <a:t>◆</a:t>
            </a:r>
            <a:r>
              <a:rPr altLang="en-IN" sz="3200" lang="en-US">
                <a:solidFill>
                  <a:srgbClr val="FFFFFF"/>
                </a:solidFill>
              </a:rPr>
              <a:t> </a:t>
            </a:r>
            <a:r>
              <a:rPr altLang="en-IN" sz="3200" lang="en-US">
                <a:solidFill>
                  <a:srgbClr val="FFFFFF"/>
                </a:solidFill>
              </a:rPr>
              <a:t>Inner</a:t>
            </a:r>
            <a:r>
              <a:rPr sz="3200" lang="en-IN">
                <a:solidFill>
                  <a:srgbClr val="FFFFFF"/>
                </a:solidFill>
              </a:rPr>
              <a:t> S expands to 10
</a:t>
            </a:r>
            <a:r>
              <a:rPr sz="3200" lang="en-IN">
                <a:solidFill>
                  <a:srgbClr val="FFFFFF"/>
                </a:solidFill>
              </a:rPr>
              <a:t>◆</a:t>
            </a:r>
            <a:r>
              <a:rPr altLang="en-IN" sz="3200" lang="en-US">
                <a:solidFill>
                  <a:srgbClr val="FFFFFF"/>
                </a:solidFill>
              </a:rPr>
              <a:t> </a:t>
            </a:r>
            <a:r>
              <a:rPr altLang="en-IN" sz="3200" lang="en-US">
                <a:solidFill>
                  <a:srgbClr val="FFFFFF"/>
                </a:solidFill>
              </a:rPr>
              <a:t>Leaf</a:t>
            </a:r>
            <a:r>
              <a:rPr sz="3200" lang="en-IN">
                <a:solidFill>
                  <a:srgbClr val="FFFFFF"/>
                </a:solidFill>
              </a:rPr>
              <a:t> nodes form the string 11010
</a:t>
            </a:r>
            <a:r>
              <a:rPr sz="3200" lang="en-IN">
                <a:solidFill>
                  <a:srgbClr val="FFFFFF"/>
                </a:solidFill>
              </a:rPr>
              <a:t>◆</a:t>
            </a:r>
            <a:r>
              <a:rPr altLang="en-IN" sz="3200" lang="en-US">
                <a:solidFill>
                  <a:srgbClr val="FFFFFF"/>
                </a:solidFill>
              </a:rPr>
              <a:t> </a:t>
            </a:r>
            <a:r>
              <a:rPr altLang="en-IN" sz="3200" lang="en-US">
                <a:solidFill>
                  <a:srgbClr val="FFFFFF"/>
                </a:solidFill>
              </a:rPr>
              <a:t>D</a:t>
            </a:r>
            <a:r>
              <a:rPr altLang="en-IN" sz="3200" lang="en-US">
                <a:solidFill>
                  <a:srgbClr val="FFFFFF"/>
                </a:solidFill>
              </a:rPr>
              <a:t>emonstrates</a:t>
            </a:r>
            <a:r>
              <a:rPr sz="3200" lang="en-IN">
                <a:solidFill>
                  <a:srgbClr val="FFFFFF"/>
                </a:solidFill>
              </a:rPr>
              <a:t> top-down parsing</a:t>
            </a:r>
            <a:endParaRPr sz="3200" lang="en-IN">
              <a:solidFill>
                <a:srgbClr val="FFFFFF"/>
              </a:solidFill>
            </a:endParaRPr>
          </a:p>
        </p:txBody>
      </p:sp>
      <p:sp>
        <p:nvSpPr>
          <p:cNvPr id="1049399" name=""/>
          <p:cNvSpPr>
            <a:spLocks noGrp="1"/>
          </p:cNvSpPr>
          <p:nvPr>
            <p:ph type="body"/>
          </p:nvPr>
        </p:nvSpPr>
        <p:spPr>
          <a:xfrm>
            <a:off x="720000" y="113851"/>
            <a:ext cx="7309023" cy="1074895"/>
          </a:xfrm>
        </p:spPr>
        <p:txBody>
          <a:bodyPr/>
          <a:p>
            <a:pPr indent="0" marL="4763">
              <a:buNone/>
            </a:pPr>
            <a:r>
              <a:rPr altLang="en-IN" b="1" sz="3200" lang="en-US">
                <a:solidFill>
                  <a:srgbClr val="FFFFFF"/>
                </a:solidFill>
              </a:rPr>
              <a:t> </a:t>
            </a:r>
            <a:r>
              <a:rPr altLang="en-IN" b="1" sz="3200" lang="en-US">
                <a:solidFill>
                  <a:srgbClr val="FFFFFF"/>
                </a:solidFill>
              </a:rPr>
              <a:t> </a:t>
            </a:r>
            <a:r>
              <a:rPr altLang="en-IN" b="1" sz="3200" lang="en-US">
                <a:solidFill>
                  <a:srgbClr val="FFFFFF"/>
                </a:solidFill>
              </a:rPr>
              <a:t> </a:t>
            </a:r>
            <a:r>
              <a:rPr altLang="en-IN" b="1" sz="3200" lang="en-US">
                <a:solidFill>
                  <a:srgbClr val="FFFFFF"/>
                </a:solidFill>
              </a:rPr>
              <a:t> </a:t>
            </a:r>
            <a:r>
              <a:rPr altLang="en-IN" b="1" sz="3200" lang="en-US">
                <a:solidFill>
                  <a:srgbClr val="FFFFFF"/>
                </a:solidFill>
              </a:rPr>
              <a:t> </a:t>
            </a:r>
            <a:r>
              <a:rPr altLang="en-IN" b="1" sz="3200" lang="en-US">
                <a:solidFill>
                  <a:srgbClr val="FFFFFF"/>
                </a:solidFill>
              </a:rPr>
              <a:t> </a:t>
            </a:r>
            <a:r>
              <a:rPr altLang="en-IN" b="1" sz="3200" lang="en-US">
                <a:solidFill>
                  <a:srgbClr val="FFFFFF"/>
                </a:solidFill>
              </a:rPr>
              <a:t> </a:t>
            </a:r>
            <a:r>
              <a:rPr altLang="en-IN" b="1" sz="3200" lang="en-US">
                <a:solidFill>
                  <a:srgbClr val="FFFFFF"/>
                </a:solidFill>
              </a:rPr>
              <a:t> </a:t>
            </a:r>
            <a:r>
              <a:rPr b="1" sz="3200" lang="en-IN">
                <a:solidFill>
                  <a:srgbClr val="FFFFFF"/>
                </a:solidFill>
              </a:rPr>
              <a:t>Explanation of Parse Tree</a:t>
            </a:r>
            <a:endParaRPr b="1" sz="3200" lang="en-IN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6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400" name="PlaceHolder 1"/>
          <p:cNvSpPr>
            <a:spLocks noGrp="1"/>
          </p:cNvSpPr>
          <p:nvPr>
            <p:ph type="title"/>
          </p:nvPr>
        </p:nvSpPr>
        <p:spPr>
          <a:xfrm>
            <a:off x="2133720" y="327402"/>
            <a:ext cx="4876560" cy="832130"/>
          </a:xfrm>
          <a:prstGeom prst="rect"/>
          <a:noFill/>
          <a:ln w="0">
            <a:noFill/>
          </a:ln>
        </p:spPr>
        <p:txBody>
          <a:bodyPr anchor="b" bIns="91440" lIns="91440" rIns="91440" tIns="91440">
            <a:normAutofit fontScale="90000" lnSpcReduction="9999"/>
          </a:bodyPr>
          <a:p>
            <a:pPr algn="ctr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sz="6500" lang="en-US" strike="noStrike" u="none">
                <a:solidFill>
                  <a:schemeClr val="dk1"/>
                </a:solidFill>
                <a:effectLst/>
                <a:latin typeface="Outfit"/>
                <a:ea typeface="Outfit"/>
              </a:rPr>
              <a:t>Conclusions</a:t>
            </a:r>
            <a:endParaRPr b="0" sz="6500" lang="fr-FR" strike="noStrike" u="none">
              <a:solidFill>
                <a:schemeClr val="dk1"/>
              </a:solidFill>
              <a:effectLst/>
              <a:latin typeface="Arial"/>
            </a:endParaRPr>
          </a:p>
        </p:txBody>
      </p:sp>
      <p:sp>
        <p:nvSpPr>
          <p:cNvPr id="1049401" name="PlaceHolder 2"/>
          <p:cNvSpPr>
            <a:spLocks noGrp="1"/>
          </p:cNvSpPr>
          <p:nvPr>
            <p:ph type="subTitle"/>
          </p:nvPr>
        </p:nvSpPr>
        <p:spPr>
          <a:xfrm>
            <a:off x="1376652" y="1691805"/>
            <a:ext cx="6175604" cy="3119413"/>
          </a:xfrm>
          <a:prstGeom prst="rect"/>
          <a:noFill/>
          <a:ln w="12700">
            <a:noFill/>
            <a:prstDash val="solid"/>
            <a:round/>
          </a:ln>
        </p:spPr>
        <p:txBody>
          <a:bodyPr anchor="ctr" bIns="91440" lIns="91440" rIns="91440" tIns="91440">
            <a:noAutofit/>
          </a:bodyPr>
          <a:p>
            <a:pPr algn="l" indent="0">
              <a:lnSpc>
                <a:spcPct val="150000"/>
              </a:lnSpc>
              <a:buNone/>
              <a:tabLst>
                <a:tab algn="l" pos="0"/>
              </a:tabLst>
            </a:pPr>
            <a:r>
              <a:rPr altLang="en-US" b="0" sz="2000" lang="en-US" strike="noStrike" u="none">
                <a:solidFill>
                  <a:srgbClr val="FFFFFF"/>
                </a:solidFill>
                <a:effectLst/>
                <a:latin typeface="OpenSymbol"/>
              </a:rPr>
              <a:t>◆</a:t>
            </a:r>
            <a:r>
              <a:rPr b="0" sz="2000" lang="en-US" strike="noStrike" u="none">
                <a:solidFill>
                  <a:srgbClr val="FFFFFF"/>
                </a:solidFill>
                <a:effectLst/>
                <a:latin typeface="OpenSymbol"/>
              </a:rPr>
              <a:t>Predictive parsing is a key concept in compiler </a:t>
            </a:r>
            <a:r>
              <a:rPr b="0" sz="2000" lang="en-US" strike="noStrike" u="none">
                <a:solidFill>
                  <a:srgbClr val="FFFFFF"/>
                </a:solidFill>
                <a:effectLst/>
                <a:latin typeface="OpenSymbol"/>
              </a:rPr>
              <a:t>design</a:t>
            </a:r>
            <a:r>
              <a:rPr b="0" sz="2000" lang="en-US" strike="noStrike" u="none">
                <a:solidFill>
                  <a:srgbClr val="FFFFFF"/>
                </a:solidFill>
                <a:effectLst/>
                <a:latin typeface="OpenSymbol"/>
              </a:rPr>
              <a:t>.</a:t>
            </a:r>
            <a:r>
              <a:rPr b="0" sz="2000" lang="en-US" strike="noStrike" u="none">
                <a:solidFill>
                  <a:srgbClr val="FFFFFF"/>
                </a:solidFill>
                <a:effectLst/>
                <a:latin typeface="OpenSymbol"/>
              </a:rPr>
              <a:t>
</a:t>
            </a:r>
            <a:r>
              <a:rPr altLang="en-US" b="0" sz="2000" lang="en-US" strike="noStrike" u="none">
                <a:solidFill>
                  <a:srgbClr val="FFFFFF"/>
                </a:solidFill>
                <a:effectLst/>
                <a:latin typeface="OpenSymbol"/>
              </a:rPr>
              <a:t>◆</a:t>
            </a:r>
            <a:r>
              <a:rPr b="0" sz="2000" lang="en-US" strike="noStrike" u="none">
                <a:solidFill>
                  <a:srgbClr val="FFFFFF"/>
                </a:solidFill>
                <a:effectLst/>
                <a:latin typeface="OpenSymbol"/>
              </a:rPr>
              <a:t>Identifier</a:t>
            </a:r>
            <a:r>
              <a:rPr b="0" sz="2000" lang="en-US" strike="noStrike" u="none">
                <a:solidFill>
                  <a:srgbClr val="FFFFFF"/>
                </a:solidFill>
                <a:effectLst/>
                <a:latin typeface="OpenSymbol"/>
              </a:rPr>
              <a:t> counting shows practical lexical </a:t>
            </a:r>
            <a:r>
              <a:rPr b="0" sz="2000" lang="en-US" strike="noStrike" u="none">
                <a:solidFill>
                  <a:srgbClr val="FFFFFF"/>
                </a:solidFill>
                <a:effectLst/>
                <a:latin typeface="OpenSymbol"/>
              </a:rPr>
              <a:t>analysis</a:t>
            </a:r>
            <a:r>
              <a:rPr b="0" sz="2000" lang="en-US" strike="noStrike" u="none">
                <a:solidFill>
                  <a:srgbClr val="FFFFFF"/>
                </a:solidFill>
                <a:effectLst/>
                <a:latin typeface="OpenSymbol"/>
              </a:rPr>
              <a:t>.</a:t>
            </a:r>
            <a:r>
              <a:rPr b="0" sz="2000" lang="en-US" strike="noStrike" u="none">
                <a:solidFill>
                  <a:srgbClr val="FFFFFF"/>
                </a:solidFill>
                <a:effectLst/>
                <a:latin typeface="OpenSymbol"/>
              </a:rPr>
              <a:t>
</a:t>
            </a:r>
            <a:r>
              <a:rPr altLang="en-US" b="0" sz="2000" lang="en-US" strike="noStrike" u="none">
                <a:solidFill>
                  <a:srgbClr val="FFFFFF"/>
                </a:solidFill>
                <a:effectLst/>
                <a:latin typeface="OpenSymbol"/>
              </a:rPr>
              <a:t>◆</a:t>
            </a:r>
            <a:r>
              <a:rPr b="0" sz="2000" lang="en-US" strike="noStrike" u="none">
                <a:solidFill>
                  <a:srgbClr val="FFFFFF"/>
                </a:solidFill>
                <a:effectLst/>
                <a:latin typeface="OpenSymbol"/>
              </a:rPr>
              <a:t>Grammar</a:t>
            </a:r>
            <a:r>
              <a:rPr b="0" sz="2000" lang="en-US" strike="noStrike" u="none">
                <a:solidFill>
                  <a:srgbClr val="FFFFFF"/>
                </a:solidFill>
                <a:effectLst/>
                <a:latin typeface="OpenSymbol"/>
              </a:rPr>
              <a:t> and parse tree explain syntax </a:t>
            </a:r>
            <a:r>
              <a:rPr b="0" sz="2000" lang="en-US" strike="noStrike" u="none">
                <a:solidFill>
                  <a:srgbClr val="FFFFFF"/>
                </a:solidFill>
                <a:effectLst/>
                <a:latin typeface="OpenSymbol"/>
              </a:rPr>
              <a:t>structure</a:t>
            </a:r>
            <a:r>
              <a:rPr b="0" sz="2000" lang="en-US" strike="noStrike" u="none">
                <a:solidFill>
                  <a:srgbClr val="FFFFFF"/>
                </a:solidFill>
                <a:effectLst/>
                <a:latin typeface="OpenSymbol"/>
              </a:rPr>
              <a:t>.</a:t>
            </a:r>
            <a:r>
              <a:rPr b="0" sz="2000" lang="en-US" strike="noStrike" u="none">
                <a:solidFill>
                  <a:srgbClr val="FFFFFF"/>
                </a:solidFill>
                <a:effectLst/>
                <a:latin typeface="OpenSymbol"/>
              </a:rPr>
              <a:t>
</a:t>
            </a:r>
            <a:r>
              <a:rPr altLang="en-US" b="0" sz="2000" lang="en-US" strike="noStrike" u="none">
                <a:solidFill>
                  <a:srgbClr val="FFFFFF"/>
                </a:solidFill>
                <a:effectLst/>
                <a:latin typeface="OpenSymbol"/>
              </a:rPr>
              <a:t>◆</a:t>
            </a:r>
            <a:r>
              <a:rPr b="0" sz="2000" lang="en-US" strike="noStrike" u="none">
                <a:solidFill>
                  <a:srgbClr val="FFFFFF"/>
                </a:solidFill>
                <a:effectLst/>
                <a:latin typeface="OpenSymbol"/>
              </a:rPr>
              <a:t>Together</a:t>
            </a:r>
            <a:r>
              <a:rPr b="0" sz="2000" lang="en-US" strike="noStrike" u="none">
                <a:solidFill>
                  <a:srgbClr val="FFFFFF"/>
                </a:solidFill>
                <a:effectLst/>
                <a:latin typeface="OpenSymbol"/>
              </a:rPr>
              <a:t>, these concepts form the foundation of </a:t>
            </a:r>
            <a:r>
              <a:rPr b="0" sz="2000" lang="en-US" strike="noStrike" u="none">
                <a:solidFill>
                  <a:srgbClr val="FFFFFF"/>
                </a:solidFill>
                <a:effectLst/>
                <a:latin typeface="OpenSymbol"/>
              </a:rPr>
              <a:t>compilers</a:t>
            </a:r>
            <a:r>
              <a:rPr b="0" sz="2000" lang="en-US" strike="noStrike" u="none">
                <a:solidFill>
                  <a:srgbClr val="FFFFFF"/>
                </a:solidFill>
                <a:effectLst/>
                <a:latin typeface="OpenSymbol"/>
              </a:rPr>
              <a:t>.</a:t>
            </a:r>
            <a:endParaRPr b="0" sz="2000" lang="en-US" strike="noStrike" u="none">
              <a:solidFill>
                <a:srgbClr val="FFFFFF"/>
              </a:solidFill>
              <a:effectLst/>
              <a:latin typeface="OpenSymbol"/>
            </a:endParaRPr>
          </a:p>
        </p:txBody>
      </p:sp>
      <p:grpSp>
        <p:nvGrpSpPr>
          <p:cNvPr id="170" name="Google Shape;3333;p37"/>
          <p:cNvGrpSpPr/>
          <p:nvPr/>
        </p:nvGrpSpPr>
        <p:grpSpPr>
          <a:xfrm>
            <a:off x="1599480" y="-980640"/>
            <a:ext cx="142920" cy="2454120"/>
            <a:chOff x="1599480" y="-980640"/>
            <a:chExt cx="142920" cy="2454120"/>
          </a:xfrm>
        </p:grpSpPr>
        <p:grpSp>
          <p:nvGrpSpPr>
            <p:cNvPr id="171" name="Google Shape;3334;p37"/>
            <p:cNvGrpSpPr/>
            <p:nvPr/>
          </p:nvGrpSpPr>
          <p:grpSpPr>
            <a:xfrm>
              <a:off x="1599480" y="-980640"/>
              <a:ext cx="142920" cy="2454120"/>
              <a:chOff x="1599480" y="-980640"/>
              <a:chExt cx="142920" cy="2454120"/>
            </a:xfrm>
          </p:grpSpPr>
          <p:sp>
            <p:nvSpPr>
              <p:cNvPr id="1049402" name="Google Shape;3335;p37"/>
              <p:cNvSpPr/>
              <p:nvPr/>
            </p:nvSpPr>
            <p:spPr>
              <a:xfrm>
                <a:off x="1599480" y="1330560"/>
                <a:ext cx="142920" cy="142920"/>
              </a:xfrm>
              <a:prstGeom prst="rect"/>
              <a:gradFill rotWithShape="0">
                <a:gsLst>
                  <a:gs pos="0">
                    <a:srgbClr val="7DF3E5"/>
                  </a:gs>
                  <a:gs pos="100000">
                    <a:srgbClr val="02C5AE"/>
                  </a:gs>
                </a:gsLst>
                <a:lin ang="2700000"/>
              </a:gradFill>
              <a:ln w="0">
                <a:noFill/>
              </a:ln>
              <a:effectLst>
                <a:outerShdw algn="bl" blurRad="185760" rotWithShape="0">
                  <a:schemeClr val="dk1">
                    <a:alpha val="31000"/>
                  </a:schemeClr>
                </a:outerShdw>
              </a:effectLst>
            </p:spPr>
            <p:style>
              <a:lnRef idx="0">
                <a:srgbClr val="000000"/>
              </a:lnRef>
              <a:fillRef idx="0">
                <a:srgbClr val="000000"/>
              </a:fillRef>
              <a:effectRef idx="0">
                <a:srgbClr val="000000"/>
              </a:effectRef>
              <a:fontRef idx="minor">
                <a:srgbClr val="000000"/>
              </a:fontRef>
            </p:style>
            <p:txBody>
              <a:bodyPr anchor="ctr" bIns="71640" tIns="71640">
                <a:noAutofit/>
              </a:bodyPr>
              <a:p>
                <a:pPr algn="ctr"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sz="1800" lang="en-US" strike="noStrike" u="none">
                  <a:solidFill>
                    <a:srgbClr val="000000"/>
                  </a:solidFill>
                  <a:effectLst/>
                  <a:latin typeface="OpenSymbol"/>
                </a:endParaRPr>
              </a:p>
            </p:txBody>
          </p:sp>
          <p:sp>
            <p:nvSpPr>
              <p:cNvPr id="1049403" name="Google Shape;3336;p37"/>
              <p:cNvSpPr/>
              <p:nvPr/>
            </p:nvSpPr>
            <p:spPr>
              <a:xfrm>
                <a:off x="1608120" y="1119600"/>
                <a:ext cx="126000" cy="126360"/>
              </a:xfrm>
              <a:prstGeom prst="rect"/>
              <a:gradFill rotWithShape="0">
                <a:gsLst>
                  <a:gs pos="0">
                    <a:srgbClr val="7DF3E5"/>
                  </a:gs>
                  <a:gs pos="100000">
                    <a:srgbClr val="02C5AE"/>
                  </a:gs>
                </a:gsLst>
                <a:lin ang="2700000"/>
              </a:gradFill>
              <a:ln w="0">
                <a:noFill/>
              </a:ln>
              <a:effectLst>
                <a:outerShdw algn="bl" blurRad="185760" rotWithShape="0">
                  <a:schemeClr val="dk1">
                    <a:alpha val="31000"/>
                  </a:schemeClr>
                </a:outerShdw>
              </a:effectLst>
            </p:spPr>
            <p:style>
              <a:lnRef idx="0">
                <a:srgbClr val="000000"/>
              </a:lnRef>
              <a:fillRef idx="0">
                <a:srgbClr val="000000"/>
              </a:fillRef>
              <a:effectRef idx="0">
                <a:srgbClr val="000000"/>
              </a:effectRef>
              <a:fontRef idx="minor">
                <a:srgbClr val="000000"/>
              </a:fontRef>
            </p:style>
            <p:txBody>
              <a:bodyPr anchor="ctr" bIns="63360" tIns="63360">
                <a:noAutofit/>
              </a:bodyPr>
              <a:p>
                <a:pPr algn="ctr"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sz="1800" lang="en-US" strike="noStrike" u="none">
                  <a:solidFill>
                    <a:srgbClr val="000000"/>
                  </a:solidFill>
                  <a:effectLst/>
                  <a:latin typeface="OpenSymbol"/>
                </a:endParaRPr>
              </a:p>
            </p:txBody>
          </p:sp>
          <p:sp>
            <p:nvSpPr>
              <p:cNvPr id="1049404" name="Google Shape;3337;p37"/>
              <p:cNvSpPr/>
              <p:nvPr/>
            </p:nvSpPr>
            <p:spPr>
              <a:xfrm>
                <a:off x="1608120" y="909000"/>
                <a:ext cx="126000" cy="126360"/>
              </a:xfrm>
              <a:prstGeom prst="rect"/>
              <a:gradFill rotWithShape="0">
                <a:gsLst>
                  <a:gs pos="0">
                    <a:srgbClr val="7DF3E5"/>
                  </a:gs>
                  <a:gs pos="100000">
                    <a:srgbClr val="02C5AE"/>
                  </a:gs>
                </a:gsLst>
                <a:lin ang="2700000"/>
              </a:gradFill>
              <a:ln w="0">
                <a:noFill/>
              </a:ln>
              <a:effectLst>
                <a:outerShdw algn="bl" blurRad="185760" rotWithShape="0">
                  <a:schemeClr val="dk1">
                    <a:alpha val="31000"/>
                  </a:schemeClr>
                </a:outerShdw>
              </a:effectLst>
            </p:spPr>
            <p:style>
              <a:lnRef idx="0">
                <a:srgbClr val="000000"/>
              </a:lnRef>
              <a:fillRef idx="0">
                <a:srgbClr val="000000"/>
              </a:fillRef>
              <a:effectRef idx="0">
                <a:srgbClr val="000000"/>
              </a:effectRef>
              <a:fontRef idx="minor">
                <a:srgbClr val="000000"/>
              </a:fontRef>
            </p:style>
            <p:txBody>
              <a:bodyPr anchor="ctr" bIns="63360" tIns="63360">
                <a:noAutofit/>
              </a:bodyPr>
              <a:p>
                <a:pPr algn="ctr"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sz="1800" lang="en-US" strike="noStrike" u="none">
                  <a:solidFill>
                    <a:srgbClr val="000000"/>
                  </a:solidFill>
                  <a:effectLst/>
                  <a:latin typeface="OpenSymbol"/>
                </a:endParaRPr>
              </a:p>
            </p:txBody>
          </p:sp>
          <p:sp>
            <p:nvSpPr>
              <p:cNvPr id="1049405" name="Google Shape;3338;p37"/>
              <p:cNvSpPr/>
              <p:nvPr/>
            </p:nvSpPr>
            <p:spPr>
              <a:xfrm>
                <a:off x="1608120" y="698040"/>
                <a:ext cx="126000" cy="126360"/>
              </a:xfrm>
              <a:prstGeom prst="rect"/>
              <a:gradFill rotWithShape="0">
                <a:gsLst>
                  <a:gs pos="0">
                    <a:srgbClr val="7DF3E5"/>
                  </a:gs>
                  <a:gs pos="100000">
                    <a:srgbClr val="02C5AE"/>
                  </a:gs>
                </a:gsLst>
                <a:lin ang="2700000"/>
              </a:gradFill>
              <a:ln w="0">
                <a:noFill/>
              </a:ln>
              <a:effectLst>
                <a:outerShdw algn="bl" blurRad="185760" rotWithShape="0">
                  <a:schemeClr val="dk1">
                    <a:alpha val="31000"/>
                  </a:schemeClr>
                </a:outerShdw>
              </a:effectLst>
            </p:spPr>
            <p:style>
              <a:lnRef idx="0">
                <a:srgbClr val="000000"/>
              </a:lnRef>
              <a:fillRef idx="0">
                <a:srgbClr val="000000"/>
              </a:fillRef>
              <a:effectRef idx="0">
                <a:srgbClr val="000000"/>
              </a:effectRef>
              <a:fontRef idx="minor">
                <a:srgbClr val="000000"/>
              </a:fontRef>
            </p:style>
            <p:txBody>
              <a:bodyPr anchor="ctr" bIns="63360" tIns="63360">
                <a:noAutofit/>
              </a:bodyPr>
              <a:p>
                <a:pPr algn="ctr"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sz="1800" lang="en-US" strike="noStrike" u="none">
                  <a:solidFill>
                    <a:srgbClr val="000000"/>
                  </a:solidFill>
                  <a:effectLst/>
                  <a:latin typeface="OpenSymbol"/>
                </a:endParaRPr>
              </a:p>
            </p:txBody>
          </p:sp>
          <p:sp>
            <p:nvSpPr>
              <p:cNvPr id="1049406" name="Google Shape;3339;p37"/>
              <p:cNvSpPr/>
              <p:nvPr/>
            </p:nvSpPr>
            <p:spPr>
              <a:xfrm>
                <a:off x="1612440" y="487440"/>
                <a:ext cx="117360" cy="117720"/>
              </a:xfrm>
              <a:prstGeom prst="rect"/>
              <a:gradFill rotWithShape="0">
                <a:gsLst>
                  <a:gs pos="0">
                    <a:srgbClr val="7DF3E5"/>
                  </a:gs>
                  <a:gs pos="100000">
                    <a:srgbClr val="02C5AE"/>
                  </a:gs>
                </a:gsLst>
                <a:lin ang="2700000"/>
              </a:gradFill>
              <a:ln w="0">
                <a:noFill/>
              </a:ln>
              <a:effectLst>
                <a:outerShdw algn="bl" blurRad="185760" rotWithShape="0">
                  <a:schemeClr val="dk1">
                    <a:alpha val="31000"/>
                  </a:schemeClr>
                </a:outerShdw>
              </a:effectLst>
            </p:spPr>
            <p:style>
              <a:lnRef idx="0">
                <a:srgbClr val="000000"/>
              </a:lnRef>
              <a:fillRef idx="0">
                <a:srgbClr val="000000"/>
              </a:fillRef>
              <a:effectRef idx="0">
                <a:srgbClr val="000000"/>
              </a:effectRef>
              <a:fontRef idx="minor">
                <a:srgbClr val="000000"/>
              </a:fontRef>
            </p:style>
            <p:txBody>
              <a:bodyPr anchor="ctr" bIns="59040" tIns="59040">
                <a:noAutofit/>
              </a:bodyPr>
              <a:p>
                <a:pPr algn="ctr"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sz="1800" lang="en-US" strike="noStrike" u="none">
                  <a:solidFill>
                    <a:srgbClr val="000000"/>
                  </a:solidFill>
                  <a:effectLst/>
                  <a:latin typeface="OpenSymbol"/>
                </a:endParaRPr>
              </a:p>
            </p:txBody>
          </p:sp>
          <p:sp>
            <p:nvSpPr>
              <p:cNvPr id="1049407" name="Google Shape;3340;p37"/>
              <p:cNvSpPr/>
              <p:nvPr/>
            </p:nvSpPr>
            <p:spPr>
              <a:xfrm>
                <a:off x="1612440" y="276840"/>
                <a:ext cx="117360" cy="117720"/>
              </a:xfrm>
              <a:prstGeom prst="rect"/>
              <a:gradFill rotWithShape="0">
                <a:gsLst>
                  <a:gs pos="0">
                    <a:srgbClr val="7DF3E5"/>
                  </a:gs>
                  <a:gs pos="100000">
                    <a:srgbClr val="02C5AE"/>
                  </a:gs>
                </a:gsLst>
                <a:lin ang="2700000"/>
              </a:gradFill>
              <a:ln w="0">
                <a:noFill/>
              </a:ln>
              <a:effectLst>
                <a:outerShdw algn="bl" blurRad="185760" rotWithShape="0">
                  <a:schemeClr val="dk1">
                    <a:alpha val="31000"/>
                  </a:schemeClr>
                </a:outerShdw>
              </a:effectLst>
            </p:spPr>
            <p:style>
              <a:lnRef idx="0">
                <a:srgbClr val="000000"/>
              </a:lnRef>
              <a:fillRef idx="0">
                <a:srgbClr val="000000"/>
              </a:fillRef>
              <a:effectRef idx="0">
                <a:srgbClr val="000000"/>
              </a:effectRef>
              <a:fontRef idx="minor">
                <a:srgbClr val="000000"/>
              </a:fontRef>
            </p:style>
            <p:txBody>
              <a:bodyPr anchor="ctr" bIns="59040" tIns="59040">
                <a:noAutofit/>
              </a:bodyPr>
              <a:p>
                <a:pPr algn="ctr"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sz="1800" lang="en-US" strike="noStrike" u="none">
                  <a:solidFill>
                    <a:srgbClr val="000000"/>
                  </a:solidFill>
                  <a:effectLst/>
                  <a:latin typeface="OpenSymbol"/>
                </a:endParaRPr>
              </a:p>
            </p:txBody>
          </p:sp>
          <p:sp>
            <p:nvSpPr>
              <p:cNvPr id="1049408" name="Google Shape;3341;p37"/>
              <p:cNvSpPr/>
              <p:nvPr/>
            </p:nvSpPr>
            <p:spPr>
              <a:xfrm>
                <a:off x="1614600" y="65880"/>
                <a:ext cx="113040" cy="113040"/>
              </a:xfrm>
              <a:prstGeom prst="rect"/>
              <a:gradFill rotWithShape="0">
                <a:gsLst>
                  <a:gs pos="0">
                    <a:srgbClr val="7DF3E5"/>
                  </a:gs>
                  <a:gs pos="100000">
                    <a:srgbClr val="02C5AE"/>
                  </a:gs>
                </a:gsLst>
                <a:lin ang="2700000"/>
              </a:gradFill>
              <a:ln w="0">
                <a:noFill/>
              </a:ln>
              <a:effectLst>
                <a:outerShdw algn="bl" blurRad="185760" rotWithShape="0">
                  <a:schemeClr val="dk1">
                    <a:alpha val="31000"/>
                  </a:schemeClr>
                </a:outerShdw>
              </a:effectLst>
            </p:spPr>
            <p:style>
              <a:lnRef idx="0">
                <a:srgbClr val="000000"/>
              </a:lnRef>
              <a:fillRef idx="0">
                <a:srgbClr val="000000"/>
              </a:fillRef>
              <a:effectRef idx="0">
                <a:srgbClr val="000000"/>
              </a:effectRef>
              <a:fontRef idx="minor">
                <a:srgbClr val="000000"/>
              </a:fontRef>
            </p:style>
            <p:txBody>
              <a:bodyPr anchor="ctr" bIns="56520" tIns="56520">
                <a:noAutofit/>
              </a:bodyPr>
              <a:p>
                <a:pPr algn="ctr"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sz="1800" lang="en-US" strike="noStrike" u="none">
                  <a:solidFill>
                    <a:srgbClr val="000000"/>
                  </a:solidFill>
                  <a:effectLst/>
                  <a:latin typeface="OpenSymbol"/>
                </a:endParaRPr>
              </a:p>
            </p:txBody>
          </p:sp>
          <p:sp>
            <p:nvSpPr>
              <p:cNvPr id="1049409" name="Google Shape;3342;p37"/>
              <p:cNvSpPr/>
              <p:nvPr/>
            </p:nvSpPr>
            <p:spPr>
              <a:xfrm>
                <a:off x="1616760" y="-144720"/>
                <a:ext cx="108720" cy="108720"/>
              </a:xfrm>
              <a:prstGeom prst="rect"/>
              <a:gradFill rotWithShape="0">
                <a:gsLst>
                  <a:gs pos="0">
                    <a:srgbClr val="7DF3E5"/>
                  </a:gs>
                  <a:gs pos="100000">
                    <a:srgbClr val="02C5AE"/>
                  </a:gs>
                </a:gsLst>
                <a:lin ang="2700000"/>
              </a:gradFill>
              <a:ln w="0">
                <a:noFill/>
              </a:ln>
              <a:effectLst>
                <a:outerShdw algn="bl" blurRad="185760" rotWithShape="0">
                  <a:schemeClr val="dk1">
                    <a:alpha val="31000"/>
                  </a:schemeClr>
                </a:outerShdw>
              </a:effectLst>
            </p:spPr>
            <p:style>
              <a:lnRef idx="0">
                <a:srgbClr val="000000"/>
              </a:lnRef>
              <a:fillRef idx="0">
                <a:srgbClr val="000000"/>
              </a:fillRef>
              <a:effectRef idx="0">
                <a:srgbClr val="000000"/>
              </a:effectRef>
              <a:fontRef idx="minor">
                <a:srgbClr val="000000"/>
              </a:fontRef>
            </p:style>
            <p:txBody>
              <a:bodyPr anchor="ctr" bIns="54360" tIns="54360">
                <a:noAutofit/>
              </a:bodyPr>
              <a:p>
                <a:pPr algn="ctr"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sz="1800" lang="en-US" strike="noStrike" u="none">
                  <a:solidFill>
                    <a:srgbClr val="000000"/>
                  </a:solidFill>
                  <a:effectLst/>
                  <a:latin typeface="OpenSymbol"/>
                </a:endParaRPr>
              </a:p>
            </p:txBody>
          </p:sp>
          <p:sp>
            <p:nvSpPr>
              <p:cNvPr id="1049410" name="Google Shape;3343;p37"/>
              <p:cNvSpPr/>
              <p:nvPr/>
            </p:nvSpPr>
            <p:spPr>
              <a:xfrm>
                <a:off x="1621800" y="-351000"/>
                <a:ext cx="98640" cy="98640"/>
              </a:xfrm>
              <a:prstGeom prst="rect"/>
              <a:gradFill rotWithShape="0">
                <a:gsLst>
                  <a:gs pos="0">
                    <a:srgbClr val="7DF3E5"/>
                  </a:gs>
                  <a:gs pos="100000">
                    <a:srgbClr val="02C5AE"/>
                  </a:gs>
                </a:gsLst>
                <a:lin ang="2700000"/>
              </a:gradFill>
              <a:ln w="0">
                <a:noFill/>
              </a:ln>
              <a:effectLst>
                <a:outerShdw algn="bl" blurRad="185760" rotWithShape="0">
                  <a:schemeClr val="dk1">
                    <a:alpha val="31000"/>
                  </a:schemeClr>
                </a:outerShdw>
              </a:effectLst>
            </p:spPr>
            <p:style>
              <a:lnRef idx="0">
                <a:srgbClr val="000000"/>
              </a:lnRef>
              <a:fillRef idx="0">
                <a:srgbClr val="000000"/>
              </a:fillRef>
              <a:effectRef idx="0">
                <a:srgbClr val="000000"/>
              </a:effectRef>
              <a:fontRef idx="minor">
                <a:srgbClr val="000000"/>
              </a:fontRef>
            </p:style>
            <p:txBody>
              <a:bodyPr anchor="ctr" bIns="49320" tIns="49320">
                <a:noAutofit/>
              </a:bodyPr>
              <a:p>
                <a:pPr algn="ctr"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sz="1800" lang="en-US" strike="noStrike" u="none">
                  <a:solidFill>
                    <a:srgbClr val="000000"/>
                  </a:solidFill>
                  <a:effectLst/>
                  <a:latin typeface="OpenSymbol"/>
                </a:endParaRPr>
              </a:p>
            </p:txBody>
          </p:sp>
          <p:sp>
            <p:nvSpPr>
              <p:cNvPr id="1049411" name="Google Shape;3344;p37"/>
              <p:cNvSpPr/>
              <p:nvPr/>
            </p:nvSpPr>
            <p:spPr>
              <a:xfrm>
                <a:off x="1626480" y="-557280"/>
                <a:ext cx="88920" cy="88920"/>
              </a:xfrm>
              <a:prstGeom prst="rect"/>
              <a:gradFill rotWithShape="0">
                <a:gsLst>
                  <a:gs pos="0">
                    <a:srgbClr val="7DF3E5"/>
                  </a:gs>
                  <a:gs pos="100000">
                    <a:srgbClr val="02C5AE"/>
                  </a:gs>
                </a:gsLst>
                <a:lin ang="2700000"/>
              </a:gradFill>
              <a:ln w="0">
                <a:noFill/>
              </a:ln>
              <a:effectLst>
                <a:outerShdw algn="bl" blurRad="185760" rotWithShape="0">
                  <a:schemeClr val="dk1">
                    <a:alpha val="31000"/>
                  </a:schemeClr>
                </a:outerShdw>
              </a:effectLst>
            </p:spPr>
            <p:style>
              <a:lnRef idx="0">
                <a:srgbClr val="000000"/>
              </a:lnRef>
              <a:fillRef idx="0">
                <a:srgbClr val="000000"/>
              </a:fillRef>
              <a:effectRef idx="0">
                <a:srgbClr val="000000"/>
              </a:effectRef>
              <a:fontRef idx="minor">
                <a:srgbClr val="000000"/>
              </a:fontRef>
            </p:style>
            <p:txBody>
              <a:bodyPr anchor="ctr" bIns="44640" tIns="44640">
                <a:noAutofit/>
              </a:bodyPr>
              <a:p>
                <a:pPr algn="ctr"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sz="1800" lang="en-US" strike="noStrike" u="none">
                  <a:solidFill>
                    <a:srgbClr val="000000"/>
                  </a:solidFill>
                  <a:effectLst/>
                  <a:latin typeface="OpenSymbol"/>
                </a:endParaRPr>
              </a:p>
            </p:txBody>
          </p:sp>
          <p:sp>
            <p:nvSpPr>
              <p:cNvPr id="1049412" name="Google Shape;3345;p37"/>
              <p:cNvSpPr/>
              <p:nvPr/>
            </p:nvSpPr>
            <p:spPr>
              <a:xfrm>
                <a:off x="1626480" y="-763200"/>
                <a:ext cx="88920" cy="88920"/>
              </a:xfrm>
              <a:prstGeom prst="rect"/>
              <a:gradFill rotWithShape="0">
                <a:gsLst>
                  <a:gs pos="0">
                    <a:srgbClr val="7DF3E5"/>
                  </a:gs>
                  <a:gs pos="100000">
                    <a:srgbClr val="02C5AE"/>
                  </a:gs>
                </a:gsLst>
                <a:lin ang="2700000"/>
              </a:gradFill>
              <a:ln w="0">
                <a:noFill/>
              </a:ln>
              <a:effectLst>
                <a:outerShdw algn="bl" blurRad="185760" rotWithShape="0">
                  <a:schemeClr val="dk1">
                    <a:alpha val="31000"/>
                  </a:schemeClr>
                </a:outerShdw>
              </a:effectLst>
            </p:spPr>
            <p:style>
              <a:lnRef idx="0">
                <a:srgbClr val="000000"/>
              </a:lnRef>
              <a:fillRef idx="0">
                <a:srgbClr val="000000"/>
              </a:fillRef>
              <a:effectRef idx="0">
                <a:srgbClr val="000000"/>
              </a:effectRef>
              <a:fontRef idx="minor">
                <a:srgbClr val="000000"/>
              </a:fontRef>
            </p:style>
            <p:txBody>
              <a:bodyPr anchor="ctr" bIns="44640" tIns="44640">
                <a:noAutofit/>
              </a:bodyPr>
              <a:p>
                <a:pPr algn="ctr"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sz="1800" lang="en-US" strike="noStrike" u="none">
                  <a:solidFill>
                    <a:srgbClr val="000000"/>
                  </a:solidFill>
                  <a:effectLst/>
                  <a:latin typeface="OpenSymbol"/>
                </a:endParaRPr>
              </a:p>
            </p:txBody>
          </p:sp>
          <p:sp>
            <p:nvSpPr>
              <p:cNvPr id="1049413" name="Google Shape;3346;p37"/>
              <p:cNvSpPr/>
              <p:nvPr/>
            </p:nvSpPr>
            <p:spPr>
              <a:xfrm>
                <a:off x="1631520" y="-980640"/>
                <a:ext cx="79200" cy="79200"/>
              </a:xfrm>
              <a:prstGeom prst="rect"/>
              <a:gradFill rotWithShape="0">
                <a:gsLst>
                  <a:gs pos="0">
                    <a:srgbClr val="7DF3E5"/>
                  </a:gs>
                  <a:gs pos="100000">
                    <a:srgbClr val="02C5AE"/>
                  </a:gs>
                </a:gsLst>
                <a:lin ang="2700000"/>
              </a:gradFill>
              <a:ln w="0">
                <a:noFill/>
              </a:ln>
              <a:effectLst>
                <a:outerShdw algn="bl" blurRad="185760" rotWithShape="0">
                  <a:schemeClr val="dk1">
                    <a:alpha val="31000"/>
                  </a:schemeClr>
                </a:outerShdw>
              </a:effectLst>
            </p:spPr>
            <p:style>
              <a:lnRef idx="0">
                <a:srgbClr val="000000"/>
              </a:lnRef>
              <a:fillRef idx="0">
                <a:srgbClr val="000000"/>
              </a:fillRef>
              <a:effectRef idx="0">
                <a:srgbClr val="000000"/>
              </a:effectRef>
              <a:fontRef idx="minor">
                <a:srgbClr val="000000"/>
              </a:fontRef>
            </p:style>
            <p:txBody>
              <a:bodyPr anchor="ctr" bIns="39600" tIns="39600">
                <a:noAutofit/>
              </a:bodyPr>
              <a:p>
                <a:pPr algn="ctr"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sz="1800" lang="en-US" strike="noStrike" u="none">
                  <a:solidFill>
                    <a:srgbClr val="000000"/>
                  </a:solidFill>
                  <a:effectLst/>
                  <a:latin typeface="OpenSymbol"/>
                </a:endParaRPr>
              </a:p>
            </p:txBody>
          </p:sp>
        </p:grpSp>
        <p:grpSp>
          <p:nvGrpSpPr>
            <p:cNvPr id="172" name="Google Shape;3347;p37"/>
            <p:cNvGrpSpPr/>
            <p:nvPr/>
          </p:nvGrpSpPr>
          <p:grpSpPr>
            <a:xfrm>
              <a:off x="1599480" y="-980640"/>
              <a:ext cx="142920" cy="2454120"/>
              <a:chOff x="1599480" y="-980640"/>
              <a:chExt cx="142920" cy="2454120"/>
            </a:xfrm>
          </p:grpSpPr>
          <p:sp>
            <p:nvSpPr>
              <p:cNvPr id="1049414" name="Google Shape;3348;p37"/>
              <p:cNvSpPr/>
              <p:nvPr/>
            </p:nvSpPr>
            <p:spPr>
              <a:xfrm>
                <a:off x="1599480" y="1330560"/>
                <a:ext cx="142920" cy="142920"/>
              </a:xfrm>
              <a:prstGeom prst="rect"/>
              <a:noFill/>
              <a:ln w="0">
                <a:noFill/>
              </a:ln>
            </p:spPr>
            <p:style>
              <a:lnRef idx="0">
                <a:srgbClr val="000000"/>
              </a:lnRef>
              <a:fillRef idx="0">
                <a:srgbClr val="000000"/>
              </a:fillRef>
              <a:effectRef idx="0">
                <a:srgbClr val="000000"/>
              </a:effectRef>
              <a:fontRef idx="minor">
                <a:srgbClr val="000000"/>
              </a:fontRef>
            </p:style>
            <p:txBody>
              <a:bodyPr anchor="ctr" bIns="71640" tIns="71640">
                <a:noAutofit/>
              </a:bodyPr>
              <a:p>
                <a:pPr algn="ctr"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sz="1800" lang="en-US" strike="noStrike" u="none">
                  <a:solidFill>
                    <a:srgbClr val="FFFFFF"/>
                  </a:solidFill>
                  <a:effectLst/>
                  <a:latin typeface="OpenSymbol"/>
                </a:endParaRPr>
              </a:p>
            </p:txBody>
          </p:sp>
          <p:sp>
            <p:nvSpPr>
              <p:cNvPr id="1049415" name="Google Shape;3349;p37"/>
              <p:cNvSpPr/>
              <p:nvPr/>
            </p:nvSpPr>
            <p:spPr>
              <a:xfrm>
                <a:off x="1608120" y="1119600"/>
                <a:ext cx="126000" cy="126360"/>
              </a:xfrm>
              <a:prstGeom prst="rect"/>
              <a:solidFill>
                <a:srgbClr val="009F8C">
                  <a:alpha val="5000"/>
                </a:srgbClr>
              </a:solidFill>
              <a:ln w="0">
                <a:noFill/>
              </a:ln>
            </p:spPr>
            <p:style>
              <a:lnRef idx="0">
                <a:srgbClr val="000000"/>
              </a:lnRef>
              <a:fillRef idx="0">
                <a:srgbClr val="000000"/>
              </a:fillRef>
              <a:effectRef idx="0">
                <a:srgbClr val="000000"/>
              </a:effectRef>
              <a:fontRef idx="minor">
                <a:srgbClr val="000000"/>
              </a:fontRef>
            </p:style>
            <p:txBody>
              <a:bodyPr anchor="ctr" bIns="63360" tIns="63360">
                <a:noAutofit/>
              </a:bodyPr>
              <a:p>
                <a:pPr algn="ctr"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sz="1800" lang="en-US" strike="noStrike" u="none">
                  <a:solidFill>
                    <a:srgbClr val="FFFFFF"/>
                  </a:solidFill>
                  <a:effectLst/>
                  <a:latin typeface="OpenSymbol"/>
                </a:endParaRPr>
              </a:p>
            </p:txBody>
          </p:sp>
          <p:sp>
            <p:nvSpPr>
              <p:cNvPr id="1049416" name="Google Shape;3350;p37"/>
              <p:cNvSpPr/>
              <p:nvPr/>
            </p:nvSpPr>
            <p:spPr>
              <a:xfrm>
                <a:off x="1608120" y="909000"/>
                <a:ext cx="126000" cy="126360"/>
              </a:xfrm>
              <a:prstGeom prst="rect"/>
              <a:solidFill>
                <a:srgbClr val="009F8C">
                  <a:alpha val="10000"/>
                </a:srgbClr>
              </a:solidFill>
              <a:ln w="0">
                <a:noFill/>
              </a:ln>
            </p:spPr>
            <p:style>
              <a:lnRef idx="0">
                <a:srgbClr val="000000"/>
              </a:lnRef>
              <a:fillRef idx="0">
                <a:srgbClr val="000000"/>
              </a:fillRef>
              <a:effectRef idx="0">
                <a:srgbClr val="000000"/>
              </a:effectRef>
              <a:fontRef idx="minor">
                <a:srgbClr val="000000"/>
              </a:fontRef>
            </p:style>
            <p:txBody>
              <a:bodyPr anchor="ctr" bIns="63360" tIns="63360">
                <a:noAutofit/>
              </a:bodyPr>
              <a:p>
                <a:pPr algn="ctr"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sz="1800" lang="en-US" strike="noStrike" u="none">
                  <a:solidFill>
                    <a:srgbClr val="FFFFFF"/>
                  </a:solidFill>
                  <a:effectLst/>
                  <a:latin typeface="OpenSymbol"/>
                </a:endParaRPr>
              </a:p>
            </p:txBody>
          </p:sp>
          <p:sp>
            <p:nvSpPr>
              <p:cNvPr id="1049417" name="Google Shape;3351;p37"/>
              <p:cNvSpPr/>
              <p:nvPr/>
            </p:nvSpPr>
            <p:spPr>
              <a:xfrm>
                <a:off x="1608120" y="698040"/>
                <a:ext cx="126000" cy="126360"/>
              </a:xfrm>
              <a:prstGeom prst="rect"/>
              <a:solidFill>
                <a:srgbClr val="009F8C">
                  <a:alpha val="20000"/>
                </a:srgbClr>
              </a:solidFill>
              <a:ln w="0">
                <a:noFill/>
              </a:ln>
            </p:spPr>
            <p:style>
              <a:lnRef idx="0">
                <a:srgbClr val="000000"/>
              </a:lnRef>
              <a:fillRef idx="0">
                <a:srgbClr val="000000"/>
              </a:fillRef>
              <a:effectRef idx="0">
                <a:srgbClr val="000000"/>
              </a:effectRef>
              <a:fontRef idx="minor">
                <a:srgbClr val="000000"/>
              </a:fontRef>
            </p:style>
            <p:txBody>
              <a:bodyPr anchor="ctr" bIns="63360" tIns="63360">
                <a:noAutofit/>
              </a:bodyPr>
              <a:p>
                <a:pPr algn="ctr"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sz="1800" lang="en-US" strike="noStrike" u="none">
                  <a:solidFill>
                    <a:srgbClr val="FFFFFF"/>
                  </a:solidFill>
                  <a:effectLst/>
                  <a:latin typeface="OpenSymbol"/>
                </a:endParaRPr>
              </a:p>
            </p:txBody>
          </p:sp>
          <p:sp>
            <p:nvSpPr>
              <p:cNvPr id="1049418" name="Google Shape;3352;p37"/>
              <p:cNvSpPr/>
              <p:nvPr/>
            </p:nvSpPr>
            <p:spPr>
              <a:xfrm>
                <a:off x="1612440" y="487440"/>
                <a:ext cx="117360" cy="117720"/>
              </a:xfrm>
              <a:prstGeom prst="rect"/>
              <a:solidFill>
                <a:srgbClr val="009F8C">
                  <a:alpha val="30000"/>
                </a:srgbClr>
              </a:solidFill>
              <a:ln w="0">
                <a:noFill/>
              </a:ln>
            </p:spPr>
            <p:style>
              <a:lnRef idx="0">
                <a:srgbClr val="000000"/>
              </a:lnRef>
              <a:fillRef idx="0">
                <a:srgbClr val="000000"/>
              </a:fillRef>
              <a:effectRef idx="0">
                <a:srgbClr val="000000"/>
              </a:effectRef>
              <a:fontRef idx="minor">
                <a:srgbClr val="000000"/>
              </a:fontRef>
            </p:style>
            <p:txBody>
              <a:bodyPr anchor="ctr" bIns="59040" tIns="59040">
                <a:noAutofit/>
              </a:bodyPr>
              <a:p>
                <a:pPr algn="ctr"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sz="1800" lang="en-US" strike="noStrike" u="none">
                  <a:solidFill>
                    <a:srgbClr val="FFFFFF"/>
                  </a:solidFill>
                  <a:effectLst/>
                  <a:latin typeface="OpenSymbol"/>
                </a:endParaRPr>
              </a:p>
            </p:txBody>
          </p:sp>
          <p:sp>
            <p:nvSpPr>
              <p:cNvPr id="1049419" name="Google Shape;3353;p37"/>
              <p:cNvSpPr/>
              <p:nvPr/>
            </p:nvSpPr>
            <p:spPr>
              <a:xfrm>
                <a:off x="1612440" y="276840"/>
                <a:ext cx="117360" cy="117720"/>
              </a:xfrm>
              <a:prstGeom prst="rect"/>
              <a:solidFill>
                <a:srgbClr val="009F8C">
                  <a:alpha val="40000"/>
                </a:srgbClr>
              </a:solidFill>
              <a:ln w="0">
                <a:noFill/>
              </a:ln>
            </p:spPr>
            <p:style>
              <a:lnRef idx="0">
                <a:srgbClr val="000000"/>
              </a:lnRef>
              <a:fillRef idx="0">
                <a:srgbClr val="000000"/>
              </a:fillRef>
              <a:effectRef idx="0">
                <a:srgbClr val="000000"/>
              </a:effectRef>
              <a:fontRef idx="minor">
                <a:srgbClr val="000000"/>
              </a:fontRef>
            </p:style>
            <p:txBody>
              <a:bodyPr anchor="ctr" bIns="59040" tIns="59040">
                <a:noAutofit/>
              </a:bodyPr>
              <a:p>
                <a:pPr algn="ctr"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sz="1800" lang="en-US" strike="noStrike" u="none">
                  <a:solidFill>
                    <a:srgbClr val="FFFFFF"/>
                  </a:solidFill>
                  <a:effectLst/>
                  <a:latin typeface="OpenSymbol"/>
                </a:endParaRPr>
              </a:p>
            </p:txBody>
          </p:sp>
          <p:sp>
            <p:nvSpPr>
              <p:cNvPr id="1049420" name="Google Shape;3354;p37"/>
              <p:cNvSpPr/>
              <p:nvPr/>
            </p:nvSpPr>
            <p:spPr>
              <a:xfrm>
                <a:off x="1614600" y="65880"/>
                <a:ext cx="113040" cy="113040"/>
              </a:xfrm>
              <a:prstGeom prst="rect"/>
              <a:solidFill>
                <a:srgbClr val="009F8C">
                  <a:alpha val="50000"/>
                </a:srgbClr>
              </a:solidFill>
              <a:ln w="0">
                <a:noFill/>
              </a:ln>
            </p:spPr>
            <p:style>
              <a:lnRef idx="0">
                <a:srgbClr val="000000"/>
              </a:lnRef>
              <a:fillRef idx="0">
                <a:srgbClr val="000000"/>
              </a:fillRef>
              <a:effectRef idx="0">
                <a:srgbClr val="000000"/>
              </a:effectRef>
              <a:fontRef idx="minor">
                <a:srgbClr val="000000"/>
              </a:fontRef>
            </p:style>
            <p:txBody>
              <a:bodyPr anchor="ctr" bIns="56520" tIns="56520">
                <a:noAutofit/>
              </a:bodyPr>
              <a:p>
                <a:pPr algn="ctr"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sz="1800" lang="en-US" strike="noStrike" u="none">
                  <a:solidFill>
                    <a:srgbClr val="FFFFFF"/>
                  </a:solidFill>
                  <a:effectLst/>
                  <a:latin typeface="OpenSymbol"/>
                </a:endParaRPr>
              </a:p>
            </p:txBody>
          </p:sp>
          <p:sp>
            <p:nvSpPr>
              <p:cNvPr id="1049421" name="Google Shape;3355;p37"/>
              <p:cNvSpPr/>
              <p:nvPr/>
            </p:nvSpPr>
            <p:spPr>
              <a:xfrm>
                <a:off x="1616760" y="-144720"/>
                <a:ext cx="108720" cy="108720"/>
              </a:xfrm>
              <a:prstGeom prst="rect"/>
              <a:solidFill>
                <a:srgbClr val="009F8C">
                  <a:alpha val="55000"/>
                </a:srgbClr>
              </a:solidFill>
              <a:ln w="0">
                <a:noFill/>
              </a:ln>
            </p:spPr>
            <p:style>
              <a:lnRef idx="0">
                <a:srgbClr val="000000"/>
              </a:lnRef>
              <a:fillRef idx="0">
                <a:srgbClr val="000000"/>
              </a:fillRef>
              <a:effectRef idx="0">
                <a:srgbClr val="000000"/>
              </a:effectRef>
              <a:fontRef idx="minor">
                <a:srgbClr val="000000"/>
              </a:fontRef>
            </p:style>
            <p:txBody>
              <a:bodyPr anchor="ctr" bIns="54360" tIns="54360">
                <a:noAutofit/>
              </a:bodyPr>
              <a:p>
                <a:pPr algn="ctr"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sz="1800" lang="en-US" strike="noStrike" u="none">
                  <a:solidFill>
                    <a:srgbClr val="FFFFFF"/>
                  </a:solidFill>
                  <a:effectLst/>
                  <a:latin typeface="OpenSymbol"/>
                </a:endParaRPr>
              </a:p>
            </p:txBody>
          </p:sp>
          <p:sp>
            <p:nvSpPr>
              <p:cNvPr id="1049422" name="Google Shape;3356;p37"/>
              <p:cNvSpPr/>
              <p:nvPr/>
            </p:nvSpPr>
            <p:spPr>
              <a:xfrm>
                <a:off x="1621800" y="-351000"/>
                <a:ext cx="98640" cy="98640"/>
              </a:xfrm>
              <a:prstGeom prst="rect"/>
              <a:solidFill>
                <a:srgbClr val="009F8C">
                  <a:alpha val="60000"/>
                </a:srgbClr>
              </a:solidFill>
              <a:ln w="0">
                <a:noFill/>
              </a:ln>
            </p:spPr>
            <p:style>
              <a:lnRef idx="0">
                <a:srgbClr val="000000"/>
              </a:lnRef>
              <a:fillRef idx="0">
                <a:srgbClr val="000000"/>
              </a:fillRef>
              <a:effectRef idx="0">
                <a:srgbClr val="000000"/>
              </a:effectRef>
              <a:fontRef idx="minor">
                <a:srgbClr val="000000"/>
              </a:fontRef>
            </p:style>
            <p:txBody>
              <a:bodyPr anchor="ctr" bIns="49320" tIns="49320">
                <a:noAutofit/>
              </a:bodyPr>
              <a:p>
                <a:pPr algn="ctr"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sz="1800" lang="en-US" strike="noStrike" u="none">
                  <a:solidFill>
                    <a:srgbClr val="FFFFFF"/>
                  </a:solidFill>
                  <a:effectLst/>
                  <a:latin typeface="OpenSymbol"/>
                </a:endParaRPr>
              </a:p>
            </p:txBody>
          </p:sp>
          <p:sp>
            <p:nvSpPr>
              <p:cNvPr id="1049423" name="Google Shape;3357;p37"/>
              <p:cNvSpPr/>
              <p:nvPr/>
            </p:nvSpPr>
            <p:spPr>
              <a:xfrm>
                <a:off x="1626480" y="-557280"/>
                <a:ext cx="88920" cy="88920"/>
              </a:xfrm>
              <a:prstGeom prst="rect"/>
              <a:solidFill>
                <a:srgbClr val="009F8C">
                  <a:alpha val="65000"/>
                </a:srgbClr>
              </a:solidFill>
              <a:ln w="0">
                <a:noFill/>
              </a:ln>
            </p:spPr>
            <p:style>
              <a:lnRef idx="0">
                <a:srgbClr val="000000"/>
              </a:lnRef>
              <a:fillRef idx="0">
                <a:srgbClr val="000000"/>
              </a:fillRef>
              <a:effectRef idx="0">
                <a:srgbClr val="000000"/>
              </a:effectRef>
              <a:fontRef idx="minor">
                <a:srgbClr val="000000"/>
              </a:fontRef>
            </p:style>
            <p:txBody>
              <a:bodyPr anchor="ctr" bIns="44640" tIns="44640">
                <a:noAutofit/>
              </a:bodyPr>
              <a:p>
                <a:pPr algn="ctr"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sz="1800" lang="en-US" strike="noStrike" u="none">
                  <a:solidFill>
                    <a:srgbClr val="FFFFFF"/>
                  </a:solidFill>
                  <a:effectLst/>
                  <a:latin typeface="OpenSymbol"/>
                </a:endParaRPr>
              </a:p>
            </p:txBody>
          </p:sp>
          <p:sp>
            <p:nvSpPr>
              <p:cNvPr id="1049424" name="Google Shape;3358;p37"/>
              <p:cNvSpPr/>
              <p:nvPr/>
            </p:nvSpPr>
            <p:spPr>
              <a:xfrm>
                <a:off x="1626480" y="-763200"/>
                <a:ext cx="88920" cy="88920"/>
              </a:xfrm>
              <a:prstGeom prst="rect"/>
              <a:solidFill>
                <a:srgbClr val="009F8C">
                  <a:alpha val="70000"/>
                </a:srgbClr>
              </a:solidFill>
              <a:ln w="0">
                <a:noFill/>
              </a:ln>
            </p:spPr>
            <p:style>
              <a:lnRef idx="0">
                <a:srgbClr val="000000"/>
              </a:lnRef>
              <a:fillRef idx="0">
                <a:srgbClr val="000000"/>
              </a:fillRef>
              <a:effectRef idx="0">
                <a:srgbClr val="000000"/>
              </a:effectRef>
              <a:fontRef idx="minor">
                <a:srgbClr val="000000"/>
              </a:fontRef>
            </p:style>
            <p:txBody>
              <a:bodyPr anchor="ctr" bIns="44640" tIns="44640">
                <a:noAutofit/>
              </a:bodyPr>
              <a:p>
                <a:pPr algn="ctr"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sz="1800" lang="en-US" strike="noStrike" u="none">
                  <a:solidFill>
                    <a:srgbClr val="FFFFFF"/>
                  </a:solidFill>
                  <a:effectLst/>
                  <a:latin typeface="OpenSymbol"/>
                </a:endParaRPr>
              </a:p>
            </p:txBody>
          </p:sp>
          <p:sp>
            <p:nvSpPr>
              <p:cNvPr id="1049425" name="Google Shape;3359;p37"/>
              <p:cNvSpPr/>
              <p:nvPr/>
            </p:nvSpPr>
            <p:spPr>
              <a:xfrm>
                <a:off x="1631520" y="-980640"/>
                <a:ext cx="79200" cy="79200"/>
              </a:xfrm>
              <a:prstGeom prst="rect"/>
              <a:solidFill>
                <a:srgbClr val="009F8C">
                  <a:alpha val="80000"/>
                </a:srgbClr>
              </a:solidFill>
              <a:ln w="0">
                <a:noFill/>
              </a:ln>
            </p:spPr>
            <p:style>
              <a:lnRef idx="0">
                <a:srgbClr val="000000"/>
              </a:lnRef>
              <a:fillRef idx="0">
                <a:srgbClr val="000000"/>
              </a:fillRef>
              <a:effectRef idx="0">
                <a:srgbClr val="000000"/>
              </a:effectRef>
              <a:fontRef idx="minor">
                <a:srgbClr val="000000"/>
              </a:fontRef>
            </p:style>
            <p:txBody>
              <a:bodyPr anchor="ctr" bIns="39600" tIns="39600">
                <a:noAutofit/>
              </a:bodyPr>
              <a:p>
                <a:pPr algn="ctr"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sz="1800" lang="en-US" strike="noStrike" u="none">
                  <a:solidFill>
                    <a:srgbClr val="FFFFFF"/>
                  </a:solidFill>
                  <a:effectLst/>
                  <a:latin typeface="OpenSymbol"/>
                </a:endParaRPr>
              </a:p>
            </p:txBody>
          </p:sp>
        </p:grpSp>
      </p:grpSp>
      <p:grpSp>
        <p:nvGrpSpPr>
          <p:cNvPr id="173" name="Google Shape;3360;p37"/>
          <p:cNvGrpSpPr/>
          <p:nvPr/>
        </p:nvGrpSpPr>
        <p:grpSpPr>
          <a:xfrm>
            <a:off x="1046160" y="2149560"/>
            <a:ext cx="142920" cy="2454120"/>
            <a:chOff x="1046160" y="2149560"/>
            <a:chExt cx="142920" cy="2454120"/>
          </a:xfrm>
        </p:grpSpPr>
        <p:grpSp>
          <p:nvGrpSpPr>
            <p:cNvPr id="174" name="Google Shape;3361;p37"/>
            <p:cNvGrpSpPr/>
            <p:nvPr/>
          </p:nvGrpSpPr>
          <p:grpSpPr>
            <a:xfrm>
              <a:off x="1046160" y="2149560"/>
              <a:ext cx="142920" cy="2454120"/>
              <a:chOff x="1046160" y="2149560"/>
              <a:chExt cx="142920" cy="2454120"/>
            </a:xfrm>
          </p:grpSpPr>
          <p:sp>
            <p:nvSpPr>
              <p:cNvPr id="1049426" name="Google Shape;3362;p37"/>
              <p:cNvSpPr/>
              <p:nvPr/>
            </p:nvSpPr>
            <p:spPr>
              <a:xfrm>
                <a:off x="1046160" y="4460760"/>
                <a:ext cx="142920" cy="142920"/>
              </a:xfrm>
              <a:prstGeom prst="rect"/>
              <a:gradFill rotWithShape="0">
                <a:gsLst>
                  <a:gs pos="0">
                    <a:srgbClr val="B6F8F0"/>
                  </a:gs>
                  <a:gs pos="100000">
                    <a:srgbClr val="7DF3E5"/>
                  </a:gs>
                </a:gsLst>
                <a:lin ang="2700000"/>
              </a:gradFill>
              <a:ln w="0">
                <a:noFill/>
              </a:ln>
              <a:effectLst>
                <a:outerShdw algn="bl" blurRad="185760" rotWithShape="0">
                  <a:schemeClr val="dk1">
                    <a:alpha val="31000"/>
                  </a:schemeClr>
                </a:outerShdw>
              </a:effectLst>
            </p:spPr>
            <p:style>
              <a:lnRef idx="0">
                <a:srgbClr val="000000"/>
              </a:lnRef>
              <a:fillRef idx="0">
                <a:srgbClr val="000000"/>
              </a:fillRef>
              <a:effectRef idx="0">
                <a:srgbClr val="000000"/>
              </a:effectRef>
              <a:fontRef idx="minor">
                <a:srgbClr val="000000"/>
              </a:fontRef>
            </p:style>
            <p:txBody>
              <a:bodyPr anchor="ctr" bIns="71640" tIns="71640">
                <a:noAutofit/>
              </a:bodyPr>
              <a:p>
                <a:pPr algn="ctr"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sz="1800" lang="en-US" strike="noStrike" u="none">
                  <a:solidFill>
                    <a:srgbClr val="000000"/>
                  </a:solidFill>
                  <a:effectLst/>
                  <a:latin typeface="OpenSymbol"/>
                </a:endParaRPr>
              </a:p>
            </p:txBody>
          </p:sp>
          <p:sp>
            <p:nvSpPr>
              <p:cNvPr id="1049427" name="Google Shape;3363;p37"/>
              <p:cNvSpPr/>
              <p:nvPr/>
            </p:nvSpPr>
            <p:spPr>
              <a:xfrm>
                <a:off x="1054800" y="4249800"/>
                <a:ext cx="126000" cy="126360"/>
              </a:xfrm>
              <a:prstGeom prst="rect"/>
              <a:gradFill rotWithShape="0">
                <a:gsLst>
                  <a:gs pos="0">
                    <a:srgbClr val="B6F8F0"/>
                  </a:gs>
                  <a:gs pos="100000">
                    <a:srgbClr val="7DF3E5"/>
                  </a:gs>
                </a:gsLst>
                <a:lin ang="2700000"/>
              </a:gradFill>
              <a:ln w="0">
                <a:noFill/>
              </a:ln>
              <a:effectLst>
                <a:outerShdw algn="bl" blurRad="185760" rotWithShape="0">
                  <a:schemeClr val="dk1">
                    <a:alpha val="31000"/>
                  </a:schemeClr>
                </a:outerShdw>
              </a:effectLst>
            </p:spPr>
            <p:style>
              <a:lnRef idx="0">
                <a:srgbClr val="000000"/>
              </a:lnRef>
              <a:fillRef idx="0">
                <a:srgbClr val="000000"/>
              </a:fillRef>
              <a:effectRef idx="0">
                <a:srgbClr val="000000"/>
              </a:effectRef>
              <a:fontRef idx="minor">
                <a:srgbClr val="000000"/>
              </a:fontRef>
            </p:style>
            <p:txBody>
              <a:bodyPr anchor="ctr" bIns="63360" tIns="63360">
                <a:noAutofit/>
              </a:bodyPr>
              <a:p>
                <a:pPr algn="ctr"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sz="1800" lang="en-US" strike="noStrike" u="none">
                  <a:solidFill>
                    <a:srgbClr val="000000"/>
                  </a:solidFill>
                  <a:effectLst/>
                  <a:latin typeface="OpenSymbol"/>
                </a:endParaRPr>
              </a:p>
            </p:txBody>
          </p:sp>
          <p:sp>
            <p:nvSpPr>
              <p:cNvPr id="1049428" name="Google Shape;3364;p37"/>
              <p:cNvSpPr/>
              <p:nvPr/>
            </p:nvSpPr>
            <p:spPr>
              <a:xfrm>
                <a:off x="1054800" y="4039200"/>
                <a:ext cx="126000" cy="126360"/>
              </a:xfrm>
              <a:prstGeom prst="rect"/>
              <a:gradFill rotWithShape="0">
                <a:gsLst>
                  <a:gs pos="0">
                    <a:srgbClr val="B6F8F0"/>
                  </a:gs>
                  <a:gs pos="100000">
                    <a:srgbClr val="7DF3E5"/>
                  </a:gs>
                </a:gsLst>
                <a:lin ang="2700000"/>
              </a:gradFill>
              <a:ln w="0">
                <a:noFill/>
              </a:ln>
              <a:effectLst>
                <a:outerShdw algn="bl" blurRad="185760" rotWithShape="0">
                  <a:schemeClr val="dk1">
                    <a:alpha val="31000"/>
                  </a:schemeClr>
                </a:outerShdw>
              </a:effectLst>
            </p:spPr>
            <p:style>
              <a:lnRef idx="0">
                <a:srgbClr val="000000"/>
              </a:lnRef>
              <a:fillRef idx="0">
                <a:srgbClr val="000000"/>
              </a:fillRef>
              <a:effectRef idx="0">
                <a:srgbClr val="000000"/>
              </a:effectRef>
              <a:fontRef idx="minor">
                <a:srgbClr val="000000"/>
              </a:fontRef>
            </p:style>
            <p:txBody>
              <a:bodyPr anchor="ctr" bIns="63360" tIns="63360">
                <a:noAutofit/>
              </a:bodyPr>
              <a:p>
                <a:pPr algn="ctr"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sz="1800" lang="en-US" strike="noStrike" u="none">
                  <a:solidFill>
                    <a:srgbClr val="000000"/>
                  </a:solidFill>
                  <a:effectLst/>
                  <a:latin typeface="OpenSymbol"/>
                </a:endParaRPr>
              </a:p>
            </p:txBody>
          </p:sp>
          <p:sp>
            <p:nvSpPr>
              <p:cNvPr id="1049429" name="Google Shape;3365;p37"/>
              <p:cNvSpPr/>
              <p:nvPr/>
            </p:nvSpPr>
            <p:spPr>
              <a:xfrm>
                <a:off x="1054800" y="3828600"/>
                <a:ext cx="126000" cy="126360"/>
              </a:xfrm>
              <a:prstGeom prst="rect"/>
              <a:gradFill rotWithShape="0">
                <a:gsLst>
                  <a:gs pos="0">
                    <a:srgbClr val="B6F8F0"/>
                  </a:gs>
                  <a:gs pos="100000">
                    <a:srgbClr val="7DF3E5"/>
                  </a:gs>
                </a:gsLst>
                <a:lin ang="2700000"/>
              </a:gradFill>
              <a:ln w="0">
                <a:noFill/>
              </a:ln>
              <a:effectLst>
                <a:outerShdw algn="bl" blurRad="185760" rotWithShape="0">
                  <a:schemeClr val="dk1">
                    <a:alpha val="31000"/>
                  </a:schemeClr>
                </a:outerShdw>
              </a:effectLst>
            </p:spPr>
            <p:style>
              <a:lnRef idx="0">
                <a:srgbClr val="000000"/>
              </a:lnRef>
              <a:fillRef idx="0">
                <a:srgbClr val="000000"/>
              </a:fillRef>
              <a:effectRef idx="0">
                <a:srgbClr val="000000"/>
              </a:effectRef>
              <a:fontRef idx="minor">
                <a:srgbClr val="000000"/>
              </a:fontRef>
            </p:style>
            <p:txBody>
              <a:bodyPr anchor="ctr" bIns="63360" tIns="63360">
                <a:noAutofit/>
              </a:bodyPr>
              <a:p>
                <a:pPr algn="ctr"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sz="1800" lang="en-US" strike="noStrike" u="none">
                  <a:solidFill>
                    <a:srgbClr val="000000"/>
                  </a:solidFill>
                  <a:effectLst/>
                  <a:latin typeface="OpenSymbol"/>
                </a:endParaRPr>
              </a:p>
            </p:txBody>
          </p:sp>
          <p:sp>
            <p:nvSpPr>
              <p:cNvPr id="1049430" name="Google Shape;3366;p37"/>
              <p:cNvSpPr/>
              <p:nvPr/>
            </p:nvSpPr>
            <p:spPr>
              <a:xfrm>
                <a:off x="1059120" y="3617640"/>
                <a:ext cx="117360" cy="117720"/>
              </a:xfrm>
              <a:prstGeom prst="rect"/>
              <a:gradFill rotWithShape="0">
                <a:gsLst>
                  <a:gs pos="0">
                    <a:srgbClr val="B6F8F0"/>
                  </a:gs>
                  <a:gs pos="100000">
                    <a:srgbClr val="7DF3E5"/>
                  </a:gs>
                </a:gsLst>
                <a:lin ang="2700000"/>
              </a:gradFill>
              <a:ln w="0">
                <a:noFill/>
              </a:ln>
              <a:effectLst>
                <a:outerShdw algn="bl" blurRad="185760" rotWithShape="0">
                  <a:schemeClr val="dk1">
                    <a:alpha val="31000"/>
                  </a:schemeClr>
                </a:outerShdw>
              </a:effectLst>
            </p:spPr>
            <p:style>
              <a:lnRef idx="0">
                <a:srgbClr val="000000"/>
              </a:lnRef>
              <a:fillRef idx="0">
                <a:srgbClr val="000000"/>
              </a:fillRef>
              <a:effectRef idx="0">
                <a:srgbClr val="000000"/>
              </a:effectRef>
              <a:fontRef idx="minor">
                <a:srgbClr val="000000"/>
              </a:fontRef>
            </p:style>
            <p:txBody>
              <a:bodyPr anchor="ctr" bIns="59040" tIns="59040">
                <a:noAutofit/>
              </a:bodyPr>
              <a:p>
                <a:pPr algn="ctr"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sz="1800" lang="en-US" strike="noStrike" u="none">
                  <a:solidFill>
                    <a:srgbClr val="000000"/>
                  </a:solidFill>
                  <a:effectLst/>
                  <a:latin typeface="OpenSymbol"/>
                </a:endParaRPr>
              </a:p>
            </p:txBody>
          </p:sp>
          <p:sp>
            <p:nvSpPr>
              <p:cNvPr id="1049431" name="Google Shape;3367;p37"/>
              <p:cNvSpPr/>
              <p:nvPr/>
            </p:nvSpPr>
            <p:spPr>
              <a:xfrm>
                <a:off x="1059120" y="3407040"/>
                <a:ext cx="117360" cy="117720"/>
              </a:xfrm>
              <a:prstGeom prst="rect"/>
              <a:gradFill rotWithShape="0">
                <a:gsLst>
                  <a:gs pos="0">
                    <a:srgbClr val="B6F8F0"/>
                  </a:gs>
                  <a:gs pos="100000">
                    <a:srgbClr val="7DF3E5"/>
                  </a:gs>
                </a:gsLst>
                <a:lin ang="2700000"/>
              </a:gradFill>
              <a:ln w="0">
                <a:noFill/>
              </a:ln>
              <a:effectLst>
                <a:outerShdw algn="bl" blurRad="185760" rotWithShape="0">
                  <a:schemeClr val="dk1">
                    <a:alpha val="31000"/>
                  </a:schemeClr>
                </a:outerShdw>
              </a:effectLst>
            </p:spPr>
            <p:style>
              <a:lnRef idx="0">
                <a:srgbClr val="000000"/>
              </a:lnRef>
              <a:fillRef idx="0">
                <a:srgbClr val="000000"/>
              </a:fillRef>
              <a:effectRef idx="0">
                <a:srgbClr val="000000"/>
              </a:effectRef>
              <a:fontRef idx="minor">
                <a:srgbClr val="000000"/>
              </a:fontRef>
            </p:style>
            <p:txBody>
              <a:bodyPr anchor="ctr" bIns="59040" tIns="59040">
                <a:noAutofit/>
              </a:bodyPr>
              <a:p>
                <a:pPr algn="ctr"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sz="1800" lang="en-US" strike="noStrike" u="none">
                  <a:solidFill>
                    <a:srgbClr val="000000"/>
                  </a:solidFill>
                  <a:effectLst/>
                  <a:latin typeface="OpenSymbol"/>
                </a:endParaRPr>
              </a:p>
            </p:txBody>
          </p:sp>
          <p:sp>
            <p:nvSpPr>
              <p:cNvPr id="1049432" name="Google Shape;3368;p37"/>
              <p:cNvSpPr/>
              <p:nvPr/>
            </p:nvSpPr>
            <p:spPr>
              <a:xfrm>
                <a:off x="1060920" y="3196080"/>
                <a:ext cx="113040" cy="113040"/>
              </a:xfrm>
              <a:prstGeom prst="rect"/>
              <a:gradFill rotWithShape="0">
                <a:gsLst>
                  <a:gs pos="0">
                    <a:srgbClr val="B6F8F0"/>
                  </a:gs>
                  <a:gs pos="100000">
                    <a:srgbClr val="7DF3E5"/>
                  </a:gs>
                </a:gsLst>
                <a:lin ang="2700000"/>
              </a:gradFill>
              <a:ln w="0">
                <a:noFill/>
              </a:ln>
              <a:effectLst>
                <a:outerShdw algn="bl" blurRad="185760" rotWithShape="0">
                  <a:schemeClr val="dk1">
                    <a:alpha val="31000"/>
                  </a:schemeClr>
                </a:outerShdw>
              </a:effectLst>
            </p:spPr>
            <p:style>
              <a:lnRef idx="0">
                <a:srgbClr val="000000"/>
              </a:lnRef>
              <a:fillRef idx="0">
                <a:srgbClr val="000000"/>
              </a:fillRef>
              <a:effectRef idx="0">
                <a:srgbClr val="000000"/>
              </a:effectRef>
              <a:fontRef idx="minor">
                <a:srgbClr val="000000"/>
              </a:fontRef>
            </p:style>
            <p:txBody>
              <a:bodyPr anchor="ctr" bIns="56520" tIns="56520">
                <a:noAutofit/>
              </a:bodyPr>
              <a:p>
                <a:pPr algn="ctr"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sz="1800" lang="en-US" strike="noStrike" u="none">
                  <a:solidFill>
                    <a:srgbClr val="000000"/>
                  </a:solidFill>
                  <a:effectLst/>
                  <a:latin typeface="OpenSymbol"/>
                </a:endParaRPr>
              </a:p>
            </p:txBody>
          </p:sp>
          <p:sp>
            <p:nvSpPr>
              <p:cNvPr id="1049433" name="Google Shape;3369;p37"/>
              <p:cNvSpPr/>
              <p:nvPr/>
            </p:nvSpPr>
            <p:spPr>
              <a:xfrm>
                <a:off x="1063440" y="2985480"/>
                <a:ext cx="108720" cy="108720"/>
              </a:xfrm>
              <a:prstGeom prst="rect"/>
              <a:gradFill rotWithShape="0">
                <a:gsLst>
                  <a:gs pos="0">
                    <a:srgbClr val="B6F8F0"/>
                  </a:gs>
                  <a:gs pos="100000">
                    <a:srgbClr val="7DF3E5"/>
                  </a:gs>
                </a:gsLst>
                <a:lin ang="2700000"/>
              </a:gradFill>
              <a:ln w="0">
                <a:noFill/>
              </a:ln>
              <a:effectLst>
                <a:outerShdw algn="bl" blurRad="185760" rotWithShape="0">
                  <a:schemeClr val="dk1">
                    <a:alpha val="31000"/>
                  </a:schemeClr>
                </a:outerShdw>
              </a:effectLst>
            </p:spPr>
            <p:style>
              <a:lnRef idx="0">
                <a:srgbClr val="000000"/>
              </a:lnRef>
              <a:fillRef idx="0">
                <a:srgbClr val="000000"/>
              </a:fillRef>
              <a:effectRef idx="0">
                <a:srgbClr val="000000"/>
              </a:effectRef>
              <a:fontRef idx="minor">
                <a:srgbClr val="000000"/>
              </a:fontRef>
            </p:style>
            <p:txBody>
              <a:bodyPr anchor="ctr" bIns="54360" tIns="54360">
                <a:noAutofit/>
              </a:bodyPr>
              <a:p>
                <a:pPr algn="ctr"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sz="1800" lang="en-US" strike="noStrike" u="none">
                  <a:solidFill>
                    <a:srgbClr val="000000"/>
                  </a:solidFill>
                  <a:effectLst/>
                  <a:latin typeface="OpenSymbol"/>
                </a:endParaRPr>
              </a:p>
            </p:txBody>
          </p:sp>
          <p:sp>
            <p:nvSpPr>
              <p:cNvPr id="1049434" name="Google Shape;3370;p37"/>
              <p:cNvSpPr/>
              <p:nvPr/>
            </p:nvSpPr>
            <p:spPr>
              <a:xfrm>
                <a:off x="1068120" y="2779200"/>
                <a:ext cx="98640" cy="98640"/>
              </a:xfrm>
              <a:prstGeom prst="rect"/>
              <a:gradFill rotWithShape="0">
                <a:gsLst>
                  <a:gs pos="0">
                    <a:srgbClr val="B6F8F0"/>
                  </a:gs>
                  <a:gs pos="100000">
                    <a:srgbClr val="7DF3E5"/>
                  </a:gs>
                </a:gsLst>
                <a:lin ang="2700000"/>
              </a:gradFill>
              <a:ln w="0">
                <a:noFill/>
              </a:ln>
              <a:effectLst>
                <a:outerShdw algn="bl" blurRad="185760" rotWithShape="0">
                  <a:schemeClr val="dk1">
                    <a:alpha val="31000"/>
                  </a:schemeClr>
                </a:outerShdw>
              </a:effectLst>
            </p:spPr>
            <p:style>
              <a:lnRef idx="0">
                <a:srgbClr val="000000"/>
              </a:lnRef>
              <a:fillRef idx="0">
                <a:srgbClr val="000000"/>
              </a:fillRef>
              <a:effectRef idx="0">
                <a:srgbClr val="000000"/>
              </a:effectRef>
              <a:fontRef idx="minor">
                <a:srgbClr val="000000"/>
              </a:fontRef>
            </p:style>
            <p:txBody>
              <a:bodyPr anchor="ctr" bIns="49320" tIns="49320">
                <a:noAutofit/>
              </a:bodyPr>
              <a:p>
                <a:pPr algn="ctr"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sz="1800" lang="en-US" strike="noStrike" u="none">
                  <a:solidFill>
                    <a:srgbClr val="000000"/>
                  </a:solidFill>
                  <a:effectLst/>
                  <a:latin typeface="OpenSymbol"/>
                </a:endParaRPr>
              </a:p>
            </p:txBody>
          </p:sp>
          <p:sp>
            <p:nvSpPr>
              <p:cNvPr id="1049435" name="Google Shape;3371;p37"/>
              <p:cNvSpPr/>
              <p:nvPr/>
            </p:nvSpPr>
            <p:spPr>
              <a:xfrm>
                <a:off x="1073160" y="2572920"/>
                <a:ext cx="88920" cy="88920"/>
              </a:xfrm>
              <a:prstGeom prst="rect"/>
              <a:gradFill rotWithShape="0">
                <a:gsLst>
                  <a:gs pos="0">
                    <a:srgbClr val="B6F8F0"/>
                  </a:gs>
                  <a:gs pos="100000">
                    <a:srgbClr val="7DF3E5"/>
                  </a:gs>
                </a:gsLst>
                <a:lin ang="2700000"/>
              </a:gradFill>
              <a:ln w="0">
                <a:noFill/>
              </a:ln>
              <a:effectLst>
                <a:outerShdw algn="bl" blurRad="185760" rotWithShape="0">
                  <a:schemeClr val="dk1">
                    <a:alpha val="31000"/>
                  </a:schemeClr>
                </a:outerShdw>
              </a:effectLst>
            </p:spPr>
            <p:style>
              <a:lnRef idx="0">
                <a:srgbClr val="000000"/>
              </a:lnRef>
              <a:fillRef idx="0">
                <a:srgbClr val="000000"/>
              </a:fillRef>
              <a:effectRef idx="0">
                <a:srgbClr val="000000"/>
              </a:effectRef>
              <a:fontRef idx="minor">
                <a:srgbClr val="000000"/>
              </a:fontRef>
            </p:style>
            <p:txBody>
              <a:bodyPr anchor="ctr" bIns="44640" tIns="44640">
                <a:noAutofit/>
              </a:bodyPr>
              <a:p>
                <a:pPr algn="ctr"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sz="1800" lang="en-US" strike="noStrike" u="none">
                  <a:solidFill>
                    <a:srgbClr val="000000"/>
                  </a:solidFill>
                  <a:effectLst/>
                  <a:latin typeface="OpenSymbol"/>
                </a:endParaRPr>
              </a:p>
            </p:txBody>
          </p:sp>
          <p:sp>
            <p:nvSpPr>
              <p:cNvPr id="1049436" name="Google Shape;3372;p37"/>
              <p:cNvSpPr/>
              <p:nvPr/>
            </p:nvSpPr>
            <p:spPr>
              <a:xfrm>
                <a:off x="1073160" y="2367000"/>
                <a:ext cx="88920" cy="88920"/>
              </a:xfrm>
              <a:prstGeom prst="rect"/>
              <a:gradFill rotWithShape="0">
                <a:gsLst>
                  <a:gs pos="0">
                    <a:srgbClr val="B6F8F0"/>
                  </a:gs>
                  <a:gs pos="100000">
                    <a:srgbClr val="7DF3E5"/>
                  </a:gs>
                </a:gsLst>
                <a:lin ang="2700000"/>
              </a:gradFill>
              <a:ln w="0">
                <a:noFill/>
              </a:ln>
              <a:effectLst>
                <a:outerShdw algn="bl" blurRad="185760" rotWithShape="0">
                  <a:schemeClr val="dk1">
                    <a:alpha val="31000"/>
                  </a:schemeClr>
                </a:outerShdw>
              </a:effectLst>
            </p:spPr>
            <p:style>
              <a:lnRef idx="0">
                <a:srgbClr val="000000"/>
              </a:lnRef>
              <a:fillRef idx="0">
                <a:srgbClr val="000000"/>
              </a:fillRef>
              <a:effectRef idx="0">
                <a:srgbClr val="000000"/>
              </a:effectRef>
              <a:fontRef idx="minor">
                <a:srgbClr val="000000"/>
              </a:fontRef>
            </p:style>
            <p:txBody>
              <a:bodyPr anchor="ctr" bIns="44640" tIns="44640">
                <a:noAutofit/>
              </a:bodyPr>
              <a:p>
                <a:pPr algn="ctr"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sz="1800" lang="en-US" strike="noStrike" u="none">
                  <a:solidFill>
                    <a:srgbClr val="000000"/>
                  </a:solidFill>
                  <a:effectLst/>
                  <a:latin typeface="OpenSymbol"/>
                </a:endParaRPr>
              </a:p>
            </p:txBody>
          </p:sp>
          <p:sp>
            <p:nvSpPr>
              <p:cNvPr id="1049437" name="Google Shape;3373;p37"/>
              <p:cNvSpPr/>
              <p:nvPr/>
            </p:nvSpPr>
            <p:spPr>
              <a:xfrm>
                <a:off x="1078200" y="2149560"/>
                <a:ext cx="79200" cy="79200"/>
              </a:xfrm>
              <a:prstGeom prst="rect"/>
              <a:gradFill rotWithShape="0">
                <a:gsLst>
                  <a:gs pos="0">
                    <a:srgbClr val="B6F8F0"/>
                  </a:gs>
                  <a:gs pos="100000">
                    <a:srgbClr val="7DF3E5"/>
                  </a:gs>
                </a:gsLst>
                <a:lin ang="2700000"/>
              </a:gradFill>
              <a:ln w="0">
                <a:noFill/>
              </a:ln>
              <a:effectLst>
                <a:outerShdw algn="bl" blurRad="185760" rotWithShape="0">
                  <a:schemeClr val="dk1">
                    <a:alpha val="31000"/>
                  </a:schemeClr>
                </a:outerShdw>
              </a:effectLst>
            </p:spPr>
            <p:style>
              <a:lnRef idx="0">
                <a:srgbClr val="000000"/>
              </a:lnRef>
              <a:fillRef idx="0">
                <a:srgbClr val="000000"/>
              </a:fillRef>
              <a:effectRef idx="0">
                <a:srgbClr val="000000"/>
              </a:effectRef>
              <a:fontRef idx="minor">
                <a:srgbClr val="000000"/>
              </a:fontRef>
            </p:style>
            <p:txBody>
              <a:bodyPr anchor="ctr" bIns="39600" tIns="39600">
                <a:noAutofit/>
              </a:bodyPr>
              <a:p>
                <a:pPr algn="ctr"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sz="1800" lang="en-US" strike="noStrike" u="none">
                  <a:solidFill>
                    <a:srgbClr val="000000"/>
                  </a:solidFill>
                  <a:effectLst/>
                  <a:latin typeface="OpenSymbol"/>
                </a:endParaRPr>
              </a:p>
            </p:txBody>
          </p:sp>
        </p:grpSp>
        <p:grpSp>
          <p:nvGrpSpPr>
            <p:cNvPr id="175" name="Google Shape;3374;p37"/>
            <p:cNvGrpSpPr/>
            <p:nvPr/>
          </p:nvGrpSpPr>
          <p:grpSpPr>
            <a:xfrm>
              <a:off x="1046160" y="2149560"/>
              <a:ext cx="142920" cy="2454120"/>
              <a:chOff x="1046160" y="2149560"/>
              <a:chExt cx="142920" cy="2454120"/>
            </a:xfrm>
          </p:grpSpPr>
          <p:sp>
            <p:nvSpPr>
              <p:cNvPr id="1049438" name="Google Shape;3375;p37"/>
              <p:cNvSpPr/>
              <p:nvPr/>
            </p:nvSpPr>
            <p:spPr>
              <a:xfrm>
                <a:off x="1046160" y="4460760"/>
                <a:ext cx="142920" cy="142920"/>
              </a:xfrm>
              <a:prstGeom prst="rect"/>
              <a:noFill/>
              <a:ln w="0">
                <a:noFill/>
              </a:ln>
            </p:spPr>
            <p:style>
              <a:lnRef idx="0">
                <a:srgbClr val="000000"/>
              </a:lnRef>
              <a:fillRef idx="0">
                <a:srgbClr val="000000"/>
              </a:fillRef>
              <a:effectRef idx="0">
                <a:srgbClr val="000000"/>
              </a:effectRef>
              <a:fontRef idx="minor">
                <a:srgbClr val="000000"/>
              </a:fontRef>
            </p:style>
            <p:txBody>
              <a:bodyPr anchor="ctr" bIns="71640" tIns="71640">
                <a:noAutofit/>
              </a:bodyPr>
              <a:p>
                <a:pPr algn="ctr"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sz="1800" lang="en-US" strike="noStrike" u="none">
                  <a:solidFill>
                    <a:srgbClr val="FFFFFF"/>
                  </a:solidFill>
                  <a:effectLst/>
                  <a:latin typeface="OpenSymbol"/>
                </a:endParaRPr>
              </a:p>
            </p:txBody>
          </p:sp>
          <p:sp>
            <p:nvSpPr>
              <p:cNvPr id="1049439" name="Google Shape;3376;p37"/>
              <p:cNvSpPr/>
              <p:nvPr/>
            </p:nvSpPr>
            <p:spPr>
              <a:xfrm>
                <a:off x="1054800" y="4249800"/>
                <a:ext cx="126000" cy="126360"/>
              </a:xfrm>
              <a:prstGeom prst="rect"/>
              <a:solidFill>
                <a:srgbClr val="009F8C">
                  <a:alpha val="5000"/>
                </a:srgbClr>
              </a:solidFill>
              <a:ln w="0">
                <a:noFill/>
              </a:ln>
            </p:spPr>
            <p:style>
              <a:lnRef idx="0">
                <a:srgbClr val="000000"/>
              </a:lnRef>
              <a:fillRef idx="0">
                <a:srgbClr val="000000"/>
              </a:fillRef>
              <a:effectRef idx="0">
                <a:srgbClr val="000000"/>
              </a:effectRef>
              <a:fontRef idx="minor">
                <a:srgbClr val="000000"/>
              </a:fontRef>
            </p:style>
            <p:txBody>
              <a:bodyPr anchor="ctr" bIns="63360" tIns="63360">
                <a:noAutofit/>
              </a:bodyPr>
              <a:p>
                <a:pPr algn="ctr"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sz="1800" lang="en-US" strike="noStrike" u="none">
                  <a:solidFill>
                    <a:srgbClr val="FFFFFF"/>
                  </a:solidFill>
                  <a:effectLst/>
                  <a:latin typeface="OpenSymbol"/>
                </a:endParaRPr>
              </a:p>
            </p:txBody>
          </p:sp>
          <p:sp>
            <p:nvSpPr>
              <p:cNvPr id="1049440" name="Google Shape;3377;p37"/>
              <p:cNvSpPr/>
              <p:nvPr/>
            </p:nvSpPr>
            <p:spPr>
              <a:xfrm>
                <a:off x="1054800" y="4039200"/>
                <a:ext cx="126000" cy="126360"/>
              </a:xfrm>
              <a:prstGeom prst="rect"/>
              <a:solidFill>
                <a:srgbClr val="009F8C">
                  <a:alpha val="10000"/>
                </a:srgbClr>
              </a:solidFill>
              <a:ln w="0">
                <a:noFill/>
              </a:ln>
            </p:spPr>
            <p:style>
              <a:lnRef idx="0">
                <a:srgbClr val="000000"/>
              </a:lnRef>
              <a:fillRef idx="0">
                <a:srgbClr val="000000"/>
              </a:fillRef>
              <a:effectRef idx="0">
                <a:srgbClr val="000000"/>
              </a:effectRef>
              <a:fontRef idx="minor">
                <a:srgbClr val="000000"/>
              </a:fontRef>
            </p:style>
            <p:txBody>
              <a:bodyPr anchor="ctr" bIns="63360" tIns="63360">
                <a:noAutofit/>
              </a:bodyPr>
              <a:p>
                <a:pPr algn="ctr"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sz="1800" lang="en-US" strike="noStrike" u="none">
                  <a:solidFill>
                    <a:srgbClr val="FFFFFF"/>
                  </a:solidFill>
                  <a:effectLst/>
                  <a:latin typeface="OpenSymbol"/>
                </a:endParaRPr>
              </a:p>
            </p:txBody>
          </p:sp>
          <p:sp>
            <p:nvSpPr>
              <p:cNvPr id="1049441" name="Google Shape;3378;p37"/>
              <p:cNvSpPr/>
              <p:nvPr/>
            </p:nvSpPr>
            <p:spPr>
              <a:xfrm>
                <a:off x="1054800" y="3828600"/>
                <a:ext cx="126000" cy="126360"/>
              </a:xfrm>
              <a:prstGeom prst="rect"/>
              <a:solidFill>
                <a:srgbClr val="009F8C">
                  <a:alpha val="20000"/>
                </a:srgbClr>
              </a:solidFill>
              <a:ln w="0">
                <a:noFill/>
              </a:ln>
            </p:spPr>
            <p:style>
              <a:lnRef idx="0">
                <a:srgbClr val="000000"/>
              </a:lnRef>
              <a:fillRef idx="0">
                <a:srgbClr val="000000"/>
              </a:fillRef>
              <a:effectRef idx="0">
                <a:srgbClr val="000000"/>
              </a:effectRef>
              <a:fontRef idx="minor">
                <a:srgbClr val="000000"/>
              </a:fontRef>
            </p:style>
            <p:txBody>
              <a:bodyPr anchor="ctr" bIns="63360" tIns="63360">
                <a:noAutofit/>
              </a:bodyPr>
              <a:p>
                <a:pPr algn="ctr"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sz="1800" lang="en-US" strike="noStrike" u="none">
                  <a:solidFill>
                    <a:srgbClr val="FFFFFF"/>
                  </a:solidFill>
                  <a:effectLst/>
                  <a:latin typeface="OpenSymbol"/>
                </a:endParaRPr>
              </a:p>
            </p:txBody>
          </p:sp>
          <p:sp>
            <p:nvSpPr>
              <p:cNvPr id="1049442" name="Google Shape;3379;p37"/>
              <p:cNvSpPr/>
              <p:nvPr/>
            </p:nvSpPr>
            <p:spPr>
              <a:xfrm>
                <a:off x="1059120" y="3617640"/>
                <a:ext cx="117360" cy="117720"/>
              </a:xfrm>
              <a:prstGeom prst="rect"/>
              <a:solidFill>
                <a:srgbClr val="009F8C">
                  <a:alpha val="30000"/>
                </a:srgbClr>
              </a:solidFill>
              <a:ln w="0">
                <a:noFill/>
              </a:ln>
            </p:spPr>
            <p:style>
              <a:lnRef idx="0">
                <a:srgbClr val="000000"/>
              </a:lnRef>
              <a:fillRef idx="0">
                <a:srgbClr val="000000"/>
              </a:fillRef>
              <a:effectRef idx="0">
                <a:srgbClr val="000000"/>
              </a:effectRef>
              <a:fontRef idx="minor">
                <a:srgbClr val="000000"/>
              </a:fontRef>
            </p:style>
            <p:txBody>
              <a:bodyPr anchor="ctr" bIns="59040" tIns="59040">
                <a:noAutofit/>
              </a:bodyPr>
              <a:p>
                <a:pPr algn="ctr"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sz="1800" lang="en-US" strike="noStrike" u="none">
                  <a:solidFill>
                    <a:srgbClr val="FFFFFF"/>
                  </a:solidFill>
                  <a:effectLst/>
                  <a:latin typeface="OpenSymbol"/>
                </a:endParaRPr>
              </a:p>
            </p:txBody>
          </p:sp>
          <p:sp>
            <p:nvSpPr>
              <p:cNvPr id="1049443" name="Google Shape;3380;p37"/>
              <p:cNvSpPr/>
              <p:nvPr/>
            </p:nvSpPr>
            <p:spPr>
              <a:xfrm>
                <a:off x="1059120" y="3407040"/>
                <a:ext cx="117360" cy="117720"/>
              </a:xfrm>
              <a:prstGeom prst="rect"/>
              <a:solidFill>
                <a:srgbClr val="009F8C">
                  <a:alpha val="40000"/>
                </a:srgbClr>
              </a:solidFill>
              <a:ln w="0">
                <a:noFill/>
              </a:ln>
            </p:spPr>
            <p:style>
              <a:lnRef idx="0">
                <a:srgbClr val="000000"/>
              </a:lnRef>
              <a:fillRef idx="0">
                <a:srgbClr val="000000"/>
              </a:fillRef>
              <a:effectRef idx="0">
                <a:srgbClr val="000000"/>
              </a:effectRef>
              <a:fontRef idx="minor">
                <a:srgbClr val="000000"/>
              </a:fontRef>
            </p:style>
            <p:txBody>
              <a:bodyPr anchor="ctr" bIns="59040" tIns="59040">
                <a:noAutofit/>
              </a:bodyPr>
              <a:p>
                <a:pPr algn="ctr"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sz="1800" lang="en-US" strike="noStrike" u="none">
                  <a:solidFill>
                    <a:srgbClr val="FFFFFF"/>
                  </a:solidFill>
                  <a:effectLst/>
                  <a:latin typeface="OpenSymbol"/>
                </a:endParaRPr>
              </a:p>
            </p:txBody>
          </p:sp>
          <p:sp>
            <p:nvSpPr>
              <p:cNvPr id="1049444" name="Google Shape;3381;p37"/>
              <p:cNvSpPr/>
              <p:nvPr/>
            </p:nvSpPr>
            <p:spPr>
              <a:xfrm>
                <a:off x="1060920" y="3196080"/>
                <a:ext cx="113040" cy="113040"/>
              </a:xfrm>
              <a:prstGeom prst="rect"/>
              <a:solidFill>
                <a:srgbClr val="009F8C">
                  <a:alpha val="50000"/>
                </a:srgbClr>
              </a:solidFill>
              <a:ln w="0">
                <a:noFill/>
              </a:ln>
            </p:spPr>
            <p:style>
              <a:lnRef idx="0">
                <a:srgbClr val="000000"/>
              </a:lnRef>
              <a:fillRef idx="0">
                <a:srgbClr val="000000"/>
              </a:fillRef>
              <a:effectRef idx="0">
                <a:srgbClr val="000000"/>
              </a:effectRef>
              <a:fontRef idx="minor">
                <a:srgbClr val="000000"/>
              </a:fontRef>
            </p:style>
            <p:txBody>
              <a:bodyPr anchor="ctr" bIns="56520" tIns="56520">
                <a:noAutofit/>
              </a:bodyPr>
              <a:p>
                <a:pPr algn="ctr"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sz="1800" lang="en-US" strike="noStrike" u="none">
                  <a:solidFill>
                    <a:srgbClr val="FFFFFF"/>
                  </a:solidFill>
                  <a:effectLst/>
                  <a:latin typeface="OpenSymbol"/>
                </a:endParaRPr>
              </a:p>
            </p:txBody>
          </p:sp>
          <p:sp>
            <p:nvSpPr>
              <p:cNvPr id="1049445" name="Google Shape;3382;p37"/>
              <p:cNvSpPr/>
              <p:nvPr/>
            </p:nvSpPr>
            <p:spPr>
              <a:xfrm>
                <a:off x="1063440" y="2985480"/>
                <a:ext cx="108720" cy="108720"/>
              </a:xfrm>
              <a:prstGeom prst="rect"/>
              <a:solidFill>
                <a:srgbClr val="009F8C">
                  <a:alpha val="55000"/>
                </a:srgbClr>
              </a:solidFill>
              <a:ln w="0">
                <a:noFill/>
              </a:ln>
            </p:spPr>
            <p:style>
              <a:lnRef idx="0">
                <a:srgbClr val="000000"/>
              </a:lnRef>
              <a:fillRef idx="0">
                <a:srgbClr val="000000"/>
              </a:fillRef>
              <a:effectRef idx="0">
                <a:srgbClr val="000000"/>
              </a:effectRef>
              <a:fontRef idx="minor">
                <a:srgbClr val="000000"/>
              </a:fontRef>
            </p:style>
            <p:txBody>
              <a:bodyPr anchor="ctr" bIns="54360" tIns="54360">
                <a:noAutofit/>
              </a:bodyPr>
              <a:p>
                <a:pPr algn="ctr"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sz="1800" lang="en-US" strike="noStrike" u="none">
                  <a:solidFill>
                    <a:srgbClr val="FFFFFF"/>
                  </a:solidFill>
                  <a:effectLst/>
                  <a:latin typeface="OpenSymbol"/>
                </a:endParaRPr>
              </a:p>
            </p:txBody>
          </p:sp>
          <p:sp>
            <p:nvSpPr>
              <p:cNvPr id="1049446" name="Google Shape;3383;p37"/>
              <p:cNvSpPr/>
              <p:nvPr/>
            </p:nvSpPr>
            <p:spPr>
              <a:xfrm>
                <a:off x="1068120" y="2779200"/>
                <a:ext cx="98640" cy="98640"/>
              </a:xfrm>
              <a:prstGeom prst="rect"/>
              <a:solidFill>
                <a:srgbClr val="009F8C">
                  <a:alpha val="60000"/>
                </a:srgbClr>
              </a:solidFill>
              <a:ln w="0">
                <a:noFill/>
              </a:ln>
            </p:spPr>
            <p:style>
              <a:lnRef idx="0">
                <a:srgbClr val="000000"/>
              </a:lnRef>
              <a:fillRef idx="0">
                <a:srgbClr val="000000"/>
              </a:fillRef>
              <a:effectRef idx="0">
                <a:srgbClr val="000000"/>
              </a:effectRef>
              <a:fontRef idx="minor">
                <a:srgbClr val="000000"/>
              </a:fontRef>
            </p:style>
            <p:txBody>
              <a:bodyPr anchor="ctr" bIns="49320" tIns="49320">
                <a:noAutofit/>
              </a:bodyPr>
              <a:p>
                <a:pPr algn="ctr"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sz="1800" lang="en-US" strike="noStrike" u="none">
                  <a:solidFill>
                    <a:srgbClr val="FFFFFF"/>
                  </a:solidFill>
                  <a:effectLst/>
                  <a:latin typeface="OpenSymbol"/>
                </a:endParaRPr>
              </a:p>
            </p:txBody>
          </p:sp>
          <p:sp>
            <p:nvSpPr>
              <p:cNvPr id="1049447" name="Google Shape;3384;p37"/>
              <p:cNvSpPr/>
              <p:nvPr/>
            </p:nvSpPr>
            <p:spPr>
              <a:xfrm>
                <a:off x="1073160" y="2572920"/>
                <a:ext cx="88920" cy="88920"/>
              </a:xfrm>
              <a:prstGeom prst="rect"/>
              <a:solidFill>
                <a:srgbClr val="009F8C">
                  <a:alpha val="65000"/>
                </a:srgbClr>
              </a:solidFill>
              <a:ln w="0">
                <a:noFill/>
              </a:ln>
            </p:spPr>
            <p:style>
              <a:lnRef idx="0">
                <a:srgbClr val="000000"/>
              </a:lnRef>
              <a:fillRef idx="0">
                <a:srgbClr val="000000"/>
              </a:fillRef>
              <a:effectRef idx="0">
                <a:srgbClr val="000000"/>
              </a:effectRef>
              <a:fontRef idx="minor">
                <a:srgbClr val="000000"/>
              </a:fontRef>
            </p:style>
            <p:txBody>
              <a:bodyPr anchor="ctr" bIns="44640" tIns="44640">
                <a:noAutofit/>
              </a:bodyPr>
              <a:p>
                <a:pPr algn="ctr"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sz="1800" lang="en-US" strike="noStrike" u="none">
                  <a:solidFill>
                    <a:srgbClr val="FFFFFF"/>
                  </a:solidFill>
                  <a:effectLst/>
                  <a:latin typeface="OpenSymbol"/>
                </a:endParaRPr>
              </a:p>
            </p:txBody>
          </p:sp>
          <p:sp>
            <p:nvSpPr>
              <p:cNvPr id="1049448" name="Google Shape;3385;p37"/>
              <p:cNvSpPr/>
              <p:nvPr/>
            </p:nvSpPr>
            <p:spPr>
              <a:xfrm>
                <a:off x="1073160" y="2367000"/>
                <a:ext cx="88920" cy="88920"/>
              </a:xfrm>
              <a:prstGeom prst="rect"/>
              <a:solidFill>
                <a:srgbClr val="009F8C">
                  <a:alpha val="70000"/>
                </a:srgbClr>
              </a:solidFill>
              <a:ln w="0">
                <a:noFill/>
              </a:ln>
            </p:spPr>
            <p:style>
              <a:lnRef idx="0">
                <a:srgbClr val="000000"/>
              </a:lnRef>
              <a:fillRef idx="0">
                <a:srgbClr val="000000"/>
              </a:fillRef>
              <a:effectRef idx="0">
                <a:srgbClr val="000000"/>
              </a:effectRef>
              <a:fontRef idx="minor">
                <a:srgbClr val="000000"/>
              </a:fontRef>
            </p:style>
            <p:txBody>
              <a:bodyPr anchor="ctr" bIns="44640" tIns="44640">
                <a:noAutofit/>
              </a:bodyPr>
              <a:p>
                <a:pPr algn="ctr"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sz="1800" lang="en-US" strike="noStrike" u="none">
                  <a:solidFill>
                    <a:srgbClr val="FFFFFF"/>
                  </a:solidFill>
                  <a:effectLst/>
                  <a:latin typeface="OpenSymbol"/>
                </a:endParaRPr>
              </a:p>
            </p:txBody>
          </p:sp>
          <p:sp>
            <p:nvSpPr>
              <p:cNvPr id="1049449" name="Google Shape;3386;p37"/>
              <p:cNvSpPr/>
              <p:nvPr/>
            </p:nvSpPr>
            <p:spPr>
              <a:xfrm>
                <a:off x="1078200" y="2149560"/>
                <a:ext cx="79200" cy="79200"/>
              </a:xfrm>
              <a:prstGeom prst="rect"/>
              <a:solidFill>
                <a:srgbClr val="009F8C">
                  <a:alpha val="80000"/>
                </a:srgbClr>
              </a:solidFill>
              <a:ln w="0">
                <a:noFill/>
              </a:ln>
            </p:spPr>
            <p:style>
              <a:lnRef idx="0">
                <a:srgbClr val="000000"/>
              </a:lnRef>
              <a:fillRef idx="0">
                <a:srgbClr val="000000"/>
              </a:fillRef>
              <a:effectRef idx="0">
                <a:srgbClr val="000000"/>
              </a:effectRef>
              <a:fontRef idx="minor">
                <a:srgbClr val="000000"/>
              </a:fontRef>
            </p:style>
            <p:txBody>
              <a:bodyPr anchor="ctr" bIns="39600" tIns="39600">
                <a:noAutofit/>
              </a:bodyPr>
              <a:p>
                <a:pPr algn="ctr"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sz="1800" lang="en-US" strike="noStrike" u="none">
                  <a:solidFill>
                    <a:srgbClr val="FFFFFF"/>
                  </a:solidFill>
                  <a:effectLst/>
                  <a:latin typeface="OpenSymbol"/>
                </a:endParaRPr>
              </a:p>
            </p:txBody>
          </p:sp>
        </p:grpSp>
      </p:grpSp>
    </p:spTree>
  </p:cSld>
  <p:clrMapOvr>
    <a:masterClrMapping/>
  </p:clrMapOvr>
  <p:transition spd="slow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7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450" name=""/>
          <p:cNvSpPr>
            <a:spLocks noGrp="1"/>
          </p:cNvSpPr>
          <p:nvPr>
            <p:ph type="title"/>
          </p:nvPr>
        </p:nvSpPr>
        <p:spPr>
          <a:xfrm>
            <a:off x="2541728" y="513098"/>
            <a:ext cx="5763872" cy="2385816"/>
          </a:xfrm>
        </p:spPr>
        <p:txBody>
          <a:bodyPr/>
          <a:p>
            <a:r>
              <a:rPr altLang="en-IN" b="1" sz="6000" lang="en-US">
                <a:solidFill>
                  <a:srgbClr val="FFFFFF"/>
                </a:solidFill>
              </a:rPr>
              <a:t>thank</a:t>
            </a:r>
            <a:r>
              <a:rPr altLang="en-IN" b="1" sz="6000" lang="en-US">
                <a:solidFill>
                  <a:srgbClr val="FFFFFF"/>
                </a:solidFill>
              </a:rPr>
              <a:t> </a:t>
            </a:r>
            <a:r>
              <a:rPr altLang="en-IN" b="1" sz="6000" lang="en-US">
                <a:solidFill>
                  <a:srgbClr val="FFFFFF"/>
                </a:solidFill>
              </a:rPr>
              <a:t>you</a:t>
            </a:r>
            <a:endParaRPr b="1" sz="6000" lang="en-IN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Longitudinal Data Analysis - Master of Science in Biostatistics by Slidesgo">
  <a:themeElements>
    <a:clrScheme name="Simple Light">
      <a:dk1>
        <a:srgbClr val="FFFFFF"/>
      </a:dk1>
      <a:lt1>
        <a:srgbClr val="0C343D"/>
      </a:lt1>
      <a:dk2>
        <a:srgbClr val="02C5AE"/>
      </a:dk2>
      <a:lt2>
        <a:srgbClr val="7DF3E5"/>
      </a:lt2>
      <a:accent1>
        <a:srgbClr val="B6F8F0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FFFFFF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name="Longitudinal Data Analysis - Master of Science in Biostatistics by Slidesgo">
  <a:themeElements>
    <a:clrScheme name="Simple Light">
      <a:dk1>
        <a:srgbClr val="FFFFFF"/>
      </a:dk1>
      <a:lt1>
        <a:srgbClr val="0C343D"/>
      </a:lt1>
      <a:dk2>
        <a:srgbClr val="02C5AE"/>
      </a:dk2>
      <a:lt2>
        <a:srgbClr val="7DF3E5"/>
      </a:lt2>
      <a:accent1>
        <a:srgbClr val="B6F8F0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FFFFFF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name="Slidesgo Final Pages">
  <a:themeElements>
    <a:clrScheme name="Simple Light">
      <a:dk1>
        <a:srgbClr val="0E2A47"/>
      </a:dk1>
      <a:lt1>
        <a:srgbClr val="FFFFFF"/>
      </a:lt1>
      <a:dk2>
        <a:srgbClr val="869FB2"/>
      </a:dk2>
      <a:lt2>
        <a:srgbClr val="FFFFFF"/>
      </a:lt2>
      <a:accent1>
        <a:srgbClr val="FFF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869FB2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4.xml><?xml version="1.0" encoding="utf-8"?>
<a:theme xmlns:a="http://schemas.openxmlformats.org/drawingml/2006/main" name="Office 主题">
  <a:themeElements>
    <a:clrScheme name="Office">
      <a:dk1>
        <a:sysClr lastClr="000000" val="windowText"/>
      </a:dk1>
      <a:lt1>
        <a:sysClr lastClr="FFFFFF" val="window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algn="ctr" blurRad="57150" dir="5400000" dist="19050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Properties xmlns="http://schemas.openxmlformats.org/officeDocument/2006/extended-properties">
  <Application>LibreOffice/25.2.4.3$Linux_X86_64 LibreOffice_project/520$Build-3</Application>
  <ScaleCrop>0</ScaleCrop>
  <Company>Microsoft Corporation</Company>
  <LinksUpToDate>0</LinksUpToDate>
  <AppVersion>15.0000</AppVersion>
</Properties>
</file>

<file path=docProps/core.xml><?xml version="1.0" encoding="utf-8"?>
<cp:coreProperties xmlns:cp="http://schemas.openxmlformats.org/package/2006/metadata/core-properties" xmlns:dcterms="http://purl.org/dc/terms/" xmlns:xsi="http://www.w3.org/2001/XMLSchema-instance">
  <dcterms:created xsi:type="dcterms:W3CDTF">2026-01-21T18:31:11Z</dcterms:created>
  <dcterms:modified xsi:type="dcterms:W3CDTF">2026-01-22T10:35:11Z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Slides">
    <vt:r8>12</vt:r8>
  </property>
</Properties>
</file>