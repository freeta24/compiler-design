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  <p:sldMasterId id="2147483649" r:id="rId2"/>
    <p:sldMasterId id="2147483650" r:id="rId3"/>
  </p:sldMasterIdLst>
  <p:notesMasterIdLst>
    <p:notesMasterId r:id="rId4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y="5143500" cx="9144000"/>
  <p:notesSz cx="6858000" cy="9144000"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tableStyles" Target="tableStyles.xml"/><Relationship Id="rId25" Type="http://schemas.openxmlformats.org/officeDocument/2006/relationships/presProps" Target="presProps.xml"/><Relationship Id="rId26" Type="http://schemas.openxmlformats.org/officeDocument/2006/relationships/viewProps" Target="viewProp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5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5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5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5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">
    <p:bg>
      <p:bgPr>
        <a:solidFill>
          <a:schemeClr val="lt1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oogle Shape;9;p2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576" name="PlaceHolder 1"/>
          <p:cNvSpPr>
            <a:spLocks noGrp="1"/>
          </p:cNvSpPr>
          <p:nvPr>
            <p:ph type="title"/>
          </p:nvPr>
        </p:nvSpPr>
        <p:spPr>
          <a:xfrm>
            <a:off x="713160" y="1451880"/>
            <a:ext cx="7717320" cy="213192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indent="0">
              <a:buNone/>
            </a:pPr>
            <a:r>
              <a:rPr b="0" sz="70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7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35" name="Google Shape;12;p2"/>
          <p:cNvGrpSpPr/>
          <p:nvPr/>
        </p:nvGrpSpPr>
        <p:grpSpPr>
          <a:xfrm>
            <a:off x="8646480" y="85320"/>
            <a:ext cx="301320" cy="904680"/>
            <a:chOff x="8646480" y="85320"/>
            <a:chExt cx="301320" cy="904680"/>
          </a:xfrm>
        </p:grpSpPr>
        <p:sp>
          <p:nvSpPr>
            <p:cNvPr id="1048577" name="Google Shape;13;p2"/>
            <p:cNvSpPr/>
            <p:nvPr/>
          </p:nvSpPr>
          <p:spPr>
            <a:xfrm>
              <a:off x="8646480" y="853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578" name="Google Shape;14;p2"/>
            <p:cNvSpPr/>
            <p:nvPr/>
          </p:nvSpPr>
          <p:spPr>
            <a:xfrm>
              <a:off x="8646480" y="38700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579" name="Google Shape;15;p2"/>
            <p:cNvSpPr/>
            <p:nvPr/>
          </p:nvSpPr>
          <p:spPr>
            <a:xfrm>
              <a:off x="8646480" y="6886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  <p:sp>
        <p:nvSpPr>
          <p:cNvPr id="10485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/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324000" marL="432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IG_NUMBER">
    <p:bg>
      <p:bgPr>
        <a:solidFill>
          <a:schemeClr val="lt1"/>
        </a:solidFill>
      </p:bgPr>
    </p:bg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Google Shape;77;p11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>
            <a:off x="36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717" name="PlaceHolder 1"/>
          <p:cNvSpPr>
            <a:spLocks noGrp="1"/>
          </p:cNvSpPr>
          <p:nvPr>
            <p:ph type="title"/>
          </p:nvPr>
        </p:nvSpPr>
        <p:spPr>
          <a:xfrm>
            <a:off x="1284120" y="1486440"/>
            <a:ext cx="6575760" cy="131544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50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5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105" name="Google Shape;80;p11"/>
          <p:cNvGrpSpPr/>
          <p:nvPr/>
        </p:nvGrpSpPr>
        <p:grpSpPr>
          <a:xfrm>
            <a:off x="8280000" y="539640"/>
            <a:ext cx="301320" cy="904680"/>
            <a:chOff x="8280000" y="539640"/>
            <a:chExt cx="301320" cy="904680"/>
          </a:xfrm>
        </p:grpSpPr>
        <p:sp>
          <p:nvSpPr>
            <p:cNvPr id="1048718" name="Google Shape;81;p11"/>
            <p:cNvSpPr/>
            <p:nvPr/>
          </p:nvSpPr>
          <p:spPr>
            <a:xfrm>
              <a:off x="8280000" y="5396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19" name="Google Shape;82;p11"/>
            <p:cNvSpPr/>
            <p:nvPr/>
          </p:nvSpPr>
          <p:spPr>
            <a:xfrm>
              <a:off x="8280000" y="8413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20" name="Google Shape;83;p11"/>
            <p:cNvSpPr/>
            <p:nvPr/>
          </p:nvSpPr>
          <p:spPr>
            <a:xfrm>
              <a:off x="8280000" y="114300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ONE_COLUMN_TEXT_1">
    <p:bg>
      <p:bgPr>
        <a:solidFill>
          <a:schemeClr val="lt1"/>
        </a:solidFill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Google Shape;110;p14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 flipH="1"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5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58" name="Google Shape;113;p14"/>
          <p:cNvGrpSpPr/>
          <p:nvPr/>
        </p:nvGrpSpPr>
        <p:grpSpPr>
          <a:xfrm>
            <a:off x="243720" y="4458240"/>
            <a:ext cx="904680" cy="301320"/>
            <a:chOff x="243720" y="4458240"/>
            <a:chExt cx="904680" cy="301320"/>
          </a:xfrm>
        </p:grpSpPr>
        <p:sp>
          <p:nvSpPr>
            <p:cNvPr id="1048593" name="Google Shape;114;p14"/>
            <p:cNvSpPr/>
            <p:nvPr/>
          </p:nvSpPr>
          <p:spPr>
            <a:xfrm rot="16200000">
              <a:off x="243720" y="44582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594" name="Google Shape;115;p14"/>
            <p:cNvSpPr/>
            <p:nvPr/>
          </p:nvSpPr>
          <p:spPr>
            <a:xfrm rot="16200000">
              <a:off x="545400" y="44582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595" name="Google Shape;116;p14"/>
            <p:cNvSpPr/>
            <p:nvPr/>
          </p:nvSpPr>
          <p:spPr>
            <a:xfrm rot="16200000">
              <a:off x="847080" y="44582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  <p:sp>
        <p:nvSpPr>
          <p:cNvPr id="1048596" name="PlaceHolder 2"/>
          <p:cNvSpPr>
            <a:spLocks noGrp="1"/>
          </p:cNvSpPr>
          <p:nvPr>
            <p:ph type="body"/>
          </p:nvPr>
        </p:nvSpPr>
        <p:spPr>
          <a:xfrm>
            <a:off x="5353200" y="1255680"/>
            <a:ext cx="3078720" cy="3078720"/>
          </a:xfrm>
          <a:prstGeom prst="rect"/>
          <a:noFill/>
          <a:ln w="0">
            <a:noFill/>
          </a:ln>
        </p:spPr>
        <p:txBody>
          <a:bodyPr anchor="t" bIns="45000" lIns="90000" rIns="90000" tIns="45000">
            <a:normAutofit fontScale="47500" lnSpcReduction="19999"/>
          </a:bodyPr>
          <a:p>
            <a:pPr indent="-324000" marL="432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TITLE_ONLY_1">
    <p:bg>
      <p:bgPr>
        <a:solidFill>
          <a:schemeClr val="lt1"/>
        </a:solidFill>
      </p:bgPr>
    </p:bg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Google Shape;119;p15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flipH="1">
            <a:off x="36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7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109" name="Google Shape;121;p15"/>
          <p:cNvGrpSpPr/>
          <p:nvPr/>
        </p:nvGrpSpPr>
        <p:grpSpPr>
          <a:xfrm>
            <a:off x="8688960" y="86760"/>
            <a:ext cx="301320" cy="904680"/>
            <a:chOff x="8688960" y="86760"/>
            <a:chExt cx="301320" cy="904680"/>
          </a:xfrm>
        </p:grpSpPr>
        <p:sp>
          <p:nvSpPr>
            <p:cNvPr id="1048730" name="Google Shape;122;p15"/>
            <p:cNvSpPr/>
            <p:nvPr/>
          </p:nvSpPr>
          <p:spPr>
            <a:xfrm>
              <a:off x="8688960" y="8676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31" name="Google Shape;123;p15"/>
            <p:cNvSpPr/>
            <p:nvPr/>
          </p:nvSpPr>
          <p:spPr>
            <a:xfrm>
              <a:off x="8688960" y="3884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32" name="Google Shape;124;p15"/>
            <p:cNvSpPr/>
            <p:nvPr/>
          </p:nvSpPr>
          <p:spPr>
            <a:xfrm>
              <a:off x="8688960" y="6901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_1_1">
    <p:bg>
      <p:bgPr>
        <a:solidFill>
          <a:schemeClr val="lt1"/>
        </a:solidFill>
      </p:bgPr>
    </p:bg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Google Shape;132;p17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3640" cy="5142960"/>
          </a:xfrm>
          <a:prstGeom prst="rect"/>
          <a:noFill/>
          <a:ln w="0">
            <a:noFill/>
          </a:ln>
        </p:spPr>
      </p:pic>
      <p:sp>
        <p:nvSpPr>
          <p:cNvPr id="1048695" name="PlaceHolder 1"/>
          <p:cNvSpPr>
            <a:spLocks noGrp="1"/>
          </p:cNvSpPr>
          <p:nvPr>
            <p:ph type="title"/>
          </p:nvPr>
        </p:nvSpPr>
        <p:spPr>
          <a:xfrm>
            <a:off x="1226520" y="3100320"/>
            <a:ext cx="6690960" cy="53172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95" name="Google Shape;135;p17"/>
          <p:cNvGrpSpPr/>
          <p:nvPr/>
        </p:nvGrpSpPr>
        <p:grpSpPr>
          <a:xfrm>
            <a:off x="8646480" y="85320"/>
            <a:ext cx="301320" cy="904680"/>
            <a:chOff x="8646480" y="85320"/>
            <a:chExt cx="301320" cy="904680"/>
          </a:xfrm>
        </p:grpSpPr>
        <p:sp>
          <p:nvSpPr>
            <p:cNvPr id="1048696" name="Google Shape;136;p17"/>
            <p:cNvSpPr/>
            <p:nvPr/>
          </p:nvSpPr>
          <p:spPr>
            <a:xfrm>
              <a:off x="8646480" y="853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97" name="Google Shape;137;p17"/>
            <p:cNvSpPr/>
            <p:nvPr/>
          </p:nvSpPr>
          <p:spPr>
            <a:xfrm>
              <a:off x="8646480" y="38700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98" name="Google Shape;138;p17"/>
            <p:cNvSpPr/>
            <p:nvPr/>
          </p:nvSpPr>
          <p:spPr>
            <a:xfrm>
              <a:off x="8646480" y="6886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6">
    <p:bg>
      <p:bgPr>
        <a:solidFill>
          <a:schemeClr val="lt1"/>
        </a:solidFill>
      </p:bgPr>
    </p:bg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Google Shape;140;p18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67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84" name="Google Shape;146;p18"/>
          <p:cNvGrpSpPr/>
          <p:nvPr/>
        </p:nvGrpSpPr>
        <p:grpSpPr>
          <a:xfrm>
            <a:off x="8280360" y="279360"/>
            <a:ext cx="301320" cy="904680"/>
            <a:chOff x="8280360" y="279360"/>
            <a:chExt cx="301320" cy="904680"/>
          </a:xfrm>
        </p:grpSpPr>
        <p:sp>
          <p:nvSpPr>
            <p:cNvPr id="1048672" name="Google Shape;147;p18"/>
            <p:cNvSpPr/>
            <p:nvPr/>
          </p:nvSpPr>
          <p:spPr>
            <a:xfrm rot="10800000">
              <a:off x="8280360" y="8827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73" name="Google Shape;148;p18"/>
            <p:cNvSpPr/>
            <p:nvPr/>
          </p:nvSpPr>
          <p:spPr>
            <a:xfrm rot="10800000">
              <a:off x="8280360" y="5810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74" name="Google Shape;149;p18"/>
            <p:cNvSpPr/>
            <p:nvPr/>
          </p:nvSpPr>
          <p:spPr>
            <a:xfrm rot="10800000">
              <a:off x="8280360" y="27936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6_1">
    <p:bg>
      <p:bgPr>
        <a:solidFill>
          <a:schemeClr val="lt1"/>
        </a:solidFill>
      </p:bgPr>
    </p:bg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Google Shape;151;p19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70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99" name="Google Shape;155;p19"/>
          <p:cNvGrpSpPr/>
          <p:nvPr/>
        </p:nvGrpSpPr>
        <p:grpSpPr>
          <a:xfrm>
            <a:off x="7978680" y="143280"/>
            <a:ext cx="904680" cy="301320"/>
            <a:chOff x="7978680" y="143280"/>
            <a:chExt cx="904680" cy="301320"/>
          </a:xfrm>
        </p:grpSpPr>
        <p:sp>
          <p:nvSpPr>
            <p:cNvPr id="1048705" name="Google Shape;156;p19"/>
            <p:cNvSpPr/>
            <p:nvPr/>
          </p:nvSpPr>
          <p:spPr>
            <a:xfrm rot="5400000">
              <a:off x="8582040" y="1429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06" name="Google Shape;157;p19"/>
            <p:cNvSpPr/>
            <p:nvPr/>
          </p:nvSpPr>
          <p:spPr>
            <a:xfrm rot="5400000">
              <a:off x="8280360" y="1429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07" name="Google Shape;158;p19"/>
            <p:cNvSpPr/>
            <p:nvPr/>
          </p:nvSpPr>
          <p:spPr>
            <a:xfrm rot="5400000">
              <a:off x="7978680" y="1429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6_1_1">
    <p:bg>
      <p:bgPr>
        <a:solidFill>
          <a:schemeClr val="lt1"/>
        </a:solidFill>
      </p:bgPr>
    </p:bg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Google Shape;164;p20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 flipH="1"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7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738" name="PlaceHolder 2"/>
          <p:cNvSpPr>
            <a:spLocks noGrp="1"/>
          </p:cNvSpPr>
          <p:nvPr>
            <p:ph type="title"/>
          </p:nvPr>
        </p:nvSpPr>
        <p:spPr>
          <a:xfrm>
            <a:off x="713160" y="2216160"/>
            <a:ext cx="2326320" cy="4543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1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739" name="PlaceHolder 3"/>
          <p:cNvSpPr>
            <a:spLocks noGrp="1"/>
          </p:cNvSpPr>
          <p:nvPr>
            <p:ph type="title"/>
          </p:nvPr>
        </p:nvSpPr>
        <p:spPr>
          <a:xfrm>
            <a:off x="3408480" y="2216160"/>
            <a:ext cx="2326320" cy="4543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1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740" name="PlaceHolder 4"/>
          <p:cNvSpPr>
            <a:spLocks noGrp="1"/>
          </p:cNvSpPr>
          <p:nvPr>
            <p:ph type="title"/>
          </p:nvPr>
        </p:nvSpPr>
        <p:spPr>
          <a:xfrm>
            <a:off x="6103800" y="2216160"/>
            <a:ext cx="2326320" cy="4543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1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113" name="Google Shape;172;p20"/>
          <p:cNvGrpSpPr/>
          <p:nvPr/>
        </p:nvGrpSpPr>
        <p:grpSpPr>
          <a:xfrm>
            <a:off x="261000" y="4648680"/>
            <a:ext cx="904680" cy="301320"/>
            <a:chOff x="261000" y="4648680"/>
            <a:chExt cx="904680" cy="301320"/>
          </a:xfrm>
        </p:grpSpPr>
        <p:sp>
          <p:nvSpPr>
            <p:cNvPr id="1048741" name="Google Shape;173;p20"/>
            <p:cNvSpPr/>
            <p:nvPr/>
          </p:nvSpPr>
          <p:spPr>
            <a:xfrm rot="5400000">
              <a:off x="864360" y="46486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42" name="Google Shape;174;p20"/>
            <p:cNvSpPr/>
            <p:nvPr/>
          </p:nvSpPr>
          <p:spPr>
            <a:xfrm rot="5400000">
              <a:off x="562680" y="46486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43" name="Google Shape;175;p20"/>
            <p:cNvSpPr/>
            <p:nvPr/>
          </p:nvSpPr>
          <p:spPr>
            <a:xfrm rot="5400000">
              <a:off x="260640" y="46486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6_1_1_1">
    <p:bg>
      <p:bgPr>
        <a:solidFill>
          <a:schemeClr val="lt1"/>
        </a:solidFill>
      </p:bgPr>
    </p:bg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Google Shape;177;p21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>
            <a:off x="360" y="0"/>
            <a:ext cx="9143640" cy="5143320"/>
          </a:xfrm>
          <a:prstGeom prst="rect"/>
          <a:noFill/>
          <a:ln w="0">
            <a:noFill/>
          </a:ln>
        </p:spPr>
      </p:pic>
      <p:grpSp>
        <p:nvGrpSpPr>
          <p:cNvPr id="90" name="Google Shape;178;p21"/>
          <p:cNvGrpSpPr/>
          <p:nvPr/>
        </p:nvGrpSpPr>
        <p:grpSpPr>
          <a:xfrm>
            <a:off x="260640" y="4722840"/>
            <a:ext cx="904680" cy="301320"/>
            <a:chOff x="260640" y="4722840"/>
            <a:chExt cx="904680" cy="301320"/>
          </a:xfrm>
        </p:grpSpPr>
        <p:sp>
          <p:nvSpPr>
            <p:cNvPr id="1048684" name="Google Shape;179;p21"/>
            <p:cNvSpPr/>
            <p:nvPr/>
          </p:nvSpPr>
          <p:spPr>
            <a:xfrm rot="16200000">
              <a:off x="260640" y="47228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85" name="Google Shape;180;p21"/>
            <p:cNvSpPr/>
            <p:nvPr/>
          </p:nvSpPr>
          <p:spPr>
            <a:xfrm rot="16200000">
              <a:off x="562320" y="47228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86" name="Google Shape;181;p21"/>
            <p:cNvSpPr/>
            <p:nvPr/>
          </p:nvSpPr>
          <p:spPr>
            <a:xfrm rot="16200000">
              <a:off x="864000" y="47228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  <p:sp>
        <p:nvSpPr>
          <p:cNvPr id="1048687" name="PlaceHolder 1"/>
          <p:cNvSpPr>
            <a:spLocks noGrp="1"/>
          </p:cNvSpPr>
          <p:nvPr>
            <p:ph type="title"/>
          </p:nvPr>
        </p:nvSpPr>
        <p:spPr>
          <a:xfrm>
            <a:off x="768240" y="1195920"/>
            <a:ext cx="3465720" cy="59832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35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88" name="PlaceHolder 2"/>
          <p:cNvSpPr>
            <a:spLocks noGrp="1"/>
          </p:cNvSpPr>
          <p:nvPr>
            <p:ph type="title"/>
          </p:nvPr>
        </p:nvSpPr>
        <p:spPr>
          <a:xfrm>
            <a:off x="4909320" y="1195920"/>
            <a:ext cx="3465720" cy="59832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35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89" name="PlaceHolder 3"/>
          <p:cNvSpPr>
            <a:spLocks noGrp="1"/>
          </p:cNvSpPr>
          <p:nvPr>
            <p:ph type="title"/>
          </p:nvPr>
        </p:nvSpPr>
        <p:spPr>
          <a:xfrm>
            <a:off x="768240" y="2876760"/>
            <a:ext cx="3465720" cy="59832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35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90" name="PlaceHolder 4"/>
          <p:cNvSpPr>
            <a:spLocks noGrp="1"/>
          </p:cNvSpPr>
          <p:nvPr>
            <p:ph type="title"/>
          </p:nvPr>
        </p:nvSpPr>
        <p:spPr>
          <a:xfrm>
            <a:off x="4909320" y="2876760"/>
            <a:ext cx="3465720" cy="59832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35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5">
    <p:bg>
      <p:bgPr>
        <a:solidFill>
          <a:schemeClr val="lt1"/>
        </a:solidFill>
      </p:bgPr>
    </p:bg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2" name="Google Shape;191;p22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3640" cy="5142960"/>
          </a:xfrm>
          <a:prstGeom prst="rect"/>
          <a:noFill/>
          <a:ln w="0">
            <a:noFill/>
          </a:ln>
        </p:spPr>
      </p:pic>
      <p:sp>
        <p:nvSpPr>
          <p:cNvPr id="104872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722" name="PlaceHolder 2"/>
          <p:cNvSpPr>
            <a:spLocks noGrp="1"/>
          </p:cNvSpPr>
          <p:nvPr>
            <p:ph type="title"/>
          </p:nvPr>
        </p:nvSpPr>
        <p:spPr>
          <a:xfrm>
            <a:off x="5680080" y="1561320"/>
            <a:ext cx="251532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1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1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723" name="PlaceHolder 3"/>
          <p:cNvSpPr>
            <a:spLocks noGrp="1"/>
          </p:cNvSpPr>
          <p:nvPr>
            <p:ph type="title"/>
          </p:nvPr>
        </p:nvSpPr>
        <p:spPr>
          <a:xfrm>
            <a:off x="5680080" y="3010320"/>
            <a:ext cx="251532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1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1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724" name="PlaceHolder 4"/>
          <p:cNvSpPr>
            <a:spLocks noGrp="1"/>
          </p:cNvSpPr>
          <p:nvPr>
            <p:ph type="title"/>
          </p:nvPr>
        </p:nvSpPr>
        <p:spPr>
          <a:xfrm>
            <a:off x="948600" y="1561320"/>
            <a:ext cx="251532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1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1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725" name="PlaceHolder 5"/>
          <p:cNvSpPr>
            <a:spLocks noGrp="1"/>
          </p:cNvSpPr>
          <p:nvPr>
            <p:ph type="title"/>
          </p:nvPr>
        </p:nvSpPr>
        <p:spPr>
          <a:xfrm>
            <a:off x="948600" y="3010320"/>
            <a:ext cx="251532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1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1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107" name="Google Shape;201;p22"/>
          <p:cNvGrpSpPr/>
          <p:nvPr/>
        </p:nvGrpSpPr>
        <p:grpSpPr>
          <a:xfrm>
            <a:off x="260640" y="4458240"/>
            <a:ext cx="904680" cy="301320"/>
            <a:chOff x="260640" y="4458240"/>
            <a:chExt cx="904680" cy="301320"/>
          </a:xfrm>
        </p:grpSpPr>
        <p:sp>
          <p:nvSpPr>
            <p:cNvPr id="1048726" name="Google Shape;202;p22"/>
            <p:cNvSpPr/>
            <p:nvPr/>
          </p:nvSpPr>
          <p:spPr>
            <a:xfrm rot="16200000">
              <a:off x="260640" y="44582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27" name="Google Shape;203;p22"/>
            <p:cNvSpPr/>
            <p:nvPr/>
          </p:nvSpPr>
          <p:spPr>
            <a:xfrm rot="16200000">
              <a:off x="562320" y="44582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28" name="Google Shape;204;p22"/>
            <p:cNvSpPr/>
            <p:nvPr/>
          </p:nvSpPr>
          <p:spPr>
            <a:xfrm rot="16200000">
              <a:off x="864000" y="44582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6_1_1_2">
    <p:bg>
      <p:bgPr>
        <a:solidFill>
          <a:schemeClr val="lt1"/>
        </a:solidFill>
      </p:bgPr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Google Shape;206;p23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 flipH="1"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680" name="PlaceHolder 1"/>
          <p:cNvSpPr>
            <a:spLocks noGrp="1"/>
          </p:cNvSpPr>
          <p:nvPr>
            <p:ph type="title"/>
          </p:nvPr>
        </p:nvSpPr>
        <p:spPr>
          <a:xfrm>
            <a:off x="1122840" y="1354680"/>
            <a:ext cx="691056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88" name="Google Shape;209;p23"/>
          <p:cNvGrpSpPr/>
          <p:nvPr/>
        </p:nvGrpSpPr>
        <p:grpSpPr>
          <a:xfrm>
            <a:off x="259200" y="389160"/>
            <a:ext cx="904680" cy="301320"/>
            <a:chOff x="259200" y="389160"/>
            <a:chExt cx="904680" cy="301320"/>
          </a:xfrm>
        </p:grpSpPr>
        <p:sp>
          <p:nvSpPr>
            <p:cNvPr id="1048681" name="Google Shape;210;p23"/>
            <p:cNvSpPr/>
            <p:nvPr/>
          </p:nvSpPr>
          <p:spPr>
            <a:xfrm rot="16200000">
              <a:off x="259200" y="38916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82" name="Google Shape;211;p23"/>
            <p:cNvSpPr/>
            <p:nvPr/>
          </p:nvSpPr>
          <p:spPr>
            <a:xfrm rot="16200000">
              <a:off x="560880" y="38916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83" name="Google Shape;212;p23"/>
            <p:cNvSpPr/>
            <p:nvPr/>
          </p:nvSpPr>
          <p:spPr>
            <a:xfrm rot="16200000">
              <a:off x="862560" y="38916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6_1_1_2_1">
    <p:bg>
      <p:bgPr>
        <a:solidFill>
          <a:schemeClr val="lt1"/>
        </a:solidFill>
      </p:bgPr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Google Shape;214;p24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 flipH="1">
            <a:off x="0" y="0"/>
            <a:ext cx="9143640" cy="5143320"/>
          </a:xfrm>
          <a:prstGeom prst="rect"/>
          <a:noFill/>
          <a:ln w="0">
            <a:noFill/>
          </a:ln>
        </p:spPr>
      </p:pic>
      <p:grpSp>
        <p:nvGrpSpPr>
          <p:cNvPr id="103" name="Google Shape;215;p24"/>
          <p:cNvGrpSpPr/>
          <p:nvPr/>
        </p:nvGrpSpPr>
        <p:grpSpPr>
          <a:xfrm>
            <a:off x="259200" y="141480"/>
            <a:ext cx="904680" cy="301320"/>
            <a:chOff x="259200" y="141480"/>
            <a:chExt cx="904680" cy="301320"/>
          </a:xfrm>
        </p:grpSpPr>
        <p:sp>
          <p:nvSpPr>
            <p:cNvPr id="1048712" name="Google Shape;216;p24"/>
            <p:cNvSpPr/>
            <p:nvPr/>
          </p:nvSpPr>
          <p:spPr>
            <a:xfrm rot="16200000">
              <a:off x="259200" y="1414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13" name="Google Shape;217;p24"/>
            <p:cNvSpPr/>
            <p:nvPr/>
          </p:nvSpPr>
          <p:spPr>
            <a:xfrm rot="16200000">
              <a:off x="560880" y="1414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14" name="Google Shape;218;p24"/>
            <p:cNvSpPr/>
            <p:nvPr/>
          </p:nvSpPr>
          <p:spPr>
            <a:xfrm rot="16200000">
              <a:off x="862560" y="1414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  <p:sp>
        <p:nvSpPr>
          <p:cNvPr id="10487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716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-324000" marL="432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3_1">
    <p:bg>
      <p:bgPr>
        <a:solidFill>
          <a:schemeClr val="lt1"/>
        </a:solidFill>
      </p:bgPr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Google Shape;222;p25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675" name="PlaceHolder 1"/>
          <p:cNvSpPr>
            <a:spLocks noGrp="1"/>
          </p:cNvSpPr>
          <p:nvPr>
            <p:ph type="title"/>
          </p:nvPr>
        </p:nvSpPr>
        <p:spPr>
          <a:xfrm>
            <a:off x="1523880" y="533520"/>
            <a:ext cx="6095520" cy="117144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8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8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76" name="Google Shape;225;p25"/>
          <p:cNvSpPr/>
          <p:nvPr/>
        </p:nvSpPr>
        <p:spPr>
          <a:xfrm>
            <a:off x="2099160" y="3716640"/>
            <a:ext cx="4945320" cy="5558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91440" tIns="91440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sz="1200" lang="en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CREDITS:</a:t>
            </a:r>
            <a:r>
              <a:rPr b="0" sz="1200" lang="en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This presentation template was created by </a:t>
            </a:r>
            <a:r>
              <a:rPr b="1" sz="1200" lang="en" strike="noStrike" u="sng">
                <a:solidFill>
                  <a:schemeClr val="hlink"/>
                </a:solidFill>
                <a:effectLst/>
                <a:latin typeface="Red Hat Text"/>
                <a:ea typeface="Red Hat Text"/>
                <a:hlinkClick r:id="rId2"/>
              </a:rPr>
              <a:t>Slidesgo</a:t>
            </a:r>
            <a:r>
              <a:rPr b="0" sz="1200" lang="en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, and includes icons, infographics &amp; images by </a:t>
            </a:r>
            <a:r>
              <a:rPr b="1" sz="1200" lang="en" strike="noStrike" u="sng">
                <a:solidFill>
                  <a:schemeClr val="dk1"/>
                </a:solidFill>
                <a:effectLst/>
                <a:latin typeface="Red Hat Text"/>
                <a:ea typeface="Red Hat Text"/>
                <a:hlinkClick r:id="rId3"/>
              </a:rPr>
              <a:t>Freepik</a:t>
            </a:r>
            <a:r>
              <a:rPr b="0" sz="1200" lang="en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endParaRPr b="0" sz="12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grpSp>
        <p:nvGrpSpPr>
          <p:cNvPr id="86" name="Google Shape;226;p25"/>
          <p:cNvGrpSpPr/>
          <p:nvPr/>
        </p:nvGrpSpPr>
        <p:grpSpPr>
          <a:xfrm>
            <a:off x="8280000" y="2912760"/>
            <a:ext cx="301320" cy="904680"/>
            <a:chOff x="8280000" y="2912760"/>
            <a:chExt cx="301320" cy="904680"/>
          </a:xfrm>
        </p:grpSpPr>
        <p:sp>
          <p:nvSpPr>
            <p:cNvPr id="1048677" name="Google Shape;227;p25"/>
            <p:cNvSpPr/>
            <p:nvPr/>
          </p:nvSpPr>
          <p:spPr>
            <a:xfrm>
              <a:off x="8280000" y="291276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78" name="Google Shape;228;p25"/>
            <p:cNvSpPr/>
            <p:nvPr/>
          </p:nvSpPr>
          <p:spPr>
            <a:xfrm>
              <a:off x="8280000" y="32144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79" name="Google Shape;229;p25"/>
            <p:cNvSpPr/>
            <p:nvPr/>
          </p:nvSpPr>
          <p:spPr>
            <a:xfrm>
              <a:off x="8280000" y="35161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7">
    <p:bg>
      <p:bgPr>
        <a:solidFill>
          <a:schemeClr val="lt1"/>
        </a:solidFill>
      </p:bgPr>
    </p:bg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4" name="Google Shape;231;p26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 flipH="1">
            <a:off x="0" y="0"/>
            <a:ext cx="9143640" cy="5143320"/>
          </a:xfrm>
          <a:prstGeom prst="rect"/>
          <a:noFill/>
          <a:ln w="0">
            <a:noFill/>
          </a:ln>
        </p:spPr>
      </p:pic>
      <p:grpSp>
        <p:nvGrpSpPr>
          <p:cNvPr id="111" name="Google Shape;232;p26"/>
          <p:cNvGrpSpPr/>
          <p:nvPr/>
        </p:nvGrpSpPr>
        <p:grpSpPr>
          <a:xfrm>
            <a:off x="261000" y="4648680"/>
            <a:ext cx="904680" cy="301320"/>
            <a:chOff x="261000" y="4648680"/>
            <a:chExt cx="904680" cy="301320"/>
          </a:xfrm>
        </p:grpSpPr>
        <p:sp>
          <p:nvSpPr>
            <p:cNvPr id="1048733" name="Google Shape;233;p26"/>
            <p:cNvSpPr/>
            <p:nvPr/>
          </p:nvSpPr>
          <p:spPr>
            <a:xfrm rot="5400000">
              <a:off x="864360" y="46486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34" name="Google Shape;234;p26"/>
            <p:cNvSpPr/>
            <p:nvPr/>
          </p:nvSpPr>
          <p:spPr>
            <a:xfrm rot="5400000">
              <a:off x="562680" y="46486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35" name="Google Shape;235;p26"/>
            <p:cNvSpPr/>
            <p:nvPr/>
          </p:nvSpPr>
          <p:spPr>
            <a:xfrm rot="5400000">
              <a:off x="260640" y="46486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  <p:sp>
        <p:nvSpPr>
          <p:cNvPr id="1048736" name="Google Shape;236;p26"/>
          <p:cNvSpPr/>
          <p:nvPr/>
        </p:nvSpPr>
        <p:spPr>
          <a:xfrm rot="19805400">
            <a:off x="8596440" y="428760"/>
            <a:ext cx="220320" cy="220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58320" tIns="5832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pic>
        <p:nvPicPr>
          <p:cNvPr id="2097175" name="Google Shape;237;p26" descr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347320" y="179640"/>
            <a:ext cx="719640" cy="719640"/>
          </a:xfrm>
          <a:prstGeom prst="rect"/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8">
    <p:bg>
      <p:bgPr>
        <a:solidFill>
          <a:schemeClr val="lt1"/>
        </a:solidFill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Google Shape;239;p27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flipH="1">
            <a:off x="360" y="0"/>
            <a:ext cx="9143640" cy="5143320"/>
          </a:xfrm>
          <a:prstGeom prst="rect"/>
          <a:noFill/>
          <a:ln w="0">
            <a:noFill/>
          </a:ln>
        </p:spPr>
      </p:pic>
      <p:grpSp>
        <p:nvGrpSpPr>
          <p:cNvPr id="92" name="Google Shape;240;p27"/>
          <p:cNvGrpSpPr/>
          <p:nvPr/>
        </p:nvGrpSpPr>
        <p:grpSpPr>
          <a:xfrm>
            <a:off x="8688960" y="86760"/>
            <a:ext cx="301320" cy="904680"/>
            <a:chOff x="8688960" y="86760"/>
            <a:chExt cx="301320" cy="904680"/>
          </a:xfrm>
        </p:grpSpPr>
        <p:sp>
          <p:nvSpPr>
            <p:cNvPr id="1048691" name="Google Shape;241;p27"/>
            <p:cNvSpPr/>
            <p:nvPr/>
          </p:nvSpPr>
          <p:spPr>
            <a:xfrm>
              <a:off x="8688960" y="8676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92" name="Google Shape;242;p27"/>
            <p:cNvSpPr/>
            <p:nvPr/>
          </p:nvSpPr>
          <p:spPr>
            <a:xfrm>
              <a:off x="8688960" y="3884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93" name="Google Shape;243;p27"/>
            <p:cNvSpPr/>
            <p:nvPr/>
          </p:nvSpPr>
          <p:spPr>
            <a:xfrm>
              <a:off x="8688960" y="6901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  <p:grpSp>
        <p:nvGrpSpPr>
          <p:cNvPr id="93" name="Google Shape;244;p27"/>
          <p:cNvGrpSpPr/>
          <p:nvPr/>
        </p:nvGrpSpPr>
        <p:grpSpPr>
          <a:xfrm>
            <a:off x="-39600" y="4170240"/>
            <a:ext cx="971640" cy="971280"/>
            <a:chOff x="-39600" y="4170240"/>
            <a:chExt cx="971640" cy="971280"/>
          </a:xfrm>
        </p:grpSpPr>
        <p:pic>
          <p:nvPicPr>
            <p:cNvPr id="2097165" name="Google Shape;245;p27" descr=""/>
            <p:cNvPicPr>
              <a:picLocks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 rot="1659000">
              <a:off x="86400" y="4295880"/>
              <a:ext cx="719640" cy="719640"/>
            </a:xfrm>
            <a:prstGeom prst="rect"/>
            <a:noFill/>
            <a:ln w="0">
              <a:noFill/>
            </a:ln>
          </p:spPr>
        </p:pic>
        <p:sp>
          <p:nvSpPr>
            <p:cNvPr id="1048694" name="Google Shape;246;p27"/>
            <p:cNvSpPr/>
            <p:nvPr/>
          </p:nvSpPr>
          <p:spPr>
            <a:xfrm rot="19805400">
              <a:off x="335520" y="4536000"/>
              <a:ext cx="220320" cy="220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58320" tIns="5832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x">
  <p:cSld name="TITLE_AND_BODY">
    <p:bg>
      <p:bgPr>
        <a:solidFill>
          <a:schemeClr val="lt1"/>
        </a:solidFill>
      </p:bgPr>
    </p:bg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7" name="Google Shape;26;p4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7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745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-324000" marL="432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2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12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grpSp>
        <p:nvGrpSpPr>
          <p:cNvPr id="115" name="Google Shape;29;p4"/>
          <p:cNvGrpSpPr/>
          <p:nvPr/>
        </p:nvGrpSpPr>
        <p:grpSpPr>
          <a:xfrm>
            <a:off x="181440" y="86760"/>
            <a:ext cx="301320" cy="904680"/>
            <a:chOff x="181440" y="86760"/>
            <a:chExt cx="301320" cy="904680"/>
          </a:xfrm>
        </p:grpSpPr>
        <p:sp>
          <p:nvSpPr>
            <p:cNvPr id="1048746" name="Google Shape;30;p4"/>
            <p:cNvSpPr/>
            <p:nvPr/>
          </p:nvSpPr>
          <p:spPr>
            <a:xfrm>
              <a:off x="181440" y="8676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47" name="Google Shape;31;p4"/>
            <p:cNvSpPr/>
            <p:nvPr/>
          </p:nvSpPr>
          <p:spPr>
            <a:xfrm>
              <a:off x="181440" y="3884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48" name="Google Shape;32;p4"/>
            <p:cNvSpPr/>
            <p:nvPr/>
          </p:nvSpPr>
          <p:spPr>
            <a:xfrm>
              <a:off x="181440" y="6901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  <p:sp>
        <p:nvSpPr>
          <p:cNvPr id="1048749" name="Google Shape;33;p4"/>
          <p:cNvSpPr/>
          <p:nvPr/>
        </p:nvSpPr>
        <p:spPr>
          <a:xfrm rot="19805400">
            <a:off x="8596440" y="4628880"/>
            <a:ext cx="220320" cy="220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58320" tIns="5832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ITLE_AND_TWO_COLUMNS">
    <p:bg>
      <p:bgPr>
        <a:solidFill>
          <a:schemeClr val="lt1"/>
        </a:solidFill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Google Shape;35;p5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 flipH="1"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70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101" name="Google Shape;41;p5"/>
          <p:cNvGrpSpPr/>
          <p:nvPr/>
        </p:nvGrpSpPr>
        <p:grpSpPr>
          <a:xfrm>
            <a:off x="261000" y="4588200"/>
            <a:ext cx="904680" cy="301320"/>
            <a:chOff x="261000" y="4588200"/>
            <a:chExt cx="904680" cy="301320"/>
          </a:xfrm>
        </p:grpSpPr>
        <p:sp>
          <p:nvSpPr>
            <p:cNvPr id="1048709" name="Google Shape;42;p5"/>
            <p:cNvSpPr/>
            <p:nvPr/>
          </p:nvSpPr>
          <p:spPr>
            <a:xfrm rot="5400000">
              <a:off x="864360" y="458820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10" name="Google Shape;43;p5"/>
            <p:cNvSpPr/>
            <p:nvPr/>
          </p:nvSpPr>
          <p:spPr>
            <a:xfrm rot="5400000">
              <a:off x="562680" y="458820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11" name="Google Shape;44;p5"/>
            <p:cNvSpPr/>
            <p:nvPr/>
          </p:nvSpPr>
          <p:spPr>
            <a:xfrm rot="5400000">
              <a:off x="260640" y="458820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_ONLY">
    <p:bg>
      <p:bgPr>
        <a:solidFill>
          <a:schemeClr val="lt1"/>
        </a:solidFill>
      </p:bgPr>
    </p:bg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Google Shape;46;p6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66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82" name="Google Shape;48;p6"/>
          <p:cNvGrpSpPr/>
          <p:nvPr/>
        </p:nvGrpSpPr>
        <p:grpSpPr>
          <a:xfrm>
            <a:off x="193680" y="2119320"/>
            <a:ext cx="301320" cy="904680"/>
            <a:chOff x="193680" y="2119320"/>
            <a:chExt cx="301320" cy="904680"/>
          </a:xfrm>
        </p:grpSpPr>
        <p:sp>
          <p:nvSpPr>
            <p:cNvPr id="1048668" name="Google Shape;49;p6"/>
            <p:cNvSpPr/>
            <p:nvPr/>
          </p:nvSpPr>
          <p:spPr>
            <a:xfrm>
              <a:off x="193680" y="211932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69" name="Google Shape;50;p6"/>
            <p:cNvSpPr/>
            <p:nvPr/>
          </p:nvSpPr>
          <p:spPr>
            <a:xfrm>
              <a:off x="193680" y="242100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670" name="Google Shape;51;p6"/>
            <p:cNvSpPr/>
            <p:nvPr/>
          </p:nvSpPr>
          <p:spPr>
            <a:xfrm>
              <a:off x="193680" y="272268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ONE_COLUMN_TEXT">
    <p:bg>
      <p:bgPr>
        <a:solidFill>
          <a:schemeClr val="lt1"/>
        </a:solidFill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Google Shape;53;p7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 flipH="1"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69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97" name="Google Shape;56;p7"/>
          <p:cNvGrpSpPr/>
          <p:nvPr/>
        </p:nvGrpSpPr>
        <p:grpSpPr>
          <a:xfrm>
            <a:off x="243720" y="4458240"/>
            <a:ext cx="904680" cy="301320"/>
            <a:chOff x="243720" y="4458240"/>
            <a:chExt cx="904680" cy="301320"/>
          </a:xfrm>
        </p:grpSpPr>
        <p:sp>
          <p:nvSpPr>
            <p:cNvPr id="1048700" name="Google Shape;57;p7"/>
            <p:cNvSpPr/>
            <p:nvPr/>
          </p:nvSpPr>
          <p:spPr>
            <a:xfrm rot="16200000">
              <a:off x="243720" y="44582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01" name="Google Shape;58;p7"/>
            <p:cNvSpPr/>
            <p:nvPr/>
          </p:nvSpPr>
          <p:spPr>
            <a:xfrm rot="16200000">
              <a:off x="545400" y="44582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  <p:sp>
          <p:nvSpPr>
            <p:cNvPr id="1048702" name="Google Shape;59;p7"/>
            <p:cNvSpPr/>
            <p:nvPr/>
          </p:nvSpPr>
          <p:spPr>
            <a:xfrm rot="16200000">
              <a:off x="847080" y="4458240"/>
              <a:ext cx="301320" cy="301320"/>
            </a:xfrm>
            <a:prstGeom prst="mathMultiply">
              <a:avLst>
                <a:gd name="adj1" fmla="val 1042"/>
              </a:avLst>
            </a:prstGeom>
            <a:noFill/>
            <a:ln w="9525">
              <a:solidFill>
                <a:srgbClr val="191919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rgbClr val="000000"/>
            </a:fontRef>
          </p:style>
          <p:txBody>
            <a:bodyPr anchor="ctr" bIns="79200" tIns="79200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sz="1800" lang="en-US" strike="noStrike" u="none">
                <a:solidFill>
                  <a:srgbClr val="000000"/>
                </a:solidFill>
                <a:effectLst/>
                <a:latin typeface="OpenSymbol"/>
              </a:endParaRPr>
            </a:p>
          </p:txBody>
        </p:sp>
      </p:grpSp>
      <p:sp>
        <p:nvSpPr>
          <p:cNvPr id="1048703" name="PlaceHolder 2"/>
          <p:cNvSpPr>
            <a:spLocks noGrp="1"/>
          </p:cNvSpPr>
          <p:nvPr>
            <p:ph type="body"/>
          </p:nvPr>
        </p:nvSpPr>
        <p:spPr>
          <a:xfrm>
            <a:off x="5353200" y="1529640"/>
            <a:ext cx="3078720" cy="3078720"/>
          </a:xfrm>
          <a:prstGeom prst="rect"/>
          <a:noFill/>
          <a:ln w="0">
            <a:noFill/>
          </a:ln>
        </p:spPr>
        <p:txBody>
          <a:bodyPr anchor="t" bIns="45000" lIns="90000" rIns="90000" tIns="45000">
            <a:normAutofit fontScale="47500" lnSpcReduction="19999"/>
          </a:bodyPr>
          <a:p>
            <a:pPr indent="-324000" marL="432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bg>
      <p:bgPr>
        <a:solidFill>
          <a:schemeClr val="lt1"/>
        </a:solidFill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_1_1_1_1_1_1">
    <p:bg>
      <p:bgPr>
        <a:solidFill>
          <a:schemeClr val="lt1"/>
        </a:solidFill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Google Shape;86;p13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6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47" name="PlaceHolder 2"/>
          <p:cNvSpPr>
            <a:spLocks noGrp="1"/>
          </p:cNvSpPr>
          <p:nvPr>
            <p:ph type="title"/>
          </p:nvPr>
        </p:nvSpPr>
        <p:spPr>
          <a:xfrm>
            <a:off x="1611360" y="1290960"/>
            <a:ext cx="2441520" cy="40428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1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48" name="PlaceHolder 3"/>
          <p:cNvSpPr>
            <a:spLocks noGrp="1"/>
          </p:cNvSpPr>
          <p:nvPr>
            <p:ph type="title"/>
          </p:nvPr>
        </p:nvSpPr>
        <p:spPr>
          <a:xfrm>
            <a:off x="703440" y="1222560"/>
            <a:ext cx="907560" cy="107460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18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49" name="PlaceHolder 4"/>
          <p:cNvSpPr>
            <a:spLocks noGrp="1"/>
          </p:cNvSpPr>
          <p:nvPr>
            <p:ph type="title"/>
          </p:nvPr>
        </p:nvSpPr>
        <p:spPr>
          <a:xfrm>
            <a:off x="1611360" y="2432520"/>
            <a:ext cx="2441520" cy="40428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1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50" name="PlaceHolder 5"/>
          <p:cNvSpPr>
            <a:spLocks noGrp="1"/>
          </p:cNvSpPr>
          <p:nvPr>
            <p:ph type="title"/>
          </p:nvPr>
        </p:nvSpPr>
        <p:spPr>
          <a:xfrm>
            <a:off x="703440" y="2364120"/>
            <a:ext cx="907560" cy="107460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18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51" name="PlaceHolder 6"/>
          <p:cNvSpPr>
            <a:spLocks noGrp="1"/>
          </p:cNvSpPr>
          <p:nvPr>
            <p:ph type="title"/>
          </p:nvPr>
        </p:nvSpPr>
        <p:spPr>
          <a:xfrm>
            <a:off x="1611360" y="3574080"/>
            <a:ext cx="2441520" cy="40428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1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52" name="PlaceHolder 7"/>
          <p:cNvSpPr>
            <a:spLocks noGrp="1"/>
          </p:cNvSpPr>
          <p:nvPr>
            <p:ph type="title"/>
          </p:nvPr>
        </p:nvSpPr>
        <p:spPr>
          <a:xfrm>
            <a:off x="703440" y="3505680"/>
            <a:ext cx="907560" cy="107460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18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53" name="PlaceHolder 8"/>
          <p:cNvSpPr>
            <a:spLocks noGrp="1"/>
          </p:cNvSpPr>
          <p:nvPr>
            <p:ph type="title"/>
          </p:nvPr>
        </p:nvSpPr>
        <p:spPr>
          <a:xfrm>
            <a:off x="5982480" y="1290960"/>
            <a:ext cx="2441520" cy="40428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1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54" name="PlaceHolder 9"/>
          <p:cNvSpPr>
            <a:spLocks noGrp="1"/>
          </p:cNvSpPr>
          <p:nvPr>
            <p:ph type="title"/>
          </p:nvPr>
        </p:nvSpPr>
        <p:spPr>
          <a:xfrm>
            <a:off x="5074560" y="1222560"/>
            <a:ext cx="907560" cy="107460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18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55" name="PlaceHolder 10"/>
          <p:cNvSpPr>
            <a:spLocks noGrp="1"/>
          </p:cNvSpPr>
          <p:nvPr>
            <p:ph type="title"/>
          </p:nvPr>
        </p:nvSpPr>
        <p:spPr>
          <a:xfrm>
            <a:off x="5982480" y="2432520"/>
            <a:ext cx="2441520" cy="40428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1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56" name="PlaceHolder 11"/>
          <p:cNvSpPr>
            <a:spLocks noGrp="1"/>
          </p:cNvSpPr>
          <p:nvPr>
            <p:ph type="title"/>
          </p:nvPr>
        </p:nvSpPr>
        <p:spPr>
          <a:xfrm>
            <a:off x="5074560" y="2364120"/>
            <a:ext cx="907560" cy="107460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18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57" name="PlaceHolder 12"/>
          <p:cNvSpPr>
            <a:spLocks noGrp="1"/>
          </p:cNvSpPr>
          <p:nvPr>
            <p:ph type="title"/>
          </p:nvPr>
        </p:nvSpPr>
        <p:spPr>
          <a:xfrm>
            <a:off x="5982480" y="3574080"/>
            <a:ext cx="2441520" cy="40428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1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58" name="PlaceHolder 13"/>
          <p:cNvSpPr>
            <a:spLocks noGrp="1"/>
          </p:cNvSpPr>
          <p:nvPr>
            <p:ph type="title"/>
          </p:nvPr>
        </p:nvSpPr>
        <p:spPr>
          <a:xfrm>
            <a:off x="5074560" y="3505680"/>
            <a:ext cx="907560" cy="107460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18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59" name="Google Shape;106;p13"/>
          <p:cNvSpPr/>
          <p:nvPr/>
        </p:nvSpPr>
        <p:spPr>
          <a:xfrm>
            <a:off x="8636400" y="8676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660" name="Google Shape;107;p13"/>
          <p:cNvSpPr/>
          <p:nvPr/>
        </p:nvSpPr>
        <p:spPr>
          <a:xfrm>
            <a:off x="8636400" y="38844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661" name="Google Shape;108;p13"/>
          <p:cNvSpPr/>
          <p:nvPr/>
        </p:nvSpPr>
        <p:spPr>
          <a:xfrm>
            <a:off x="8636400" y="69012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TITLE_ONLY_1_1">
    <p:bg>
      <p:bgPr>
        <a:solidFill>
          <a:schemeClr val="lt1"/>
        </a:solidFill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Google Shape;126;p16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 flipH="1"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66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63" name="Google Shape;128;p16"/>
          <p:cNvSpPr/>
          <p:nvPr/>
        </p:nvSpPr>
        <p:spPr>
          <a:xfrm>
            <a:off x="192600" y="8676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664" name="Google Shape;129;p16"/>
          <p:cNvSpPr/>
          <p:nvPr/>
        </p:nvSpPr>
        <p:spPr>
          <a:xfrm>
            <a:off x="192600" y="38844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665" name="Google Shape;130;p16"/>
          <p:cNvSpPr/>
          <p:nvPr/>
        </p:nvSpPr>
        <p:spPr>
          <a:xfrm>
            <a:off x="192600" y="69012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SECTION_HEADER">
    <p:bg>
      <p:bgPr>
        <a:solidFill>
          <a:schemeClr val="lt1"/>
        </a:solidFill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Google Shape;17;p3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603" name="PlaceHolder 1"/>
          <p:cNvSpPr>
            <a:spLocks noGrp="1"/>
          </p:cNvSpPr>
          <p:nvPr>
            <p:ph type="title"/>
          </p:nvPr>
        </p:nvSpPr>
        <p:spPr>
          <a:xfrm>
            <a:off x="720000" y="2049480"/>
            <a:ext cx="7406640" cy="88164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44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44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04" name="Google Shape;20;p3"/>
          <p:cNvSpPr/>
          <p:nvPr/>
        </p:nvSpPr>
        <p:spPr>
          <a:xfrm>
            <a:off x="842760" y="1601280"/>
            <a:ext cx="900720" cy="8413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91440" tIns="91440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605" name="PlaceHolder 2"/>
          <p:cNvSpPr>
            <a:spLocks noGrp="1"/>
          </p:cNvSpPr>
          <p:nvPr>
            <p:ph type="title"/>
          </p:nvPr>
        </p:nvSpPr>
        <p:spPr>
          <a:xfrm>
            <a:off x="720000" y="1207440"/>
            <a:ext cx="1870920" cy="84132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sz="5000" lang="fr-FR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xx%</a:t>
            </a:r>
            <a:endParaRPr b="0" sz="5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06" name="Google Shape;22;p3"/>
          <p:cNvSpPr/>
          <p:nvPr/>
        </p:nvSpPr>
        <p:spPr>
          <a:xfrm>
            <a:off x="186120" y="8676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607" name="Google Shape;23;p3"/>
          <p:cNvSpPr/>
          <p:nvPr/>
        </p:nvSpPr>
        <p:spPr>
          <a:xfrm>
            <a:off x="186120" y="38844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608" name="Google Shape;24;p3"/>
          <p:cNvSpPr/>
          <p:nvPr/>
        </p:nvSpPr>
        <p:spPr>
          <a:xfrm>
            <a:off x="186120" y="69012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60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/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324000" marL="432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MAIN_POINT">
    <p:bg>
      <p:bgPr>
        <a:solidFill>
          <a:schemeClr val="lt1"/>
        </a:solidFill>
      </p:bgPr>
    </p:bg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Google Shape;62;p8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 flipH="1"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642" name="PlaceHolder 1"/>
          <p:cNvSpPr>
            <a:spLocks noGrp="1"/>
          </p:cNvSpPr>
          <p:nvPr>
            <p:ph type="title"/>
          </p:nvPr>
        </p:nvSpPr>
        <p:spPr>
          <a:xfrm>
            <a:off x="1612440" y="1307160"/>
            <a:ext cx="5918760" cy="252900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indent="0">
              <a:buNone/>
            </a:pPr>
            <a:r>
              <a:rPr b="0" sz="100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10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43" name="Google Shape;64;p8"/>
          <p:cNvSpPr/>
          <p:nvPr/>
        </p:nvSpPr>
        <p:spPr>
          <a:xfrm>
            <a:off x="8646480" y="8532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644" name="Google Shape;65;p8"/>
          <p:cNvSpPr/>
          <p:nvPr/>
        </p:nvSpPr>
        <p:spPr>
          <a:xfrm>
            <a:off x="8646480" y="38700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645" name="Google Shape;66;p8"/>
          <p:cNvSpPr/>
          <p:nvPr/>
        </p:nvSpPr>
        <p:spPr>
          <a:xfrm>
            <a:off x="8646480" y="68868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SECTION_TITLE_AND_DESCRIPTION">
    <p:bg>
      <p:bgPr>
        <a:solidFill>
          <a:schemeClr val="lt1"/>
        </a:solidFill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Google Shape;68;p9" descr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800000" flipH="1">
            <a:off x="0" y="0"/>
            <a:ext cx="9143640" cy="5143320"/>
          </a:xfrm>
          <a:prstGeom prst="rect"/>
          <a:noFill/>
          <a:ln w="0">
            <a:noFill/>
          </a:ln>
        </p:spPr>
      </p:pic>
      <p:sp>
        <p:nvSpPr>
          <p:cNvPr id="1048583" name="PlaceHolder 1"/>
          <p:cNvSpPr>
            <a:spLocks noGrp="1"/>
          </p:cNvSpPr>
          <p:nvPr>
            <p:ph type="title"/>
          </p:nvPr>
        </p:nvSpPr>
        <p:spPr>
          <a:xfrm>
            <a:off x="1019520" y="738000"/>
            <a:ext cx="7104960" cy="15073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40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4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584" name="Google Shape;71;p9"/>
          <p:cNvSpPr/>
          <p:nvPr/>
        </p:nvSpPr>
        <p:spPr>
          <a:xfrm>
            <a:off x="8646480" y="370332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585" name="Google Shape;72;p9"/>
          <p:cNvSpPr/>
          <p:nvPr/>
        </p:nvSpPr>
        <p:spPr>
          <a:xfrm>
            <a:off x="8646480" y="400500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586" name="Google Shape;73;p9"/>
          <p:cNvSpPr/>
          <p:nvPr/>
        </p:nvSpPr>
        <p:spPr>
          <a:xfrm>
            <a:off x="8646480" y="4306680"/>
            <a:ext cx="301320" cy="301320"/>
          </a:xfrm>
          <a:prstGeom prst="mathMultiply">
            <a:avLst>
              <a:gd name="adj1" fmla="val 1042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79200" tIns="79200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5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/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324000" marL="432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APTION_ONLY">
    <p:bg>
      <p:bgPr>
        <a:solidFill>
          <a:schemeClr val="lt1"/>
        </a:solidFill>
      </p:bgPr>
    </p:bg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PlaceHolder 1"/>
          <p:cNvSpPr>
            <a:spLocks noGrp="1"/>
          </p:cNvSpPr>
          <p:nvPr>
            <p:ph type="title"/>
          </p:nvPr>
        </p:nvSpPr>
        <p:spPr>
          <a:xfrm>
            <a:off x="720000" y="3862080"/>
            <a:ext cx="7703640" cy="57240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indent="0">
              <a:buNone/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simple-light-2">
    <p:bg>
      <p:bgPr>
        <a:solidFill>
          <a:srgbClr val="0E2A47"/>
        </a:solidFill>
      </p:bgPr>
    </p:bg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">
    <p:bg>
      <p:bgPr>
        <a:solidFill>
          <a:srgbClr val="0E2A47"/>
        </a:solidFill>
      </p:bgPr>
    </p:bg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24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4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theme" Target="../theme/theme2.xml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hlink="hlink" folHlink="folHlink"/>
  <p:sldLayoutIdLst>
    <p:sldLayoutId id="2147483677" r:id="rId1"/>
    <p:sldLayoutId id="2147483678" r:id="rId2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PlaceHolder 1"/>
          <p:cNvSpPr>
            <a:spLocks noGrp="1"/>
          </p:cNvSpPr>
          <p:nvPr>
            <p:ph type="title"/>
          </p:nvPr>
        </p:nvSpPr>
        <p:spPr>
          <a:xfrm>
            <a:off x="404778" y="313981"/>
            <a:ext cx="7714800" cy="2983724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rmAutofit/>
          </a:bodyPr>
          <a:p>
            <a:pPr algn="ctr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sz="4000" lang="fr-FR" strike="noStrike" u="none">
                <a:solidFill>
                  <a:schemeClr val="dk1"/>
                </a:solidFill>
                <a:effectLst/>
                <a:latin typeface="Arial"/>
              </a:rPr>
              <a:t> Compiler Design
Lexical &amp; Semantic Analysis – Assignment 03
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bulid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a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type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checker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582" name="PlaceHolder 2"/>
          <p:cNvSpPr>
            <a:spLocks noGrp="1"/>
          </p:cNvSpPr>
          <p:nvPr>
            <p:ph type="subTitle"/>
          </p:nvPr>
        </p:nvSpPr>
        <p:spPr>
          <a:xfrm>
            <a:off x="759131" y="3297705"/>
            <a:ext cx="7583153" cy="1583573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sz="1600" lang="en-US" strike="noStrike" u="none">
              <a:solidFill>
                <a:srgbClr val="000000"/>
              </a:solidFill>
              <a:effectLst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sz="1600" lang="en-US" strike="noStrike" u="none">
              <a:solidFill>
                <a:srgbClr val="000000"/>
              </a:solidFill>
              <a:effectLst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sz="1600" lang="en-US" strike="noStrike" u="none">
              <a:solidFill>
                <a:srgbClr val="000000"/>
              </a:solidFill>
              <a:effectLst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6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prepared</a:t>
            </a:r>
            <a:r>
              <a:rPr b="0" sz="1600" lang="en-US" strike="noStrike" u="none">
                <a:solidFill>
                  <a:srgbClr val="000000"/>
                </a:solidFill>
                <a:effectLst/>
                <a:latin typeface="OpenSymbol"/>
                <a:ea typeface="Red Hat Text"/>
              </a:rPr>
              <a:t> </a:t>
            </a:r>
            <a:r>
              <a:rPr b="0" sz="1600" lang="en-US" strike="noStrike" u="none">
                <a:solidFill>
                  <a:srgbClr val="000000"/>
                </a:solidFill>
                <a:effectLst/>
                <a:latin typeface="OpenSymbol"/>
                <a:ea typeface="Red Hat Text"/>
              </a:rPr>
              <a:t> </a:t>
            </a:r>
            <a:r>
              <a:rPr b="0" sz="1600" lang="en-US" strike="noStrike" u="none">
                <a:solidFill>
                  <a:srgbClr val="000000"/>
                </a:solidFill>
                <a:effectLst/>
                <a:latin typeface="OpenSymbol"/>
                <a:ea typeface="Red Hat Text"/>
              </a:rPr>
              <a:t>by</a:t>
            </a:r>
            <a:r>
              <a:rPr b="0" sz="1600" lang="en-US" strike="noStrike" u="none">
                <a:solidFill>
                  <a:srgbClr val="000000"/>
                </a:solidFill>
                <a:effectLst/>
                <a:latin typeface="OpenSymbol"/>
                <a:ea typeface="Red Hat Text"/>
              </a:rPr>
              <a:t> </a:t>
            </a:r>
            <a:r>
              <a:rPr b="0" sz="1600" lang="en-US" strike="noStrike" u="none">
                <a:solidFill>
                  <a:srgbClr val="000000"/>
                </a:solidFill>
                <a:effectLst/>
                <a:latin typeface="OpenSymbol"/>
                <a:ea typeface="Red Hat Text"/>
              </a:rPr>
              <a:t>firehiwot</a:t>
            </a:r>
            <a:r>
              <a:rPr b="0" sz="1600" lang="en-US" strike="noStrike" u="none">
                <a:solidFill>
                  <a:srgbClr val="000000"/>
                </a:solidFill>
                <a:effectLst/>
                <a:latin typeface="OpenSymbol"/>
                <a:ea typeface="Red Hat Text"/>
              </a:rPr>
              <a:t> </a:t>
            </a:r>
            <a:r>
              <a:rPr b="0" sz="1600" lang="en-US" strike="noStrike" u="none">
                <a:solidFill>
                  <a:srgbClr val="000000"/>
                </a:solidFill>
                <a:effectLst/>
                <a:latin typeface="OpenSymbol"/>
                <a:ea typeface="Red Hat Text"/>
              </a:rPr>
              <a:t> </a:t>
            </a:r>
            <a:r>
              <a:rPr b="0" sz="1600" lang="en-US" strike="noStrike" u="none">
                <a:solidFill>
                  <a:srgbClr val="000000"/>
                </a:solidFill>
                <a:effectLst/>
                <a:latin typeface="OpenSymbol"/>
                <a:ea typeface="Red Hat Text"/>
              </a:rPr>
              <a:t> </a:t>
            </a:r>
            <a:r>
              <a:rPr b="0" sz="1600" lang="en-US" strike="noStrike" u="none">
                <a:solidFill>
                  <a:srgbClr val="000000"/>
                </a:solidFill>
                <a:effectLst/>
                <a:latin typeface="OpenSymbol"/>
                <a:ea typeface="Red Hat Text"/>
              </a:rPr>
              <a:t> </a:t>
            </a:r>
            <a:r>
              <a:rPr b="0" sz="1600" lang="en-US" strike="noStrike" u="none">
                <a:solidFill>
                  <a:srgbClr val="000000"/>
                </a:solidFill>
                <a:effectLst/>
                <a:latin typeface="OpenSymbol"/>
                <a:ea typeface="Red Hat Text"/>
              </a:rPr>
              <a:t> </a:t>
            </a:r>
            <a:endParaRPr b="0" sz="1600" lang="en-US" strike="noStrike" u="none">
              <a:solidFill>
                <a:srgbClr val="000000"/>
              </a:solidFill>
              <a:effectLst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sz="16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PlaceHolder 1"/>
          <p:cNvSpPr>
            <a:spLocks noGrp="1"/>
          </p:cNvSpPr>
          <p:nvPr>
            <p:ph type="title"/>
          </p:nvPr>
        </p:nvSpPr>
        <p:spPr>
          <a:xfrm>
            <a:off x="1019158" y="-218042"/>
            <a:ext cx="7148533" cy="1321284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40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Introduction</a:t>
            </a:r>
            <a:endParaRPr b="0" sz="4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589" name="PlaceHolder 2"/>
          <p:cNvSpPr>
            <a:spLocks noGrp="1"/>
          </p:cNvSpPr>
          <p:nvPr>
            <p:ph type="subTitle"/>
          </p:nvPr>
        </p:nvSpPr>
        <p:spPr>
          <a:xfrm>
            <a:off x="496798" y="1423810"/>
            <a:ext cx="8260770" cy="336566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rmAutofit/>
          </a:bodyPr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A compiler translates high-level language programs into machine code.
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This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assignment focuses on semantic analysis and intermediate representation, which come after lexical and syntax analysis.
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Semantic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analysis ensures that a program is meaningful, safe, and logically correct before code generation.</a:t>
            </a:r>
            <a:endParaRPr b="0" sz="19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PlaceHolder 1"/>
          <p:cNvSpPr>
            <a:spLocks noGrp="1"/>
          </p:cNvSpPr>
          <p:nvPr>
            <p:ph type="title"/>
          </p:nvPr>
        </p:nvSpPr>
        <p:spPr>
          <a:xfrm>
            <a:off x="1019160" y="118441"/>
            <a:ext cx="7105320" cy="1208056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altLang="fr-FR" b="1" sz="40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objective</a:t>
            </a:r>
            <a:r>
              <a:rPr altLang="fr-FR" b="0" sz="4000" lang="en-US" strike="noStrike" u="none">
                <a:solidFill>
                  <a:schemeClr val="dk1"/>
                </a:solidFill>
                <a:effectLst/>
                <a:latin typeface="Arial"/>
                <a:ea typeface="DM Sans"/>
              </a:rPr>
              <a:t> </a:t>
            </a:r>
            <a:endParaRPr b="0" sz="4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591" name="PlaceHolder 2"/>
          <p:cNvSpPr>
            <a:spLocks noGrp="1"/>
          </p:cNvSpPr>
          <p:nvPr>
            <p:ph type="subTitle"/>
          </p:nvPr>
        </p:nvSpPr>
        <p:spPr>
          <a:xfrm>
            <a:off x="500596" y="1428002"/>
            <a:ext cx="7978235" cy="3509738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rmAutofit/>
          </a:bodyPr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undederstand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symbol tables and scope management
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Implement type checking for variables, expressions, and functions
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Detect semantic errors before execution
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Apply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attribute grammars for semantic rule propagation
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Prepare programs for optimization and code generation</a:t>
            </a:r>
            <a:endParaRPr b="0" sz="19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660;p56"/>
          <p:cNvSpPr/>
          <p:nvPr/>
        </p:nvSpPr>
        <p:spPr>
          <a:xfrm>
            <a:off x="7597962" y="547235"/>
            <a:ext cx="1492426" cy="4186135"/>
          </a:xfrm>
          <a:prstGeom prst="ellipse"/>
          <a:blipFill rotWithShape="0">
            <a:blip xmlns:r="http://schemas.openxmlformats.org/officeDocument/2006/relationships" r:embed="rId1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  <p:sp>
        <p:nvSpPr>
          <p:cNvPr id="104859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 fontScale="90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Symbol Tables and Scope Management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599" name="PlaceHolder 2"/>
          <p:cNvSpPr>
            <a:spLocks noGrp="1"/>
          </p:cNvSpPr>
          <p:nvPr>
            <p:ph type="subTitle"/>
          </p:nvPr>
        </p:nvSpPr>
        <p:spPr>
          <a:xfrm>
            <a:off x="421464" y="955432"/>
            <a:ext cx="6693993" cy="3333992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A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symbol table stores information about identifiers:
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Name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
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Type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
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Scope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
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Memory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location
</a:t>
            </a:r>
            <a:r>
              <a:rPr altLang="en-US"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Scope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management ensures:
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Local variables override global ones
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Identifiers</a:t>
            </a:r>
            <a:r>
              <a:rPr b="0" sz="1800" lang="en-US" strike="noStrike" u="none">
                <a:solidFill>
                  <a:srgbClr val="000000"/>
                </a:solidFill>
                <a:effectLst/>
                <a:latin typeface="OpenSymbol"/>
              </a:rPr>
              <a:t> are accessed only within valid scopes
</a:t>
            </a: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3838668"/>
          </a:xfrm>
        </p:spPr>
        <p:txBody>
          <a:bodyPr/>
          <a:p>
            <a:pPr algn="l" indent="0" marL="4763">
              <a:buNone/>
            </a:pPr>
            <a:r>
              <a:rPr altLang="en-US" sz="2400" lang="en-IN"/>
              <a:t>◆</a:t>
            </a:r>
            <a:r>
              <a:rPr altLang="en-IN" sz="2400" lang="en-US"/>
              <a:t>common</a:t>
            </a:r>
            <a:r>
              <a:rPr altLang="en-IN" sz="2400" lang="en-US"/>
              <a:t> </a:t>
            </a:r>
            <a:r>
              <a:rPr altLang="en-IN" sz="2400" lang="en-US"/>
              <a:t>scopes</a:t>
            </a:r>
            <a:r>
              <a:rPr altLang="en-IN" sz="2400" lang="en-US"/>
              <a:t> </a:t>
            </a:r>
            <a:br>
              <a:rPr altLang="en-IN" sz="2400" lang="en-US"/>
            </a:br>
            <a:br>
              <a:rPr altLang="en-IN" sz="2400" lang="en-US"/>
            </a:b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US" sz="2400" lang="en-IN"/>
              <a:t>✅</a:t>
            </a:r>
            <a:r>
              <a:rPr altLang="en-IN" sz="2400" lang="en-US"/>
              <a:t>Global</a:t>
            </a:r>
            <a:br>
              <a:rPr altLang="en-IN" sz="2400" lang="en-US"/>
            </a:b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US" sz="2400" lang="en-IN"/>
              <a:t>✅</a:t>
            </a:r>
            <a:r>
              <a:rPr altLang="en-IN" sz="2400" lang="en-US"/>
              <a:t>Function</a:t>
            </a:r>
            <a:br>
              <a:rPr altLang="en-IN" sz="2400" lang="en-US"/>
            </a:b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US" sz="2400" lang="en-IN"/>
              <a:t>✅</a:t>
            </a:r>
            <a:r>
              <a:rPr altLang="en-IN" sz="2400" lang="en-US"/>
              <a:t>Block</a:t>
            </a:r>
            <a:r>
              <a:rPr sz="2400" lang="en-IN"/>
              <a:t>-</a:t>
            </a:r>
            <a:r>
              <a:rPr altLang="en-IN" sz="2400" lang="en-US"/>
              <a:t>level</a:t>
            </a:r>
            <a:br>
              <a:rPr altLang="en-IN" sz="2400" lang="en-US"/>
            </a:br>
            <a:endParaRPr sz="2400"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PlaceHolder 1"/>
          <p:cNvSpPr>
            <a:spLocks noGrp="1"/>
          </p:cNvSpPr>
          <p:nvPr>
            <p:ph type="title"/>
          </p:nvPr>
        </p:nvSpPr>
        <p:spPr>
          <a:xfrm>
            <a:off x="1019160" y="9420"/>
            <a:ext cx="7031857" cy="1050912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40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Semantic Error Detection</a:t>
            </a:r>
            <a:endParaRPr b="0" sz="4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02" name="PlaceHolder 2"/>
          <p:cNvSpPr>
            <a:spLocks noGrp="1"/>
          </p:cNvSpPr>
          <p:nvPr>
            <p:ph type="subTitle"/>
          </p:nvPr>
        </p:nvSpPr>
        <p:spPr>
          <a:xfrm>
            <a:off x="388239" y="1257928"/>
            <a:ext cx="8303765" cy="3574086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rmAutofit/>
          </a:bodyPr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The semantic analyzer detects errors such as:
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r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se of undeclared variables
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Multiple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declarations in the same scope
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Type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mismatches in expressions
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Illegal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operations (e.g., adding int and string)
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Incorrect</a:t>
            </a:r>
            <a:r>
              <a:rPr b="0" sz="2400" lang="en-US" strike="noStrike" u="none">
                <a:solidFill>
                  <a:srgbClr val="000000"/>
                </a:solidFill>
                <a:effectLst/>
                <a:latin typeface="OpenSymbol"/>
              </a:rPr>
              <a:t> function calls (wrong arguments)</a:t>
            </a:r>
            <a:endParaRPr b="0" sz="24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PlaceHolder 1"/>
          <p:cNvSpPr>
            <a:spLocks noGrp="1"/>
          </p:cNvSpPr>
          <p:nvPr>
            <p:ph type="title"/>
          </p:nvPr>
        </p:nvSpPr>
        <p:spPr>
          <a:xfrm>
            <a:off x="385559" y="1147789"/>
            <a:ext cx="8149142" cy="3815931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altLang="en-US"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◆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Ensures compatibility of:
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altLang="en-US"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✅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Assignments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
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altLang="en-US"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✅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Arithmetic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expressions
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altLang="en-US"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✅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Function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return types
</a:t>
            </a:r>
            <a:r>
              <a:rPr altLang="en-US"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◆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Examples:
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altLang="en-US"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✅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int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+ int → int
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altLang="en-US"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✅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int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+ float → float
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altLang="en-US"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✅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int</a:t>
            </a:r>
            <a:r>
              <a:rPr b="1" sz="24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= float (requires safe conversion)</a:t>
            </a:r>
            <a:endParaRPr b="0" sz="24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11" name="PlaceHolder 2"/>
          <p:cNvSpPr>
            <a:spLocks noGrp="1"/>
          </p:cNvSpPr>
          <p:nvPr>
            <p:ph type="subTitle"/>
          </p:nvPr>
        </p:nvSpPr>
        <p:spPr>
          <a:xfrm>
            <a:off x="1052696" y="410768"/>
            <a:ext cx="7412376" cy="71628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spAutoFit/>
          </a:bodyPr>
          <a:p>
            <a:pPr algn="ctr" indent="0">
              <a:buNone/>
            </a:pPr>
            <a:r>
              <a:rPr b="1" sz="36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Type Checking Rules</a:t>
            </a:r>
            <a:endParaRPr b="1" sz="3600" lang="en-US" strike="noStrike" u="none">
              <a:solidFill>
                <a:schemeClr val="dk1"/>
              </a:solidFill>
              <a:effectLst/>
              <a:latin typeface="Red Hat Text"/>
              <a:ea typeface="Red Hat Text"/>
            </a:endParaRPr>
          </a:p>
        </p:txBody>
      </p:sp>
      <p:sp>
        <p:nvSpPr>
          <p:cNvPr id="1048612" name="Google Shape;303;p35"/>
          <p:cNvSpPr/>
          <p:nvPr/>
        </p:nvSpPr>
        <p:spPr>
          <a:xfrm rot="19800000">
            <a:off x="7600680" y="1219320"/>
            <a:ext cx="390240" cy="3902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195120" lIns="870823080" rIns="870823080" tIns="195120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13" name="Google Shape;304;p35"/>
          <p:cNvSpPr/>
          <p:nvPr/>
        </p:nvSpPr>
        <p:spPr>
          <a:xfrm rot="16200000">
            <a:off x="1685880" y="1543320"/>
            <a:ext cx="304560" cy="3045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152280" lIns="870823080" rIns="870823080" tIns="152280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14" name="Google Shape;305;p35"/>
          <p:cNvSpPr/>
          <p:nvPr/>
        </p:nvSpPr>
        <p:spPr>
          <a:xfrm rot="16200000">
            <a:off x="1990800" y="1543320"/>
            <a:ext cx="304560" cy="3045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152280" lIns="870823080" rIns="870823080" tIns="152280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15" name="Google Shape;306;p35"/>
          <p:cNvSpPr/>
          <p:nvPr/>
        </p:nvSpPr>
        <p:spPr>
          <a:xfrm rot="16200000">
            <a:off x="2286000" y="1543320"/>
            <a:ext cx="304560" cy="3045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152280" lIns="870823080" rIns="870823080" tIns="152280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16" name="Google Shape;307;p35"/>
          <p:cNvSpPr/>
          <p:nvPr/>
        </p:nvSpPr>
        <p:spPr>
          <a:xfrm rot="16200000">
            <a:off x="2590920" y="1543320"/>
            <a:ext cx="304560" cy="3045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152280" lIns="870823080" rIns="870823080" tIns="152280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17" name="Google Shape;308;p35"/>
          <p:cNvSpPr/>
          <p:nvPr/>
        </p:nvSpPr>
        <p:spPr>
          <a:xfrm rot="16200000">
            <a:off x="2895480" y="1543320"/>
            <a:ext cx="304560" cy="3045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152280" lIns="870823080" rIns="870823080" tIns="152280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18" name="Google Shape;309;p35"/>
          <p:cNvSpPr/>
          <p:nvPr/>
        </p:nvSpPr>
        <p:spPr>
          <a:xfrm rot="16200000">
            <a:off x="3191040" y="1543320"/>
            <a:ext cx="304560" cy="3045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152280" lIns="870823080" rIns="870823080" tIns="152280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sz="1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PlaceHolder 1"/>
          <p:cNvSpPr>
            <a:spLocks noGrp="1"/>
          </p:cNvSpPr>
          <p:nvPr>
            <p:ph type="title"/>
          </p:nvPr>
        </p:nvSpPr>
        <p:spPr>
          <a:xfrm>
            <a:off x="1019159" y="175132"/>
            <a:ext cx="7096677" cy="93753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40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Attribute Grammars</a:t>
            </a:r>
            <a:endParaRPr b="0" sz="4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20" name="PlaceHolder 2"/>
          <p:cNvSpPr>
            <a:spLocks noGrp="1"/>
          </p:cNvSpPr>
          <p:nvPr>
            <p:ph type="subTitle"/>
          </p:nvPr>
        </p:nvSpPr>
        <p:spPr>
          <a:xfrm>
            <a:off x="431952" y="1179988"/>
            <a:ext cx="7692528" cy="3626927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rmAutofit fontScale="94737" lnSpcReduction="20000"/>
          </a:bodyPr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endParaRPr b="0" sz="1900" lang="en-US" strike="noStrike" u="none">
              <a:solidFill>
                <a:srgbClr val="000000"/>
              </a:solidFill>
              <a:effectLst/>
              <a:latin typeface="OpenSymbol"/>
            </a:endParaRPr>
          </a:p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Attribute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grammars extend context-free grammars with semantic rules
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Two types of attributes:
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Synthesized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(from children to parent)
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Inherited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(from parent to children)
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◆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Used to:
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Pass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type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information</a:t>
            </a:r>
            <a:endParaRPr b="0" sz="1900" lang="en-US" strike="noStrike" u="none">
              <a:solidFill>
                <a:srgbClr val="000000"/>
              </a:solidFill>
              <a:effectLst/>
              <a:latin typeface="OpenSymbol"/>
            </a:endParaRPr>
          </a:p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Check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scope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validity</a:t>
            </a:r>
            <a:endParaRPr b="0" sz="1900" lang="en-US" strike="noStrike" u="none">
              <a:solidFill>
                <a:srgbClr val="000000"/>
              </a:solidFill>
              <a:effectLst/>
              <a:latin typeface="OpenSymbol"/>
            </a:endParaRPr>
          </a:p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</a:t>
            </a:r>
            <a:r>
              <a:rPr altLang="en-US"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✅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Enforce</a:t>
            </a:r>
            <a:r>
              <a:rPr b="0" sz="1900" lang="en-US" strike="noStrike" u="none">
                <a:solidFill>
                  <a:srgbClr val="000000"/>
                </a:solidFill>
                <a:effectLst/>
                <a:latin typeface="OpenSymbol"/>
              </a:rPr>
              <a:t> semantic constraints</a:t>
            </a:r>
            <a:endParaRPr b="0" sz="19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 fontScale="90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 </a:t>
            </a:r>
            <a:r>
              <a:rPr b="1" sz="2800" lang="en-US" strike="noStrike" u="none">
                <a:solidFill>
                  <a:schemeClr val="dk1"/>
                </a:solidFill>
                <a:effectLst/>
                <a:latin typeface="DM Sans"/>
                <a:ea typeface="DM Sans"/>
              </a:rPr>
              <a:t>Advanced Semantic Features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22" name="PlaceHolder 2"/>
          <p:cNvSpPr>
            <a:spLocks noGrp="1"/>
          </p:cNvSpPr>
          <p:nvPr>
            <p:ph type="subTitle"/>
          </p:nvPr>
        </p:nvSpPr>
        <p:spPr>
          <a:xfrm>
            <a:off x="391398" y="1086806"/>
            <a:ext cx="8342027" cy="3341684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◆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The semantic analyzer also supports:
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altLang="en-US"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✅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Generics – type-safe reusable code
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altLang="en-US"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✅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Nullable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types – detect null reference errors
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altLang="en-US"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✅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Closures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– maintain variable bindings
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altLang="en-US"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✅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Object-Oriented Constructs:
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altLang="en-US"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✔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Classes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
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altLang="en-US"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✔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Inheritance
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</a:t>
            </a:r>
            <a:r>
              <a:rPr altLang="en-US"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✔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Method</a:t>
            </a:r>
            <a:r>
              <a:rPr b="0" sz="1800" lang="en-US" strike="noStrike" u="none">
                <a:solidFill>
                  <a:schemeClr val="dk1"/>
                </a:solidFill>
                <a:effectLst/>
                <a:latin typeface="Red Hat Text"/>
                <a:ea typeface="Red Hat Text"/>
              </a:rPr>
              <a:t> overriding</a:t>
            </a:r>
            <a:endParaRPr b="0" sz="1800" lang="en-US" strike="noStrike" u="none">
              <a:solidFill>
                <a:srgbClr val="000000"/>
              </a:solidFill>
              <a:effectLst/>
              <a:latin typeface="OpenSymbol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"/>
          <p:cNvSpPr>
            <a:spLocks noGrp="1"/>
          </p:cNvSpPr>
          <p:nvPr>
            <p:ph type="title"/>
          </p:nvPr>
        </p:nvSpPr>
        <p:spPr>
          <a:xfrm>
            <a:off x="720000" y="152783"/>
            <a:ext cx="7703640" cy="864577"/>
          </a:xfrm>
        </p:spPr>
        <p:txBody>
          <a:bodyPr/>
          <a:p>
            <a:r>
              <a:rPr b="1" sz="2800" lang="en-IN"/>
              <a:t>Control Flow Semantic Validation</a:t>
            </a:r>
            <a:endParaRPr b="1" sz="2800" lang="en-IN"/>
          </a:p>
        </p:txBody>
      </p:sp>
      <p:sp>
        <p:nvSpPr>
          <p:cNvPr id="1048624" name=""/>
          <p:cNvSpPr>
            <a:spLocks noGrp="1"/>
          </p:cNvSpPr>
          <p:nvPr>
            <p:ph type="body"/>
          </p:nvPr>
        </p:nvSpPr>
        <p:spPr>
          <a:xfrm>
            <a:off x="275548" y="1138792"/>
            <a:ext cx="8675297" cy="3280337"/>
          </a:xfrm>
        </p:spPr>
        <p:txBody>
          <a:bodyPr anchor="t"/>
          <a:p>
            <a:pPr>
              <a:lnSpc>
                <a:spcPct val="150000"/>
              </a:lnSpc>
            </a:pPr>
            <a:r>
              <a:rPr lang="en-IN"/>
              <a:t>◆</a:t>
            </a:r>
            <a:r>
              <a:rPr lang="en-IN"/>
              <a:t>Ensures correctness in:
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US" lang="en-IN"/>
              <a:t>✅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lang="en-IN"/>
              <a:t>i</a:t>
            </a:r>
            <a:r>
              <a:rPr lang="en-IN"/>
              <a:t>f–else statements
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US" lang="en-IN"/>
              <a:t>✅</a:t>
            </a:r>
            <a:r>
              <a:rPr altLang="en-IN" lang="en-US"/>
              <a:t> </a:t>
            </a:r>
            <a:r>
              <a:rPr lang="en-IN"/>
              <a:t>Loops (for, while)
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US" lang="en-IN"/>
              <a:t>✅</a:t>
            </a:r>
            <a:r>
              <a:rPr lang="en-IN"/>
              <a:t>Exception handling
</a:t>
            </a:r>
            <a:r>
              <a:rPr lang="en-IN"/>
              <a:t>◆</a:t>
            </a:r>
            <a:r>
              <a:rPr lang="en-IN"/>
              <a:t>Validates:
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US" lang="en-IN"/>
              <a:t>✅</a:t>
            </a:r>
            <a:r>
              <a:rPr lang="en-IN"/>
              <a:t>Break/continue usage
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US" lang="en-IN"/>
              <a:t>✅</a:t>
            </a:r>
            <a:r>
              <a:rPr lang="en-IN"/>
              <a:t>Return statements
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US" lang="en-IN"/>
              <a:t>✅</a:t>
            </a:r>
            <a:r>
              <a:rPr lang="en-IN"/>
              <a:t>Unreachable code</a:t>
            </a:r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b="1" sz="2800" lang="en-IN"/>
              <a:t>Intermediate Representation (IR)</a:t>
            </a:r>
            <a:endParaRPr b="1" sz="2800" lang="en-IN"/>
          </a:p>
        </p:txBody>
      </p:sp>
      <p:sp>
        <p:nvSpPr>
          <p:cNvPr id="1048626" name=""/>
          <p:cNvSpPr>
            <a:spLocks noGrp="1"/>
          </p:cNvSpPr>
          <p:nvPr>
            <p:ph type="body"/>
          </p:nvPr>
        </p:nvSpPr>
        <p:spPr>
          <a:xfrm>
            <a:off x="547144" y="1080341"/>
            <a:ext cx="8001814" cy="3184544"/>
          </a:xfrm>
        </p:spPr>
        <p:txBody>
          <a:bodyPr anchor="t"/>
          <a:p>
            <a:r>
              <a:rPr lang="en-IN"/>
              <a:t>◆</a:t>
            </a:r>
            <a:r>
              <a:rPr lang="en-IN"/>
              <a:t>After semantic analysis, AST is converted into Intermediate Representation
</a:t>
            </a:r>
            <a:r>
              <a:rPr lang="en-IN"/>
              <a:t>◆</a:t>
            </a:r>
            <a:r>
              <a:rPr lang="en-IN"/>
              <a:t>Common IR form:
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IN" lang="en-US"/>
              <a:t> </a:t>
            </a:r>
            <a:r>
              <a:rPr altLang="en-US" lang="en-IN"/>
              <a:t>✅</a:t>
            </a:r>
            <a:r>
              <a:rPr lang="en-IN"/>
              <a:t>Three Address Code (TAC)
</a:t>
            </a:r>
            <a:r>
              <a:rPr lang="en-IN"/>
              <a:t>◆</a:t>
            </a:r>
            <a:r>
              <a:rPr lang="en-IN"/>
              <a:t>Example:</a:t>
            </a:r>
            <a:endParaRPr lang="en-IN"/>
          </a:p>
          <a:p>
            <a:endParaRPr lang="en-IN"/>
          </a:p>
          <a:p>
            <a:r>
              <a:rPr lang="en-IN"/>
              <a:t>t1 = a + b
t2 = t1 * c</a:t>
            </a:r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b="1" sz="2800" lang="en-IN"/>
              <a:t>Dataflow Analysis</a:t>
            </a:r>
            <a:endParaRPr b="1" sz="2800" lang="en-IN"/>
          </a:p>
        </p:txBody>
      </p:sp>
      <p:sp>
        <p:nvSpPr>
          <p:cNvPr id="1048628" name=""/>
          <p:cNvSpPr>
            <a:spLocks noGrp="1"/>
          </p:cNvSpPr>
          <p:nvPr>
            <p:ph type="body"/>
          </p:nvPr>
        </p:nvSpPr>
        <p:spPr>
          <a:xfrm>
            <a:off x="335398" y="1119866"/>
            <a:ext cx="8325917" cy="3280482"/>
          </a:xfrm>
        </p:spPr>
        <p:txBody>
          <a:bodyPr anchor="t"/>
          <a:p>
            <a:r>
              <a:rPr altLang="en-US" sz="2400" lang="en-IN"/>
              <a:t>◆</a:t>
            </a:r>
            <a:r>
              <a:rPr altLang="en-IN" sz="2400" lang="en-US"/>
              <a:t>Performed</a:t>
            </a:r>
            <a:r>
              <a:rPr sz="2400" lang="en-IN"/>
              <a:t> on CFG to compute:
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US" sz="2400" lang="en-IN"/>
              <a:t>✅</a:t>
            </a:r>
            <a:r>
              <a:rPr sz="2400" lang="en-IN"/>
              <a:t>Liveness analysis
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US" sz="2400" lang="en-IN"/>
              <a:t>✅</a:t>
            </a:r>
            <a:r>
              <a:rPr altLang="en-IN" sz="2400" lang="en-US"/>
              <a:t>ysis</a:t>
            </a:r>
            <a:r>
              <a:rPr sz="2400" lang="en-IN"/>
              <a:t>hing definitions
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US" sz="2400" lang="en-IN"/>
              <a:t>✅</a:t>
            </a:r>
            <a:r>
              <a:rPr altLang="en-IN" sz="2400" lang="en-US"/>
              <a:t> </a:t>
            </a:r>
            <a:r>
              <a:rPr sz="2400" lang="en-IN"/>
              <a:t>Available </a:t>
            </a:r>
            <a:r>
              <a:rPr altLang="en-IN" sz="2400" lang="en-US"/>
              <a:t>expressions</a:t>
            </a:r>
            <a:endParaRPr sz="2400" lang="en-IN"/>
          </a:p>
          <a:p>
            <a:r>
              <a:rPr sz="2400" lang="en-IN"/>
              <a:t>
</a:t>
            </a:r>
            <a:r>
              <a:rPr sz="2400" lang="en-IN"/>
              <a:t>◆</a:t>
            </a:r>
            <a:r>
              <a:rPr altLang="en-IN" sz="2400" lang="en-US"/>
              <a:t>Used</a:t>
            </a:r>
            <a:r>
              <a:rPr sz="2400" lang="en-IN"/>
              <a:t> for:
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US" sz="2400" lang="en-IN"/>
              <a:t>✔</a:t>
            </a:r>
            <a:r>
              <a:rPr altLang="en-IN" sz="2400" lang="en-US"/>
              <a:t>Register</a:t>
            </a:r>
            <a:r>
              <a:rPr sz="2400" lang="en-IN"/>
              <a:t> allocation
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US" sz="2400" lang="en-IN"/>
              <a:t>✔</a:t>
            </a:r>
            <a:r>
              <a:rPr altLang="en-IN" sz="2400" lang="en-US"/>
              <a:t>Code</a:t>
            </a:r>
            <a:r>
              <a:rPr sz="2400" lang="en-IN"/>
              <a:t> optimization</a:t>
            </a:r>
            <a:endParaRPr sz="2400"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b="1" sz="2800" lang="en-IN"/>
              <a:t>Static Single Assignment (SSA)</a:t>
            </a:r>
            <a:endParaRPr b="1" sz="2800" lang="en-IN"/>
          </a:p>
        </p:txBody>
      </p:sp>
      <p:sp>
        <p:nvSpPr>
          <p:cNvPr id="1048630" name=""/>
          <p:cNvSpPr>
            <a:spLocks noGrp="1"/>
          </p:cNvSpPr>
          <p:nvPr>
            <p:ph type="body"/>
          </p:nvPr>
        </p:nvSpPr>
        <p:spPr>
          <a:xfrm>
            <a:off x="426147" y="1068559"/>
            <a:ext cx="7997493" cy="3227223"/>
          </a:xfrm>
        </p:spPr>
        <p:txBody>
          <a:bodyPr anchor="t"/>
          <a:p>
            <a:r>
              <a:rPr altLang="en-US" sz="2400" lang="en-IN"/>
              <a:t>◆</a:t>
            </a:r>
            <a:r>
              <a:rPr altLang="en-IN" sz="2400" lang="en-US"/>
              <a:t>Each</a:t>
            </a:r>
            <a:r>
              <a:rPr altLang="en-IN" sz="2400" lang="en-US"/>
              <a:t> variable is assigned only once
</a:t>
            </a:r>
            <a:r>
              <a:rPr altLang="en-US" sz="2400" lang="en-IN"/>
              <a:t>◆</a:t>
            </a:r>
            <a:r>
              <a:rPr altLang="en-IN" sz="2400" lang="en-US"/>
              <a:t>Simplifies</a:t>
            </a:r>
            <a:r>
              <a:rPr altLang="en-IN" sz="2400" lang="en-US"/>
              <a:t>:
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US" sz="2400" lang="en-IN"/>
              <a:t>✅</a:t>
            </a:r>
            <a:r>
              <a:rPr altLang="en-IN" sz="2400" lang="en-US"/>
              <a:t>Optimization
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US" sz="2400" lang="en-IN"/>
              <a:t>✅</a:t>
            </a:r>
            <a:r>
              <a:rPr altLang="en-IN" sz="2400" lang="en-US"/>
              <a:t>Dependency</a:t>
            </a:r>
            <a:r>
              <a:rPr altLang="en-IN" sz="2400" lang="en-US"/>
              <a:t> </a:t>
            </a:r>
            <a:r>
              <a:rPr altLang="en-IN" sz="2400" lang="en-US"/>
              <a:t>tracking</a:t>
            </a:r>
            <a:endParaRPr sz="2400" lang="en-IN"/>
          </a:p>
          <a:p>
            <a:r>
              <a:rPr altLang="en-IN" sz="2400" lang="en-US"/>
              <a:t>
</a:t>
            </a:r>
            <a:r>
              <a:rPr altLang="en-US" sz="2400" lang="en-IN"/>
              <a:t>◆</a:t>
            </a:r>
            <a:r>
              <a:rPr altLang="en-IN" sz="2400" lang="en-US"/>
              <a:t>Example:</a:t>
            </a:r>
            <a:endParaRPr sz="2400" lang="en-IN"/>
          </a:p>
          <a:p>
            <a:r>
              <a:rPr altLang="en-IN" sz="2400" lang="en-US">
                <a:solidFill>
                  <a:srgbClr val="008080"/>
                </a:solidFill>
              </a:rPr>
              <a:t>x</a:t>
            </a:r>
            <a:r>
              <a:rPr altLang="en-IN" sz="2400" lang="en-US">
                <a:solidFill>
                  <a:srgbClr val="008080"/>
                </a:solidFill>
              </a:rPr>
              <a:t>1 = 5
x2 = x1 + 3</a:t>
            </a:r>
            <a:endParaRPr sz="2400" lang="en-IN">
              <a:solidFill>
                <a:srgbClr val="00808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sz="2800" lang="en-IN"/>
              <a:t>Runtime and Performance Enhancements</a:t>
            </a:r>
            <a:endParaRPr b="1" sz="2800" lang="en-IN"/>
          </a:p>
        </p:txBody>
      </p:sp>
      <p:sp>
        <p:nvSpPr>
          <p:cNvPr id="1048632" name=""/>
          <p:cNvSpPr>
            <a:spLocks noGrp="1"/>
          </p:cNvSpPr>
          <p:nvPr>
            <p:ph type="body"/>
          </p:nvPr>
        </p:nvSpPr>
        <p:spPr>
          <a:xfrm>
            <a:off x="719999" y="1342859"/>
            <a:ext cx="7703640" cy="2878713"/>
          </a:xfrm>
        </p:spPr>
        <p:txBody>
          <a:bodyPr anchor="t"/>
          <a:p>
            <a:r>
              <a:rPr altLang="en-US" sz="2400" lang="en-IN"/>
              <a:t>◆</a:t>
            </a:r>
            <a:r>
              <a:rPr altLang="en-IN" sz="2400" lang="en-US"/>
              <a:t> </a:t>
            </a:r>
            <a:r>
              <a:rPr altLang="en-IN" sz="2400" lang="en-US"/>
              <a:t>Calling</a:t>
            </a:r>
            <a:r>
              <a:rPr sz="2400" lang="en-IN"/>
              <a:t> conventions
</a:t>
            </a:r>
            <a:r>
              <a:rPr sz="2400" lang="en-IN"/>
              <a:t>◆</a:t>
            </a:r>
            <a:r>
              <a:rPr altLang="en-IN" sz="2400" lang="en-US"/>
              <a:t> </a:t>
            </a:r>
            <a:r>
              <a:rPr altLang="en-IN" sz="2400" lang="en-US"/>
              <a:t>Stack</a:t>
            </a:r>
            <a:r>
              <a:rPr sz="2400" lang="en-IN"/>
              <a:t> frame management
</a:t>
            </a:r>
            <a:r>
              <a:rPr sz="2400" lang="en-IN"/>
              <a:t>◆</a:t>
            </a:r>
            <a:r>
              <a:rPr altLang="en-IN" sz="2400" lang="en-US"/>
              <a:t> </a:t>
            </a:r>
            <a:r>
              <a:rPr altLang="en-IN" sz="2400" lang="en-US"/>
              <a:t>Register</a:t>
            </a:r>
            <a:r>
              <a:rPr sz="2400" lang="en-IN"/>
              <a:t> allocation and spilling
</a:t>
            </a:r>
            <a:r>
              <a:rPr sz="2400" lang="en-IN"/>
              <a:t>◆</a:t>
            </a:r>
            <a:r>
              <a:rPr altLang="en-IN" sz="2400" lang="en-US"/>
              <a:t> </a:t>
            </a:r>
            <a:r>
              <a:rPr altLang="en-IN" sz="2400" lang="en-US"/>
              <a:t>Instruction</a:t>
            </a:r>
            <a:r>
              <a:rPr sz="2400" lang="en-IN"/>
              <a:t> scheduling
</a:t>
            </a:r>
            <a:r>
              <a:rPr sz="2400" lang="en-IN"/>
              <a:t>◆</a:t>
            </a:r>
            <a:r>
              <a:rPr altLang="en-IN" sz="2400" lang="en-US"/>
              <a:t> </a:t>
            </a:r>
            <a:r>
              <a:rPr altLang="en-IN" sz="2400" lang="en-US"/>
              <a:t>Peephole</a:t>
            </a:r>
            <a:r>
              <a:rPr sz="2400" lang="en-IN"/>
              <a:t> optimization
</a:t>
            </a:r>
            <a:r>
              <a:rPr sz="2400" lang="en-IN"/>
              <a:t>◆</a:t>
            </a:r>
            <a:r>
              <a:rPr altLang="en-IN" sz="2400" lang="en-US"/>
              <a:t> </a:t>
            </a:r>
            <a:r>
              <a:rPr altLang="en-IN" sz="2400" lang="en-US"/>
              <a:t>Exception</a:t>
            </a:r>
            <a:r>
              <a:rPr sz="2400" lang="en-IN"/>
              <a:t> handling support</a:t>
            </a:r>
            <a:endParaRPr sz="2400"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b="1" sz="2800" lang="en-IN"/>
              <a:t>Building a Safe Type Checker</a:t>
            </a:r>
            <a:endParaRPr b="1" sz="2800" lang="en-IN"/>
          </a:p>
        </p:txBody>
      </p:sp>
      <p:sp>
        <p:nvSpPr>
          <p:cNvPr id="1048634" name=""/>
          <p:cNvSpPr>
            <a:spLocks noGrp="1"/>
          </p:cNvSpPr>
          <p:nvPr>
            <p:ph type="body"/>
          </p:nvPr>
        </p:nvSpPr>
        <p:spPr>
          <a:xfrm>
            <a:off x="212104" y="1526301"/>
            <a:ext cx="8211536" cy="3160320"/>
          </a:xfrm>
        </p:spPr>
        <p:txBody>
          <a:bodyPr anchor="t"/>
          <a:p>
            <a:r>
              <a:rPr altLang="en-US" sz="2800" lang="en-IN"/>
              <a:t>◆</a:t>
            </a:r>
            <a:r>
              <a:rPr altLang="en-IN" sz="2800" lang="en-US"/>
              <a:t>Goal</a:t>
            </a:r>
            <a:r>
              <a:rPr sz="2800" lang="en-IN"/>
              <a:t>
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US" sz="2800" lang="en-IN"/>
              <a:t>✅</a:t>
            </a:r>
            <a:r>
              <a:rPr sz="2800" lang="en-IN"/>
              <a:t>Handle implicit type conversions safely</a:t>
            </a:r>
            <a:endParaRPr sz="2800" lang="en-IN"/>
          </a:p>
          <a:p>
            <a:r>
              <a:rPr sz="2800" lang="en-IN"/>
              <a:t>
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US" sz="2800" lang="en-IN"/>
              <a:t>✅</a:t>
            </a:r>
            <a:r>
              <a:rPr altLang="en-IN" sz="2800" lang="en-US"/>
              <a:t> </a:t>
            </a:r>
            <a:r>
              <a:rPr sz="2800" lang="en-IN"/>
              <a:t>Avoid:
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US" sz="2800" lang="en-IN"/>
              <a:t>✔</a:t>
            </a:r>
            <a:r>
              <a:rPr altLang="en-IN" sz="2800" lang="en-US"/>
              <a:t>Data</a:t>
            </a:r>
            <a:r>
              <a:rPr sz="2800" lang="en-IN"/>
              <a:t> loss
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IN" sz="2800" lang="en-US"/>
              <a:t> </a:t>
            </a:r>
            <a:r>
              <a:rPr altLang="en-US" sz="2800" lang="en-IN"/>
              <a:t>✔</a:t>
            </a:r>
            <a:r>
              <a:rPr altLang="en-IN" sz="2800" lang="en-US"/>
              <a:t>Semantic</a:t>
            </a:r>
            <a:r>
              <a:rPr sz="2800" lang="en-IN"/>
              <a:t> ambiguity</a:t>
            </a:r>
            <a:endParaRPr sz="2800"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altLang="en-IN" b="1" sz="2800" lang="en-US"/>
              <a:t> </a:t>
            </a:r>
            <a:r>
              <a:rPr b="1" sz="2800" lang="en-IN"/>
              <a:t>Conversion Matrix</a:t>
            </a:r>
            <a:endParaRPr b="1" sz="2800" lang="en-IN"/>
          </a:p>
        </p:txBody>
      </p:sp>
      <p:sp>
        <p:nvSpPr>
          <p:cNvPr id="1048636" name=""/>
          <p:cNvSpPr>
            <a:spLocks noGrp="1"/>
          </p:cNvSpPr>
          <p:nvPr>
            <p:ph type="body"/>
          </p:nvPr>
        </p:nvSpPr>
        <p:spPr>
          <a:xfrm>
            <a:off x="720000" y="1304043"/>
            <a:ext cx="7703640" cy="3151735"/>
          </a:xfrm>
        </p:spPr>
        <p:txBody>
          <a:bodyPr anchor="t"/>
          <a:p>
            <a:r>
              <a:rPr altLang="en-IN" lang="en-US"/>
              <a:t> </a:t>
            </a:r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pPr indent="0" marL="4763">
              <a:buNone/>
            </a:pPr>
            <a:endParaRPr lang="en-IN"/>
          </a:p>
          <a:p>
            <a:pPr indent="0" marL="4763">
              <a:buNone/>
            </a:pPr>
            <a:endParaRPr sz="2000" lang="en-IN"/>
          </a:p>
          <a:p>
            <a:pPr indent="0" marL="4763">
              <a:buNone/>
            </a:pPr>
            <a:r>
              <a:rPr altLang="en-US" sz="2000" lang="en-IN"/>
              <a:t>◆</a:t>
            </a:r>
            <a:r>
              <a:rPr altLang="en-IN" sz="2000" lang="en-US"/>
              <a:t> </a:t>
            </a:r>
            <a:r>
              <a:rPr altLang="en-IN" sz="2000" lang="en-US"/>
              <a:t>Only</a:t>
            </a:r>
            <a:r>
              <a:rPr sz="2000" lang="en-IN"/>
              <a:t> widening conversions allowed
</a:t>
            </a:r>
            <a:r>
              <a:rPr sz="2000" lang="en-IN"/>
              <a:t>◆</a:t>
            </a:r>
            <a:r>
              <a:rPr altLang="en-IN" sz="2000" lang="en-US"/>
              <a:t> </a:t>
            </a:r>
            <a:r>
              <a:rPr altLang="en-IN" sz="2000" lang="en-US"/>
              <a:t>Narrowing</a:t>
            </a:r>
            <a:r>
              <a:rPr sz="2000" lang="en-IN"/>
              <a:t> conversions require explicit casting</a:t>
            </a:r>
            <a:endParaRPr sz="2000" lang="en-IN"/>
          </a:p>
        </p:txBody>
      </p:sp>
      <p:graphicFrame>
        <p:nvGraphicFramePr>
          <p:cNvPr id="4194304" name=""/>
          <p:cNvGraphicFramePr>
            <a:graphicFrameLocks/>
          </p:cNvGraphicFramePr>
          <p:nvPr/>
        </p:nvGraphicFramePr>
        <p:xfrm>
          <a:off x="1142999" y="1459229"/>
          <a:ext cx="6522858" cy="17845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0714"/>
                <a:gridCol w="1630714"/>
                <a:gridCol w="1630714"/>
                <a:gridCol w="1630714"/>
              </a:tblGrid>
              <a:tr h="446140">
                <a:tc>
                  <a:txBody>
                    <a:bodyPr/>
                    <a:p>
                      <a:r>
                        <a:rPr altLang="en-IN" lang="en-US"/>
                        <a:t>to</a:t>
                      </a:r>
                      <a:r>
                        <a:rPr altLang="en-IN" lang="en-US"/>
                        <a:t>/</a:t>
                      </a:r>
                      <a:r>
                        <a:rPr altLang="en-IN" lang="en-US"/>
                        <a:t>from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IN" lang="en-US"/>
                        <a:t>int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IN" lang="en-US"/>
                        <a:t>float</a:t>
                      </a:r>
                      <a:r>
                        <a:rPr altLang="en-IN" lang="en-US"/>
                        <a:t> 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IN" lang="en-US"/>
                        <a:t>double</a:t>
                      </a:r>
                      <a:r>
                        <a:rPr altLang="en-IN" lang="en-US"/>
                        <a:t> </a:t>
                      </a:r>
                      <a:endParaRPr altLang="en-US" lang="en-IN"/>
                    </a:p>
                  </a:txBody>
                </a:tc>
              </a:tr>
              <a:tr h="446140">
                <a:tc>
                  <a:txBody>
                    <a:bodyPr/>
                    <a:p>
                      <a:r>
                        <a:rPr altLang="en-IN" lang="en-US"/>
                        <a:t>int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IN"/>
                        <a:t>✔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IN"/>
                        <a:t>✔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IN"/>
                        <a:t>✔</a:t>
                      </a:r>
                      <a:endParaRPr altLang="en-US" lang="en-IN"/>
                    </a:p>
                  </a:txBody>
                </a:tc>
              </a:tr>
              <a:tr h="446140">
                <a:tc>
                  <a:txBody>
                    <a:bodyPr/>
                    <a:p>
                      <a:r>
                        <a:rPr altLang="en-IN" lang="en-US"/>
                        <a:t>float</a:t>
                      </a:r>
                      <a:r>
                        <a:rPr altLang="en-IN" lang="en-US"/>
                        <a:t> 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IN"/>
                        <a:t>❌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IN"/>
                        <a:t>✔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IN"/>
                        <a:t>✔</a:t>
                      </a:r>
                      <a:endParaRPr altLang="en-US" lang="en-IN"/>
                    </a:p>
                  </a:txBody>
                </a:tc>
              </a:tr>
              <a:tr h="446140">
                <a:tc>
                  <a:txBody>
                    <a:bodyPr/>
                    <a:p>
                      <a:r>
                        <a:rPr altLang="en-IN" lang="en-US"/>
                        <a:t>double</a:t>
                      </a:r>
                      <a:r>
                        <a:rPr altLang="en-IN" lang="en-US"/>
                        <a:t> 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IN"/>
                        <a:t>❌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IN"/>
                        <a:t>❌</a:t>
                      </a:r>
                      <a:endParaRPr altLang="en-US" lang="en-IN"/>
                    </a:p>
                  </a:txBody>
                </a:tc>
                <a:tc>
                  <a:txBody>
                    <a:bodyPr/>
                    <a:p>
                      <a:r>
                        <a:rPr altLang="en-US" lang="en-IN"/>
                        <a:t>✔</a:t>
                      </a:r>
                      <a:endParaRPr altLang="en-US" lang="en-IN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sz="2800" lang="en-IN"/>
              <a:t>Expression Checking Using Conversion Rules</a:t>
            </a:r>
            <a:endParaRPr b="1" sz="2800" lang="en-IN"/>
          </a:p>
        </p:txBody>
      </p:sp>
      <p:sp>
        <p:nvSpPr>
          <p:cNvPr id="1048638" name=""/>
          <p:cNvSpPr>
            <a:spLocks noGrp="1"/>
          </p:cNvSpPr>
          <p:nvPr>
            <p:ph type="body"/>
          </p:nvPr>
        </p:nvSpPr>
        <p:spPr>
          <a:xfrm>
            <a:off x="382932" y="1465394"/>
            <a:ext cx="8364809" cy="2870563"/>
          </a:xfrm>
        </p:spPr>
        <p:txBody>
          <a:bodyPr anchor="t"/>
          <a:p>
            <a:r>
              <a:rPr sz="2800" lang="en-IN"/>
              <a:t>◆</a:t>
            </a:r>
            <a:r>
              <a:rPr altLang="en-IN" sz="2800" lang="en-US"/>
              <a:t> </a:t>
            </a:r>
            <a:r>
              <a:rPr sz="2800" lang="en-IN"/>
              <a:t>Determine operand types
</a:t>
            </a:r>
            <a:r>
              <a:rPr sz="2800" lang="en-IN"/>
              <a:t>◆</a:t>
            </a:r>
            <a:r>
              <a:rPr altLang="en-IN" sz="2800" lang="en-US"/>
              <a:t> </a:t>
            </a:r>
            <a:r>
              <a:rPr altLang="en-IN" sz="2800" lang="en-US"/>
              <a:t>Refer</a:t>
            </a:r>
            <a:r>
              <a:rPr sz="2800" lang="en-IN"/>
              <a:t> to conversion matrix
</a:t>
            </a:r>
            <a:r>
              <a:rPr sz="2800" lang="en-IN"/>
              <a:t>◆</a:t>
            </a:r>
            <a:r>
              <a:rPr altLang="en-IN" sz="2800" lang="en-US"/>
              <a:t> </a:t>
            </a:r>
            <a:r>
              <a:rPr altLang="en-IN" sz="2800" lang="en-US"/>
              <a:t>Apply</a:t>
            </a:r>
            <a:r>
              <a:rPr sz="2800" lang="en-IN"/>
              <a:t> implicit conversion only if safe
</a:t>
            </a:r>
            <a:r>
              <a:rPr sz="2800" lang="en-IN"/>
              <a:t>◆</a:t>
            </a:r>
            <a:r>
              <a:rPr altLang="en-IN" sz="2800" lang="en-US"/>
              <a:t> </a:t>
            </a:r>
            <a:r>
              <a:rPr altLang="en-IN" sz="2800" lang="en-US"/>
              <a:t>Otherwise</a:t>
            </a:r>
            <a:r>
              <a:rPr sz="2800" lang="en-IN"/>
              <a:t>, raise a semantic error</a:t>
            </a:r>
            <a:endParaRPr sz="2800"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b="1" sz="3200" lang="en-US"/>
              <a:t> </a:t>
            </a:r>
            <a:r>
              <a:rPr altLang="en-IN" b="1" sz="3200" lang="en-US"/>
              <a:t> </a:t>
            </a:r>
            <a:r>
              <a:rPr altLang="en-IN" b="1" sz="3200" lang="en-US"/>
              <a:t> </a:t>
            </a:r>
            <a:r>
              <a:rPr altLang="en-IN" b="1" sz="3200" lang="en-US"/>
              <a:t> </a:t>
            </a:r>
            <a:r>
              <a:rPr altLang="en-IN" b="1" sz="3200" lang="en-US"/>
              <a:t> </a:t>
            </a:r>
            <a:r>
              <a:rPr altLang="en-IN" b="1" sz="3200" lang="en-US"/>
              <a:t> </a:t>
            </a:r>
            <a:r>
              <a:rPr altLang="en-IN" b="1" sz="3200" lang="en-US"/>
              <a:t> </a:t>
            </a:r>
            <a:r>
              <a:rPr altLang="en-IN" b="1" sz="3200" lang="en-US"/>
              <a:t> </a:t>
            </a:r>
            <a:r>
              <a:rPr altLang="en-IN" b="1" sz="3200" lang="en-US"/>
              <a:t> </a:t>
            </a:r>
            <a:r>
              <a:rPr b="1" sz="3200" lang="en-IN"/>
              <a:t>Conclusion</a:t>
            </a:r>
            <a:endParaRPr b="1" sz="3200" lang="en-IN"/>
          </a:p>
        </p:txBody>
      </p:sp>
      <p:sp>
        <p:nvSpPr>
          <p:cNvPr id="1048640" name=""/>
          <p:cNvSpPr>
            <a:spLocks noGrp="1"/>
          </p:cNvSpPr>
          <p:nvPr>
            <p:ph type="body"/>
          </p:nvPr>
        </p:nvSpPr>
        <p:spPr>
          <a:xfrm>
            <a:off x="337551" y="1264797"/>
            <a:ext cx="8086089" cy="3053717"/>
          </a:xfrm>
        </p:spPr>
        <p:txBody>
          <a:bodyPr anchor="t"/>
          <a:p>
            <a:r>
              <a:rPr sz="2400" lang="en-IN"/>
              <a:t>◆</a:t>
            </a:r>
            <a:r>
              <a:rPr sz="2400" lang="en-IN"/>
              <a:t>Semantic analysis is the core correctness phase of a </a:t>
            </a:r>
            <a:r>
              <a:rPr altLang="en-IN" sz="2400" lang="en-US"/>
              <a:t> </a:t>
            </a:r>
            <a:endParaRPr sz="2400" lang="en-IN"/>
          </a:p>
          <a:p>
            <a:pPr indent="0" marL="4763">
              <a:buNone/>
            </a:pP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altLang="en-IN" sz="2400" lang="en-US"/>
              <a:t> </a:t>
            </a:r>
            <a:r>
              <a:rPr sz="2400" lang="en-IN"/>
              <a:t>compiler
</a:t>
            </a:r>
            <a:r>
              <a:rPr sz="2400" lang="en-IN"/>
              <a:t>◆</a:t>
            </a:r>
            <a:r>
              <a:rPr altLang="en-IN" sz="2400" lang="en-US"/>
              <a:t>It</a:t>
            </a:r>
            <a:r>
              <a:rPr sz="2400" lang="en-IN"/>
              <a:t> bridges syntax and code generation
</a:t>
            </a:r>
            <a:r>
              <a:rPr sz="2400" lang="en-IN"/>
              <a:t>◆</a:t>
            </a:r>
            <a:r>
              <a:rPr sz="2400" lang="en-IN"/>
              <a:t>Safe type checking prevents runtime failures
</a:t>
            </a:r>
            <a:r>
              <a:rPr sz="2400" lang="en-IN"/>
              <a:t>◆</a:t>
            </a:r>
            <a:r>
              <a:rPr altLang="en-IN" sz="2400" lang="en-US"/>
              <a:t>A</a:t>
            </a:r>
            <a:r>
              <a:rPr sz="2400" lang="en-IN"/>
              <a:t> well-designed compiler detects errors early and efficiently</a:t>
            </a:r>
            <a:endParaRPr sz="2400"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"/>
          <p:cNvSpPr>
            <a:spLocks noGrp="1"/>
          </p:cNvSpPr>
          <p:nvPr>
            <p:ph type="body"/>
          </p:nvPr>
        </p:nvSpPr>
        <p:spPr>
          <a:xfrm>
            <a:off x="720000" y="492928"/>
            <a:ext cx="7703640" cy="3594462"/>
          </a:xfrm>
        </p:spPr>
        <p:txBody>
          <a:bodyPr anchor="ctr"/>
          <a:p>
            <a:pPr algn="ctr"/>
            <a:r>
              <a:rPr altLang="en-IN" b="1" sz="4400" lang="en-US"/>
              <a:t>thank</a:t>
            </a:r>
            <a:r>
              <a:rPr altLang="en-IN" b="1" sz="4400" lang="en-US"/>
              <a:t> </a:t>
            </a:r>
            <a:r>
              <a:rPr altLang="en-IN" b="1" sz="4400" lang="en-US"/>
              <a:t>you</a:t>
            </a:r>
            <a:endParaRPr b="1" sz="4400"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 Gradients Thesis Defense by Slidesgo">
  <a:themeElements>
    <a:clrScheme name="Simple Light">
      <a:dk1>
        <a:srgbClr val="191919"/>
      </a:dk1>
      <a:lt1>
        <a:srgbClr val="FFFFFF"/>
      </a:lt1>
      <a:dk2>
        <a:srgbClr val="C990FF"/>
      </a:dk2>
      <a:lt2>
        <a:srgbClr val="C4F3F1"/>
      </a:lt2>
      <a:accent1>
        <a:srgbClr val="F1BEB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Soft Gradients Thesis Defense by Slidesgo">
  <a:themeElements>
    <a:clrScheme name="Simple Light">
      <a:dk1>
        <a:srgbClr val="191919"/>
      </a:dk1>
      <a:lt1>
        <a:srgbClr val="FFFFFF"/>
      </a:lt1>
      <a:dk2>
        <a:srgbClr val="C990FF"/>
      </a:dk2>
      <a:lt2>
        <a:srgbClr val="C4F3F1"/>
      </a:lt2>
      <a:accent1>
        <a:srgbClr val="F1BEB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LibreOffice/25.2.4.3$Linux_X86_64 LibreOffice_project/520$Build-3</Application>
  <ScaleCrop>0</ScaleCrop>
  <Company>Microsoft Corporation</Company>
  <LinksUpToDate>0</LinksUpToDate>
  <AppVersion>15.0000</AppVersion>
</Properties>
</file>

<file path=docProps/core.xml><?xml version="1.0" encoding="utf-8"?>
<cp:coreProperties xmlns:cp="http://schemas.openxmlformats.org/package/2006/metadata/core-properties" xmlns:dcterms="http://purl.org/dc/terms/" xmlns:xsi="http://www.w3.org/2001/XMLSchema-instance">
  <dcterms:created xsi:type="dcterms:W3CDTF">2026-01-22T03:25:13Z</dcterms:created>
  <dcterms:modified xsi:type="dcterms:W3CDTF">2026-01-22T10:40:18Z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